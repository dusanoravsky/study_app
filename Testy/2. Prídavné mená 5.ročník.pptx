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70" r:id="rId4"/>
    <p:sldId id="267" r:id="rId5"/>
    <p:sldId id="271" r:id="rId6"/>
    <p:sldId id="272" r:id="rId7"/>
    <p:sldId id="273" r:id="rId8"/>
  </p:sldIdLst>
  <p:sldSz cx="12188825" cy="6858000"/>
  <p:notesSz cx="6858000" cy="9144000"/>
  <p:defaultTextStyle>
    <a:defPPr rtl="0"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99" autoAdjust="0"/>
  </p:normalViewPr>
  <p:slideViewPr>
    <p:cSldViewPr>
      <p:cViewPr varScale="1">
        <p:scale>
          <a:sx n="80" d="100"/>
          <a:sy n="80" d="100"/>
        </p:scale>
        <p:origin x="782" y="67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3072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á hlavič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sk-SK" dirty="0"/>
          </a:p>
        </p:txBody>
      </p:sp>
      <p:sp>
        <p:nvSpPr>
          <p:cNvPr id="3" name="Zástupný dá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28B7093-7393-4039-ACFB-1611C7D9236A}" type="datetime1">
              <a:rPr lang="sk-SK" smtClean="0"/>
              <a:t>16. 2. 2025</a:t>
            </a:fld>
            <a:endParaRPr lang="sk-SK" dirty="0"/>
          </a:p>
        </p:txBody>
      </p:sp>
      <p:sp>
        <p:nvSpPr>
          <p:cNvPr id="4" name="Zástupná pät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sk-SK" dirty="0"/>
          </a:p>
        </p:txBody>
      </p:sp>
      <p:sp>
        <p:nvSpPr>
          <p:cNvPr id="5" name="Zástupné číslo snímky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á hlavič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sk-SK" dirty="0"/>
          </a:p>
        </p:txBody>
      </p:sp>
      <p:sp>
        <p:nvSpPr>
          <p:cNvPr id="3" name="Zástupný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EFFA6B9-C19F-4C1E-8C2A-873714B32889}" type="datetime1">
              <a:rPr lang="sk-SK" smtClean="0"/>
              <a:t>16. 2. 2025</a:t>
            </a:fld>
            <a:endParaRPr lang="sk-SK" dirty="0"/>
          </a:p>
        </p:txBody>
      </p:sp>
      <p:sp>
        <p:nvSpPr>
          <p:cNvPr id="4" name="Zástupný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sk-SK" dirty="0"/>
          </a:p>
        </p:txBody>
      </p:sp>
      <p:sp>
        <p:nvSpPr>
          <p:cNvPr id="5" name="Zástupné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sk-SK" dirty="0"/>
              <a:t>Kliknite sem a upravte štýl predlohy textu</a:t>
            </a:r>
          </a:p>
          <a:p>
            <a:pPr lvl="1" rtl="0"/>
            <a:r>
              <a:rPr lang="sk-SK" dirty="0"/>
              <a:t>Druhá úroveň</a:t>
            </a:r>
          </a:p>
          <a:p>
            <a:pPr lvl="2" rtl="0"/>
            <a:r>
              <a:rPr lang="sk-SK" dirty="0"/>
              <a:t>Tretia úroveň</a:t>
            </a:r>
          </a:p>
          <a:p>
            <a:pPr lvl="3" rtl="0"/>
            <a:r>
              <a:rPr lang="sk-SK" dirty="0"/>
              <a:t>Štvrtá úroveň</a:t>
            </a:r>
          </a:p>
          <a:p>
            <a:pPr lvl="4" rtl="0"/>
            <a:r>
              <a:rPr lang="sk-SK" dirty="0"/>
              <a:t>Piata úroveň</a:t>
            </a:r>
          </a:p>
        </p:txBody>
      </p:sp>
      <p:sp>
        <p:nvSpPr>
          <p:cNvPr id="6" name="Zástupná pät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sk-SK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sk-SK" smtClean="0"/>
              <a:t>1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555428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sk-SK" smtClean="0"/>
              <a:t>2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127009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658F3-C04E-7B67-BE32-96740E8AC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054ECD82-9EE1-B869-F4A0-D1692BEC7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015994BD-FB70-FBDD-5B87-B9AF3D802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374BC4E-250E-6B8E-C2F4-14084A054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sk-SK" smtClean="0"/>
              <a:t>3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649176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sk-SK" smtClean="0"/>
              <a:t>4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5728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13B86-973A-2E91-CAA2-CBFF17FE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DBB1ED2D-F1F2-381A-8103-A90C16CD2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867E6D08-C341-4AF0-BC5F-78ED9281C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D8DD8F9-2EB5-8A22-4DE6-A11D5197B5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sk-SK" smtClean="0"/>
              <a:t>5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104321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1522413" y="1905000"/>
            <a:ext cx="9144000" cy="2667000"/>
          </a:xfrm>
        </p:spPr>
        <p:txBody>
          <a:bodyPr rtlCol="0">
            <a:noAutofit/>
          </a:bodyPr>
          <a:lstStyle>
            <a:lvl1pPr rtl="0">
              <a:defRPr sz="5400"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256" name="čiara" descr="Grafika čiary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Voľný tvar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8" name="Voľný tvar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9" name="Voľný tvar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0" name="Voľný tvar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1" name="Voľný tvar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2" name="Voľný tvar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3" name="Voľný tvar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4" name="Voľný tvar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5" name="Voľný tvar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6" name="Voľný tvar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7" name="Voľný tvar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8" name="Voľný tvar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9" name="Voľný tvar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0" name="Voľný tvar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1" name="Voľný tvar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2" name="Voľný tvar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3" name="Voľný tvar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4" name="Voľný tvar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5" name="Voľný tvar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6" name="Voľný tvar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7" name="Voľný tvar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8" name="Voľný tvar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9" name="Voľný tvar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0" name="Voľný tvar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1" name="Voľný tvar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2" name="Voľný tvar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3" name="Voľný tvar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4" name="Voľný tvar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5" name="Voľný tvar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6" name="Voľný tvar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7" name="Voľný tvar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8" name="Voľný tvar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9" name="Voľný tvar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0" name="Voľný tvar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1" name="Voľný tvar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2" name="Voľný tvar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3" name="Voľný tvar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4" name="Voľný tvar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5" name="Voľný tvar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6" name="Voľný tvar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7" name="Voľný tvar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8" name="Voľný tvar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9" name="Voľný tvar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0" name="Voľný tvar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1" name="Voľný tvar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2" name="Voľný tvar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3" name="Voľný tvar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4" name="Voľný tvar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5" name="Voľný tvar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6" name="Voľný tvar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7" name="Voľný tvar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8" name="Voľný tvar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9" name="Voľný tvar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0" name="Voľný tvar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1" name="Voľný tvar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2" name="Voľný tvar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3" name="Voľný tvar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4" name="Voľný tvar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5" name="Voľný tvar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6" name="Voľný tvar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7" name="Voľný tvar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8" name="Voľný tvar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9" name="Voľný tvar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0" name="Voľný tvar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1" name="Voľný tvar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2" name="Voľný tvar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3" name="Voľný tvar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4" name="Voľný tvar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5" name="Voľný tvar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6" name="Voľný tvar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7" name="Voľný tvar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8" name="Voľný tvar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9" name="Voľný tvar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0" name="Voľný tvar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1" name="Voľný tvar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2" name="Voľný tvar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3" name="Voľný tvar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4" name="Voľný tvar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5" name="Voľný tvar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6" name="Voľný tvar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7" name="Voľný tvar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8" name="Voľný tvar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9" name="Voľný tvar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0" name="Voľný tvar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1" name="Voľný tvar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2" name="Voľný tvar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3" name="Voľný tvar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4" name="Voľný tvar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5" name="Voľný tvar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6" name="Voľný tvar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7" name="Voľný tvar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8" name="Voľný tvar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9" name="Voľný tvar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0" name="Voľný tvar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1" name="Voľný tvar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2" name="Voľný tvar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3" name="Voľný tvar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4" name="Voľný tvar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5" name="Voľný tvar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6" name="Voľný tvar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7" name="Voľný tvar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8" name="Voľný tvar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9" name="Voľný tvar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0" name="Voľný tvar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1" name="Voľný tvar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2" name="Voľný tvar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3" name="Voľný tvar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4" name="Voľný tvar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5" name="Voľný tvar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6" name="Voľný tvar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7" name="Voľný tvar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8" name="Voľný tvar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9" name="Voľný tvar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0" name="Voľný tvar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1" name="Voľný tvar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2" name="Voľný tvar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3" name="Voľný tvar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4" name="Voľný tvar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5" name="Voľný tvar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6" name="Voľný tvar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7" name="Voľný tvar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8" name="Voľný tvar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9" name="Voľný tvar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</p:grp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sk-SK"/>
              <a:t>Kliknutím upravte štýl predlohy podnadpisu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167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Voľný tvar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9" name="Voľný tvar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0" name="Voľný tvar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1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2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3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4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5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6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7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8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9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0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1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2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3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4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5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6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7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8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9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0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1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2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3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4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5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6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7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8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9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0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1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2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3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4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5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6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7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8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9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0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1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2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3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4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5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6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7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8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9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0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1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2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3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4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5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6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7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8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9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0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1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2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3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4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5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6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7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8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9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40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41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obsah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FB33C0-3605-42B8-A1F1-3A1BB58F9C12}" type="datetime1">
              <a:rPr lang="sk-SK" smtClean="0"/>
              <a:t>16. 2. 2025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522413" y="1905000"/>
            <a:ext cx="9144000" cy="2667000"/>
          </a:xfrm>
        </p:spPr>
        <p:txBody>
          <a:bodyPr rtlCol="0" anchor="b">
            <a:noAutofit/>
          </a:bodyPr>
          <a:lstStyle>
            <a:lvl1pPr algn="l" rtl="0">
              <a:defRPr sz="4400" b="0" cap="none" baseline="0"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255" name="čiara" descr="Grafika čiary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Voľný tvar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7" name="Voľný tvar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8" name="Voľný tvar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9" name="Voľný tvar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0" name="Voľný tvar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1" name="Voľný tvar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2" name="Voľný tvar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3" name="Voľný tvar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4" name="Voľný tvar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5" name="Voľný tvar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6" name="Voľný tvar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7" name="Voľný tvar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8" name="Voľný tvar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9" name="Voľný tvar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0" name="Voľný tvar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1" name="Voľný tvar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2" name="Voľný tvar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3" name="Voľný tvar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4" name="Voľný tvar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5" name="Voľný tvar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6" name="Voľný tvar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7" name="Voľný tvar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8" name="Voľný tvar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9" name="Voľný tvar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0" name="Voľný tvar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1" name="Voľný tvar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2" name="Voľný tvar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3" name="Voľný tvar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4" name="Voľný tvar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5" name="Voľný tvar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6" name="Voľný tvar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7" name="Voľný tvar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8" name="Voľný tvar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9" name="Voľný tvar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0" name="Voľný tvar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1" name="Voľný tvar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2" name="Voľný tvar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3" name="Voľný tvar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4" name="Voľný tvar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5" name="Voľný tvar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6" name="Voľný tvar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7" name="Voľný tvar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8" name="Voľný tvar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9" name="Voľný tvar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0" name="Voľný tvar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1" name="Voľný tvar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2" name="Voľný tvar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3" name="Voľný tvar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4" name="Voľný tvar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5" name="Voľný tvar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6" name="Voľný tvar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7" name="Voľný tvar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8" name="Voľný tvar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9" name="Voľný tvar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0" name="Voľný tvar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1" name="Voľný tvar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2" name="Voľný tvar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3" name="Voľný tvar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4" name="Voľný tvar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5" name="Voľný tvar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6" name="Voľný tvar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7" name="Voľný tvar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8" name="Voľný tvar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9" name="Voľný tvar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0" name="Voľný tvar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1" name="Voľný tvar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2" name="Voľný tvar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3" name="Voľný tvar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4" name="Voľný tvar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5" name="Voľný tvar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6" name="Voľný tvar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7" name="Voľný tvar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8" name="Voľný tvar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9" name="Voľný tvar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0" name="Voľný tvar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1" name="Voľný tvar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2" name="Voľný tvar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3" name="Voľný tvar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4" name="Voľný tvar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5" name="Voľný tvar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6" name="Voľný tvar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7" name="Voľný tvar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8" name="Voľný tvar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9" name="Voľný tvar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0" name="Voľný tvar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1" name="Voľný tvar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2" name="Voľný tvar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3" name="Voľný tvar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4" name="Voľný tvar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5" name="Voľný tvar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6" name="Voľný tvar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7" name="Voľný tvar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8" name="Voľný tvar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9" name="Voľný tvar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0" name="Voľný tvar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1" name="Voľný tvar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2" name="Voľný tvar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3" name="Voľný tvar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4" name="Voľný tvar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5" name="Voľný tvar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6" name="Voľný tvar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7" name="Voľný tvar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8" name="Voľný tvar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9" name="Voľný tvar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0" name="Voľný tvar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1" name="Voľný tvar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2" name="Voľný tvar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3" name="Voľný tvar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4" name="Voľný tvar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5" name="Voľný tvar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6" name="Voľný tvar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7" name="Voľný tvar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8" name="Voľný tvar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9" name="Voľný tvar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0" name="Voľný tvar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1" name="Voľný tvar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2" name="Voľný tvar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3" name="Voľný tvar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4" name="Voľný tvar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5" name="Voľný tvar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6" name="Voľný tvar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7" name="Voľný tvar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8" name="Voľný tvar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</p:grpSp>
      <p:sp>
        <p:nvSpPr>
          <p:cNvPr id="3" name="Zástupný text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55A7E3-D21E-469A-8644-E12CF815A232}" type="datetime1">
              <a:rPr lang="sk-SK" smtClean="0"/>
              <a:t>16. 2. 2025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typy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158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Voľný tvar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0" name="Voľný tvar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1" name="Voľný tvar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2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3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4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5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6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7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8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9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0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1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2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3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4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5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6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7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8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9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0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1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2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3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4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5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6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7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8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9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0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1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2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3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4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5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6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7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8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9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0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1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2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3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4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5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6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7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8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9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0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1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2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3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4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5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6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7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8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9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0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1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2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3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4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5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6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7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8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9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0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1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2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obsah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4" name="Zástupný obsah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6" name="Zástupná pät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5" name="Zástupný dá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D0CE40-81D1-40B4-9B03-C6163AA7428F}" type="datetime1">
              <a:rPr lang="sk-SK" smtClean="0"/>
              <a:t>16. 2. 2025</a:t>
            </a:fld>
            <a:endParaRPr lang="sk-SK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160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Voľný tvar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2" name="Voľný tvar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3" name="Voľný tvar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4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5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6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7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8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9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0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1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2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3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4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5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6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7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8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9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0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1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2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3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4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5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6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7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8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9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0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1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2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3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4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5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6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7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8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9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0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1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2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3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4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5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6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7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8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9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0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1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2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3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4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5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6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7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8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9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0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1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2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3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4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5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6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7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8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9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0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1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2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3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4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text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sah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5" name="Zástupný text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8" name="Zástupná pät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7" name="Zástupný dá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BE855B-A590-4B1D-8D7A-B7580F1A81FA}" type="datetime1">
              <a:rPr lang="sk-SK" smtClean="0"/>
              <a:t>16. 2. 2025</a:t>
            </a:fld>
            <a:endParaRPr lang="sk-SK" dirty="0"/>
          </a:p>
        </p:txBody>
      </p:sp>
      <p:sp>
        <p:nvSpPr>
          <p:cNvPr id="9" name="Zástupné číslo snímk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  <p:sp>
        <p:nvSpPr>
          <p:cNvPr id="85" name="Zástupný obsah 3"/>
          <p:cNvSpPr>
            <a:spLocks noGrp="1"/>
          </p:cNvSpPr>
          <p:nvPr>
            <p:ph sz="half" idx="13"/>
          </p:nvPr>
        </p:nvSpPr>
        <p:spPr>
          <a:xfrm>
            <a:off x="6249860" y="2819400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Iba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/>
              <a:t>Kliknutím upravte štýl predlohy nadpisu</a:t>
            </a:r>
            <a:endParaRPr lang="sk-SK" dirty="0"/>
          </a:p>
        </p:txBody>
      </p:sp>
      <p:grpSp>
        <p:nvGrpSpPr>
          <p:cNvPr id="156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Voľný tvar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58" name="Voľný tvar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59" name="Voľný tvar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0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1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2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3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4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5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6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7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8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9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0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1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2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3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4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5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6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7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8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9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0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1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2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3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4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5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6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7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8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9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0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1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2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3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4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5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6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7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8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9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0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1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2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3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4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5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6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7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8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9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0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1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2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3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4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5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6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7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8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9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0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1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2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3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4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5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6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7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8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9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0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4" name="Zástupná pät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3" name="Zástupný dá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B18BD9-1251-49E5-BE0A-1622E2AE7367}" type="datetime1">
              <a:rPr lang="sk-SK" smtClean="0"/>
              <a:t>16. 2. 2025</a:t>
            </a:fld>
            <a:endParaRPr lang="sk-SK" dirty="0"/>
          </a:p>
        </p:txBody>
      </p:sp>
      <p:sp>
        <p:nvSpPr>
          <p:cNvPr id="5" name="Zástupné číslo snímk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á pät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2" name="Zástupný dá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653EA0-FB6C-4458-B5BE-CAF4BBAE5732}" type="datetime1">
              <a:rPr lang="sk-SK" smtClean="0"/>
              <a:t>16. 2. 2025</a:t>
            </a:fld>
            <a:endParaRPr lang="sk-SK" dirty="0"/>
          </a:p>
        </p:txBody>
      </p:sp>
      <p:sp>
        <p:nvSpPr>
          <p:cNvPr id="4" name="Zástupné číslo snímk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 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/>
            </a:lvl1pPr>
          </a:lstStyle>
          <a:p>
            <a:pPr rtl="0"/>
            <a:r>
              <a:rPr lang="sk-SK"/>
              <a:t>Kliknutím upravte štýl predlohy nadpisu</a:t>
            </a:r>
            <a:endParaRPr lang="sk-SK" dirty="0"/>
          </a:p>
        </p:txBody>
      </p:sp>
      <p:sp>
        <p:nvSpPr>
          <p:cNvPr id="4" name="Zástupný objekt textu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3" name="Zástupný obsah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grpSp>
        <p:nvGrpSpPr>
          <p:cNvPr id="615" name="rám" descr="Grafika poľa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Skupina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Skupina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Voľný tvar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Voľný tvar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Voľný tvar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7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Skupina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Voľný tvar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Voľný tvar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Voľný tvar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3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Skupina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Skupina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Voľný tvar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Voľný tvar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Voľný tvar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7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Skupina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Voľný tvar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Voľný tvar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Voľný tvar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3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Zástupná pät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5" name="Zástupný dá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A53737-8673-4070-9CB1-E475422ECF0C}" type="datetime1">
              <a:rPr lang="sk-SK" smtClean="0"/>
              <a:t>16. 2. 2025</a:t>
            </a:fld>
            <a:endParaRPr lang="sk-SK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/>
            </a:lvl1pPr>
          </a:lstStyle>
          <a:p>
            <a:pPr rtl="0"/>
            <a:r>
              <a:rPr lang="sk-SK"/>
              <a:t>Kliknutím upravte štýl predlohy nadpisu</a:t>
            </a:r>
            <a:endParaRPr lang="sk-SK" dirty="0"/>
          </a:p>
        </p:txBody>
      </p:sp>
      <p:sp>
        <p:nvSpPr>
          <p:cNvPr id="3" name="Zástupný obrázok 2" descr="Prázdny zástupný objekt na pridanie obrázka Kliknite na zástupný objekt a vyberte obrázok, ktorý chcete pridať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sk-SK"/>
              <a:t>Kliknutím na ikonu pridáte obrázok</a:t>
            </a:r>
            <a:endParaRPr lang="sk-SK" dirty="0"/>
          </a:p>
        </p:txBody>
      </p:sp>
      <p:grpSp>
        <p:nvGrpSpPr>
          <p:cNvPr id="614" name="rám" descr="Grafika poľa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Skupina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Skupina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Voľný tvar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4" name="Voľný tvar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Voľný tvar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Skupina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Voľný tvar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0" name="Voľný tvar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Voľný tvar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Skupina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Skupina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Voľný tvar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4" name="Voľný tvar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Voľný tvar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Skupina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Voľný tvar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0" name="Voľný tvar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Voľný tvar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Voľný tvar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Voľný tvar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Voľný tvar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Voľný tvar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Voľný tvar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Voľný tvar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Voľný tvar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Voľný tvar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Voľný tvar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Voľný tvar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Voľný tvar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Voľný tvar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Voľný tvar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Voľný tvar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Voľný tvar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Voľný tvar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Voľný tvar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Voľný tvar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Voľný tvar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Voľný tvar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Voľný tvar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Voľný tvar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Voľný tvar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Voľný tvar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Voľný tvar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Voľný tvar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Voľný tvar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Voľný tvar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Voľný tvar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Voľný tvar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Voľný tvar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Voľný tvar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Voľný tvar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Voľný tvar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Voľný tvar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Voľný tvar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Voľný tvar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Voľný tvar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Voľný tvar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Voľný tvar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Voľný tvar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Voľný tvar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Voľný tvar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Voľný tvar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Voľný tvar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Voľný tvar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Voľný tvar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Voľný tvar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Voľný tvar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Voľný tvar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Voľný tvar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Voľný tvar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Voľný tvar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Voľný tvar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Voľný tvar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Voľný tvar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Voľný tvar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Voľný tvar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Voľný tvar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Voľný tvar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Voľný tvar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Voľný tvar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Voľný tvar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Voľný tvar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Voľný tvar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Voľný tvar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Voľný tvar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Voľný tvar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Voľný tvar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Voľný tvar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Voľný tvar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Zástupný text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6" name="Zástupná pät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5" name="Zástupný dá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D49F099-0F98-42CE-8FC1-709245EEFB76}" type="datetime1">
              <a:rPr lang="sk-SK" smtClean="0"/>
              <a:t>16. 2. 2025</a:t>
            </a:fld>
            <a:endParaRPr lang="sk-SK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/>
              <a:t>Kliknutím upravte štýl predlohy nadpisu</a:t>
            </a:r>
            <a:endParaRPr lang="sk-SK" dirty="0"/>
          </a:p>
        </p:txBody>
      </p:sp>
      <p:grpSp>
        <p:nvGrpSpPr>
          <p:cNvPr id="7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Voľný tvar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9" name="Voľný tvar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0" name="Voľný tvar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1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2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3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4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5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4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5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6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7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8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9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0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1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2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3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4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5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6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7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8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9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0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1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2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3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4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5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6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7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8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9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0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1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2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3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4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5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6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7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8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9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0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1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2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3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4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5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6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7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8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9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0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1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2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3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4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5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6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7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8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9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80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81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z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302878-9071-4200-8023-5B7C828D491C}" type="datetime1">
              <a:rPr lang="sk-SK" smtClean="0"/>
              <a:t>16. 2. 2025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 hasCustomPrompt="1"/>
          </p:nvPr>
        </p:nvSpPr>
        <p:spPr>
          <a:xfrm>
            <a:off x="10361612" y="274639"/>
            <a:ext cx="1371600" cy="5901747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7" name="čiara" descr="Grafika čiary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Voľný tvar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9" name="Voľný tvar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0" name="Voľný tvar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1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2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3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4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5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4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5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6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7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8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9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0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1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2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3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4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5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6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7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8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9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0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1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2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3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4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5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6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7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8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9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0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1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2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3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4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5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6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7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8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9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0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1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2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3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4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5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6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7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8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9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0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1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2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3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4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5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6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7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8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9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80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81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zvislý text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 rtlCol="0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sk-SK" dirty="0"/>
              <a:t>Kliknite sem a upravte štýly predlohy textu</a:t>
            </a:r>
          </a:p>
          <a:p>
            <a:pPr lvl="1" rtl="0"/>
            <a:r>
              <a:rPr lang="sk-SK" dirty="0"/>
              <a:t>Druhá úroveň</a:t>
            </a:r>
          </a:p>
          <a:p>
            <a:pPr lvl="2" rtl="0"/>
            <a:r>
              <a:rPr lang="sk-SK" dirty="0"/>
              <a:t>Tretia úroveň</a:t>
            </a:r>
          </a:p>
          <a:p>
            <a:pPr lvl="3" rtl="0"/>
            <a:r>
              <a:rPr lang="sk-SK" dirty="0"/>
              <a:t>Štvrtá úroveň</a:t>
            </a:r>
          </a:p>
          <a:p>
            <a:pPr lvl="4" rtl="0"/>
            <a:r>
              <a:rPr lang="sk-SK" dirty="0"/>
              <a:t>Piata úroveň</a:t>
            </a:r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F832C3-EEA6-41EC-88BA-EB980B321231}" type="datetime1">
              <a:rPr lang="sk-SK" smtClean="0"/>
              <a:t>16. 2. 2025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nadpisu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sk-SK" dirty="0"/>
              <a:t>Kliknite sem a upravte štýl predlohy nadpisov</a:t>
            </a:r>
          </a:p>
        </p:txBody>
      </p:sp>
      <p:sp>
        <p:nvSpPr>
          <p:cNvPr id="3" name="Zástupný text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sk-SK" dirty="0"/>
              <a:t>Kliknite sem a upravte štýl predlohy textu</a:t>
            </a:r>
          </a:p>
          <a:p>
            <a:pPr lvl="1" rtl="0"/>
            <a:r>
              <a:rPr lang="sk-SK" dirty="0"/>
              <a:t>Druhá úroveň</a:t>
            </a:r>
          </a:p>
          <a:p>
            <a:pPr lvl="2" rtl="0"/>
            <a:r>
              <a:rPr lang="sk-SK" dirty="0"/>
              <a:t>Tretia úroveň</a:t>
            </a:r>
          </a:p>
          <a:p>
            <a:pPr lvl="3" rtl="0"/>
            <a:r>
              <a:rPr lang="sk-SK" dirty="0"/>
              <a:t>Štvrtá úroveň</a:t>
            </a:r>
          </a:p>
          <a:p>
            <a:pPr lvl="4" rtl="0"/>
            <a:r>
              <a:rPr lang="sk-SK" dirty="0"/>
              <a:t>Piata úroveň</a:t>
            </a:r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8B566E3-90FA-4C91-8CC2-CE63D4ACDD39}" type="datetime1">
              <a:rPr lang="sk-SK" smtClean="0"/>
              <a:t>16. 2. 2025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5BA54BD-C84D-46CE-8B72-31BFB26ABA43}" type="slidenum">
              <a:rPr lang="sk-SK" smtClean="0"/>
              <a:pPr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wall.net/resource/5419469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333772" y="0"/>
            <a:ext cx="9144000" cy="2667000"/>
          </a:xfrm>
        </p:spPr>
        <p:txBody>
          <a:bodyPr rtlCol="0"/>
          <a:lstStyle/>
          <a:p>
            <a:pPr rtl="0"/>
            <a:r>
              <a:rPr lang="sk-SK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Prídavné mená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670476" y="3124201"/>
            <a:ext cx="9143999" cy="1066800"/>
          </a:xfrm>
        </p:spPr>
        <p:txBody>
          <a:bodyPr rtlCol="0">
            <a:noAutofit/>
          </a:bodyPr>
          <a:lstStyle/>
          <a:p>
            <a:r>
              <a:rPr lang="sk-SK" sz="36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Gramatické kategórie</a:t>
            </a:r>
          </a:p>
          <a:p>
            <a:r>
              <a:rPr lang="sk-SK" sz="36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Vzory prídavných mien</a:t>
            </a:r>
          </a:p>
          <a:p>
            <a:r>
              <a:rPr lang="sk-SK" sz="36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Druhy prídavných mien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 dirty="0"/>
              <a:t>Prídavné mená</a:t>
            </a:r>
          </a:p>
        </p:txBody>
      </p:sp>
      <p:sp>
        <p:nvSpPr>
          <p:cNvPr id="14" name="Zástupný symbol obsahu 13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sk-S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Pýtame sa </a:t>
            </a:r>
            <a:r>
              <a:rPr lang="sk-SK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aký, aká, aké, čí, čia, čie</a:t>
            </a:r>
          </a:p>
          <a:p>
            <a:pPr marL="0" indent="0" rtl="0">
              <a:buNone/>
            </a:pPr>
            <a:r>
              <a:rPr lang="sk-S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Pomenúvajú </a:t>
            </a:r>
            <a:r>
              <a:rPr lang="sk-SK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vlastnosti </a:t>
            </a:r>
            <a:r>
              <a:rPr lang="sk-S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osôb, zvierat a vecí</a:t>
            </a:r>
          </a:p>
          <a:p>
            <a:pPr marL="0" indent="0" rtl="0">
              <a:buNone/>
            </a:pPr>
            <a:r>
              <a:rPr lang="sk-SK" sz="32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Určujeme pri nich:</a:t>
            </a:r>
          </a:p>
          <a:p>
            <a:pPr marL="457200" indent="-457200" rtl="0">
              <a:buAutoNum type="alphaLcParenR"/>
            </a:pPr>
            <a:r>
              <a:rPr lang="sk-S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Gramatické kategórie – </a:t>
            </a:r>
            <a:r>
              <a:rPr lang="sk-SK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rod, číslo, pád</a:t>
            </a:r>
          </a:p>
          <a:p>
            <a:pPr marL="457200" indent="-457200" rtl="0">
              <a:buAutoNum type="alphaLcParenR"/>
            </a:pPr>
            <a:r>
              <a:rPr lang="sk-S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Vzory – </a:t>
            </a:r>
            <a:r>
              <a:rPr lang="sk-SK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pekný, cudzí</a:t>
            </a:r>
          </a:p>
          <a:p>
            <a:pPr marL="457200" indent="-457200" rtl="0">
              <a:buAutoNum type="alphaLcParenR"/>
            </a:pPr>
            <a:r>
              <a:rPr lang="sk-S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Druhy – </a:t>
            </a:r>
            <a:r>
              <a:rPr lang="sk-SK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akostné, vzťahové, privlastňovacie</a:t>
            </a: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1A04A-19D9-E0FF-3E1E-88B5C26B8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>
            <a:extLst>
              <a:ext uri="{FF2B5EF4-FFF2-40B4-BE49-F238E27FC236}">
                <a16:creationId xmlns:a16="http://schemas.microsoft.com/office/drawing/2014/main" id="{65FA2636-105B-22CF-425F-34A0F8F2E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 dirty="0"/>
              <a:t>Prídavné mená</a:t>
            </a:r>
          </a:p>
        </p:txBody>
      </p:sp>
      <p:sp>
        <p:nvSpPr>
          <p:cNvPr id="14" name="Zástupný symbol obsahu 13">
            <a:extLst>
              <a:ext uri="{FF2B5EF4-FFF2-40B4-BE49-F238E27FC236}">
                <a16:creationId xmlns:a16="http://schemas.microsoft.com/office/drawing/2014/main" id="{2D665F83-93E3-43FC-9161-A50EE8F16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sk-S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Pýtame sa </a:t>
            </a:r>
            <a:r>
              <a:rPr lang="sk-SK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aký, aká, aké, čí, čia, čie</a:t>
            </a:r>
          </a:p>
          <a:p>
            <a:pPr marL="0" indent="0" rtl="0">
              <a:buNone/>
            </a:pPr>
            <a:r>
              <a:rPr lang="sk-S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Pomenúvajú </a:t>
            </a:r>
            <a:r>
              <a:rPr lang="sk-SK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vlastnosti </a:t>
            </a:r>
            <a:r>
              <a:rPr lang="sk-S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osôb, zvierat a vecí</a:t>
            </a:r>
          </a:p>
          <a:p>
            <a:pPr marL="0" indent="0" rtl="0">
              <a:buNone/>
            </a:pPr>
            <a:r>
              <a:rPr lang="sk-SK" sz="32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Určujeme pri nich:</a:t>
            </a:r>
          </a:p>
          <a:p>
            <a:pPr marL="457200" indent="-457200" rtl="0">
              <a:buAutoNum type="alphaLcParenR"/>
            </a:pPr>
            <a:r>
              <a:rPr lang="sk-S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Gramatické kategórie – </a:t>
            </a:r>
            <a:r>
              <a:rPr lang="sk-SK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rod, číslo, pád</a:t>
            </a:r>
          </a:p>
          <a:p>
            <a:pPr marL="457200" indent="-457200" rtl="0">
              <a:buAutoNum type="alphaLcParenR"/>
            </a:pPr>
            <a:r>
              <a:rPr lang="sk-S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Vzory – </a:t>
            </a:r>
            <a:r>
              <a:rPr lang="sk-SK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pekný, cudzí</a:t>
            </a:r>
          </a:p>
          <a:p>
            <a:pPr marL="457200" indent="-457200" rtl="0">
              <a:buAutoNum type="alphaLcParenR"/>
            </a:pPr>
            <a:r>
              <a:rPr lang="sk-S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Druhy – </a:t>
            </a:r>
            <a:r>
              <a:rPr lang="sk-SK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akostné, vzťahové, privlastňovacie</a:t>
            </a:r>
          </a:p>
        </p:txBody>
      </p:sp>
    </p:spTree>
    <p:extLst>
      <p:ext uri="{BB962C8B-B14F-4D97-AF65-F5344CB8AC3E}">
        <p14:creationId xmlns:p14="http://schemas.microsoft.com/office/powerpoint/2010/main" val="2059606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 dirty="0"/>
              <a:t>Určujeme gramatické kategórie prídavných mien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0308DC17-13AC-4C7C-CA3F-73D1B5AE8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k-SK" dirty="0">
                <a:solidFill>
                  <a:srgbClr val="FF0000"/>
                </a:solidFill>
              </a:rPr>
              <a:t>Prídavné mená preberajú gramatické kategórie podstatných mien. (majú rovnaké </a:t>
            </a:r>
            <a:r>
              <a:rPr lang="sk-SK" dirty="0" err="1">
                <a:solidFill>
                  <a:srgbClr val="FF0000"/>
                </a:solidFill>
              </a:rPr>
              <a:t>gr.kat</a:t>
            </a:r>
            <a:r>
              <a:rPr lang="sk-SK" dirty="0">
                <a:solidFill>
                  <a:srgbClr val="FF0000"/>
                </a:solidFill>
              </a:rPr>
              <a:t>) </a:t>
            </a:r>
            <a:r>
              <a:rPr lang="sk-SK" dirty="0">
                <a:solidFill>
                  <a:srgbClr val="FF0000"/>
                </a:solidFill>
                <a:hlinkClick r:id="rId3"/>
              </a:rPr>
              <a:t>https://wordwall.net/resource/54194694</a:t>
            </a:r>
            <a:endParaRPr lang="sk-SK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sk-SK" dirty="0">
              <a:solidFill>
                <a:srgbClr val="FF0000"/>
              </a:solidFill>
            </a:endParaRPr>
          </a:p>
          <a:p>
            <a:pPr marL="457200" indent="-457200">
              <a:buAutoNum type="alphaLcParenR"/>
            </a:pPr>
            <a:r>
              <a:rPr lang="sk-SK" dirty="0"/>
              <a:t>O veselom dievčati – </a:t>
            </a:r>
          </a:p>
          <a:p>
            <a:pPr marL="457200" indent="-457200">
              <a:buAutoNum type="alphaLcParenR"/>
            </a:pPr>
            <a:r>
              <a:rPr lang="sk-SK" dirty="0"/>
              <a:t>Mnohé roky –</a:t>
            </a:r>
          </a:p>
          <a:p>
            <a:pPr marL="457200" indent="-457200">
              <a:buAutoNum type="alphaLcParenR"/>
            </a:pPr>
            <a:r>
              <a:rPr lang="sk-SK" dirty="0"/>
              <a:t>S láskavým dedkom – </a:t>
            </a:r>
          </a:p>
          <a:p>
            <a:pPr marL="457200" indent="-457200">
              <a:buAutoNum type="alphaLcParenR"/>
            </a:pPr>
            <a:r>
              <a:rPr lang="sk-SK" dirty="0"/>
              <a:t>Úzku cestu –</a:t>
            </a:r>
          </a:p>
          <a:p>
            <a:pPr marL="457200" indent="-457200">
              <a:buAutoNum type="alphaLcParenR"/>
            </a:pPr>
            <a:r>
              <a:rPr lang="sk-SK" dirty="0"/>
              <a:t>Z láskavými učiteľkami –</a:t>
            </a:r>
          </a:p>
          <a:p>
            <a:pPr marL="457200" indent="-457200">
              <a:buAutoNum type="alphaLcParenR"/>
            </a:pPr>
            <a:r>
              <a:rPr lang="sk-SK" dirty="0"/>
              <a:t>Múdrym deťom - </a:t>
            </a:r>
          </a:p>
          <a:p>
            <a:pPr marL="457200" indent="-457200">
              <a:buAutoNum type="alphaLcParenR"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9658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FC144-4DD7-C89D-C292-045880365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EF80F3-3B7D-2CF7-682B-408069B0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 dirty="0"/>
              <a:t>Vzory prídavných mien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4A1B425A-05D4-4A81-2115-2D8B6C9E2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>
                <a:solidFill>
                  <a:srgbClr val="FF0000"/>
                </a:solidFill>
              </a:rPr>
              <a:t>Prídavné mená preberajú gramatické kategórie podstatných mien. (majú rovnaké </a:t>
            </a:r>
            <a:r>
              <a:rPr lang="sk-SK" dirty="0" err="1">
                <a:solidFill>
                  <a:srgbClr val="FF0000"/>
                </a:solidFill>
              </a:rPr>
              <a:t>gr.kat</a:t>
            </a:r>
            <a:r>
              <a:rPr lang="sk-SK" dirty="0">
                <a:solidFill>
                  <a:srgbClr val="FF0000"/>
                </a:solidFill>
              </a:rPr>
              <a:t>)</a:t>
            </a:r>
          </a:p>
          <a:p>
            <a:pPr marL="457200" indent="-457200">
              <a:buAutoNum type="alphaLcParenR"/>
            </a:pPr>
            <a:r>
              <a:rPr lang="sk-SK" dirty="0"/>
              <a:t>O veselom dievčati – </a:t>
            </a:r>
          </a:p>
          <a:p>
            <a:pPr marL="457200" indent="-457200">
              <a:buAutoNum type="alphaLcParenR"/>
            </a:pPr>
            <a:r>
              <a:rPr lang="sk-SK" dirty="0"/>
              <a:t>Mnohé roky –</a:t>
            </a:r>
          </a:p>
          <a:p>
            <a:pPr marL="457200" indent="-457200">
              <a:buAutoNum type="alphaLcParenR"/>
            </a:pPr>
            <a:r>
              <a:rPr lang="sk-SK" dirty="0"/>
              <a:t>S láskavým dedkom – </a:t>
            </a:r>
          </a:p>
          <a:p>
            <a:pPr marL="457200" indent="-457200">
              <a:buAutoNum type="alphaLcParenR"/>
            </a:pPr>
            <a:r>
              <a:rPr lang="sk-SK" dirty="0"/>
              <a:t>Úzku cestu –</a:t>
            </a:r>
          </a:p>
          <a:p>
            <a:pPr marL="457200" indent="-457200">
              <a:buAutoNum type="alphaLcParenR"/>
            </a:pPr>
            <a:r>
              <a:rPr lang="sk-SK" dirty="0"/>
              <a:t>Z láskavými učiteľkami –</a:t>
            </a:r>
          </a:p>
          <a:p>
            <a:pPr marL="457200" indent="-457200">
              <a:buAutoNum type="alphaLcParenR"/>
            </a:pPr>
            <a:r>
              <a:rPr lang="sk-SK" dirty="0"/>
              <a:t>Múdrym deťom - </a:t>
            </a:r>
          </a:p>
          <a:p>
            <a:pPr marL="457200" indent="-457200">
              <a:buAutoNum type="alphaLcParenR"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484002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925B0D9B-327D-F115-6279-22F0DC807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sk-SK" sz="4400" dirty="0">
                <a:solidFill>
                  <a:srgbClr val="FF0000"/>
                </a:solidFill>
              </a:rPr>
              <a:t>VZORY PRÍDAVNÝCH MIEN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B2F2A77C-372E-B77C-B4B5-98EC30127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sk-SK" sz="4400" b="1" dirty="0">
                <a:solidFill>
                  <a:srgbClr val="FF0000"/>
                </a:solidFill>
              </a:rPr>
              <a:t>PEKNÝ</a:t>
            </a:r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D0B5D6E8-4D29-DE7A-4083-D122E5B346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sk-SK" sz="2800" dirty="0"/>
              <a:t> prídavné mená</a:t>
            </a:r>
          </a:p>
          <a:p>
            <a:r>
              <a:rPr lang="sk-SK" sz="2800" dirty="0"/>
              <a:t>N </a:t>
            </a:r>
            <a:r>
              <a:rPr lang="sk-SK" sz="2800" dirty="0" err="1"/>
              <a:t>sg</a:t>
            </a:r>
            <a:r>
              <a:rPr lang="sk-SK" sz="2800" dirty="0"/>
              <a:t>. MR zakončené na y/ý, pred ktorým sa nachádza TVRDÁ alebo OBOJAKÁ spoluhláska</a:t>
            </a:r>
          </a:p>
          <a:p>
            <a:r>
              <a:rPr lang="sk-SK" dirty="0"/>
              <a:t>N </a:t>
            </a:r>
            <a:r>
              <a:rPr lang="sk-SK" dirty="0" err="1"/>
              <a:t>pl</a:t>
            </a:r>
            <a:r>
              <a:rPr lang="sk-SK" dirty="0"/>
              <a:t> píšeme vždy i/í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4268C8DE-6256-BBBB-C065-99E6CEB94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sk-SK" sz="4400" b="1" dirty="0">
                <a:solidFill>
                  <a:srgbClr val="FF0000"/>
                </a:solidFill>
              </a:rPr>
              <a:t>CUDZÍ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E69DF4B-B550-73C7-8F2D-9F2BF92B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BFB33C0-3605-42B8-A1F1-3A1BB58F9C12}" type="datetime1">
              <a:rPr lang="sk-SK" smtClean="0"/>
              <a:t>16. 2. 2025</a:t>
            </a:fld>
            <a:endParaRPr lang="sk-SK" dirty="0"/>
          </a:p>
        </p:txBody>
      </p:sp>
      <p:sp>
        <p:nvSpPr>
          <p:cNvPr id="9" name="Zástupný objekt pre obsah 8">
            <a:extLst>
              <a:ext uri="{FF2B5EF4-FFF2-40B4-BE49-F238E27FC236}">
                <a16:creationId xmlns:a16="http://schemas.microsoft.com/office/drawing/2014/main" id="{A92924DA-2828-83C0-060F-F9D3FCB54A3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sk-SK" sz="2400" dirty="0"/>
              <a:t> prídavné mená</a:t>
            </a:r>
          </a:p>
          <a:p>
            <a:r>
              <a:rPr lang="sk-SK" sz="2400" dirty="0"/>
              <a:t>N </a:t>
            </a:r>
            <a:r>
              <a:rPr lang="sk-SK" sz="2400" dirty="0" err="1"/>
              <a:t>sg</a:t>
            </a:r>
            <a:r>
              <a:rPr lang="sk-SK" sz="2400" dirty="0"/>
              <a:t>. MR zakončené na i/</a:t>
            </a:r>
            <a:r>
              <a:rPr lang="sk-SK" dirty="0"/>
              <a:t>í</a:t>
            </a:r>
            <a:r>
              <a:rPr lang="sk-SK" sz="2400" dirty="0"/>
              <a:t>, pred ktorým sa nachádza MÄKKÁ spoluhláska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0571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A9F56614-7BA8-B66C-5620-6316A8AD1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932" y="274638"/>
            <a:ext cx="8892480" cy="778098"/>
          </a:xfrm>
        </p:spPr>
        <p:txBody>
          <a:bodyPr/>
          <a:lstStyle/>
          <a:p>
            <a:r>
              <a:rPr lang="sk-SK" dirty="0"/>
              <a:t>URČUJEME VZORY PRÍDAVNÝCH MIEN</a:t>
            </a:r>
          </a:p>
        </p:txBody>
      </p:sp>
      <p:sp>
        <p:nvSpPr>
          <p:cNvPr id="9" name="Zástupný objekt pre obsah 8">
            <a:extLst>
              <a:ext uri="{FF2B5EF4-FFF2-40B4-BE49-F238E27FC236}">
                <a16:creationId xmlns:a16="http://schemas.microsoft.com/office/drawing/2014/main" id="{C5325EE7-5A26-3544-729A-037B7F504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064" y="1799904"/>
            <a:ext cx="10332642" cy="4615408"/>
          </a:xfrm>
        </p:spPr>
        <p:txBody>
          <a:bodyPr>
            <a:noAutofit/>
          </a:bodyPr>
          <a:lstStyle/>
          <a:p>
            <a:r>
              <a:rPr lang="sk-SK" sz="2000" dirty="0"/>
              <a:t>s najmilšou kamarátkou – </a:t>
            </a:r>
          </a:p>
          <a:p>
            <a:r>
              <a:rPr lang="sk-SK" sz="2000" dirty="0"/>
              <a:t>vo futbalových kopačkách –</a:t>
            </a:r>
          </a:p>
          <a:p>
            <a:r>
              <a:rPr lang="sk-SK" sz="2000" dirty="0"/>
              <a:t> pri malom tuleňovi – </a:t>
            </a:r>
          </a:p>
          <a:p>
            <a:r>
              <a:rPr lang="sk-SK" sz="2000" dirty="0"/>
              <a:t>s príjemným pohľadom –</a:t>
            </a:r>
          </a:p>
          <a:p>
            <a:r>
              <a:rPr lang="sk-SK" sz="2000" dirty="0"/>
              <a:t> záhradní trpaslíci – </a:t>
            </a:r>
          </a:p>
          <a:p>
            <a:r>
              <a:rPr lang="sk-SK" sz="2000" dirty="0"/>
              <a:t>na starých </a:t>
            </a:r>
            <a:r>
              <a:rPr lang="sk-SK" sz="2000" dirty="0" err="1"/>
              <a:t>obrazech</a:t>
            </a:r>
            <a:r>
              <a:rPr lang="sk-SK" sz="2000" dirty="0"/>
              <a:t> – </a:t>
            </a:r>
          </a:p>
          <a:p>
            <a:r>
              <a:rPr lang="sk-SK" sz="2000" dirty="0"/>
              <a:t>zo starších kníh – </a:t>
            </a:r>
          </a:p>
          <a:p>
            <a:r>
              <a:rPr lang="sk-SK" sz="2000" dirty="0"/>
              <a:t>od mladých dievčat –</a:t>
            </a:r>
          </a:p>
          <a:p>
            <a:r>
              <a:rPr lang="sk-SK" sz="2000" dirty="0"/>
              <a:t> na starom aute –</a:t>
            </a:r>
          </a:p>
        </p:txBody>
      </p:sp>
      <p:sp>
        <p:nvSpPr>
          <p:cNvPr id="6" name="Zástupný objekt pre dátum 5">
            <a:extLst>
              <a:ext uri="{FF2B5EF4-FFF2-40B4-BE49-F238E27FC236}">
                <a16:creationId xmlns:a16="http://schemas.microsoft.com/office/drawing/2014/main" id="{5A79F69D-9918-FDA5-2F73-4B995186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2BE855B-A590-4B1D-8D7A-B7580F1A81FA}" type="datetime1">
              <a:rPr lang="sk-SK" smtClean="0"/>
              <a:t>16. 2. 2025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31693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abuľa 16: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29490_TF02804846_TF02804846" id="{546E4A6D-C2E1-4394-AB5E-362C1A2E574A}" vid="{60A27FB8-6423-4E71-894D-6912FB20A5FB}"/>
    </a:ext>
  </a:extLst>
</a:theme>
</file>

<file path=ppt/theme/theme2.xml><?xml version="1.0" encoding="utf-8"?>
<a:theme xmlns:a="http://schemas.openxmlformats.org/drawingml/2006/main" name="Motív balíka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ív balíka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Vzdelávacia prezentácia s kriedovou tabuľou (širokouhlá)</Template>
  <TotalTime>161</TotalTime>
  <Words>292</Words>
  <Application>Microsoft Office PowerPoint</Application>
  <PresentationFormat>Vlastná</PresentationFormat>
  <Paragraphs>60</Paragraphs>
  <Slides>7</Slides>
  <Notes>5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3" baseType="lpstr">
      <vt:lpstr>Arial</vt:lpstr>
      <vt:lpstr>Bradley Hand ITC</vt:lpstr>
      <vt:lpstr>Consolas</vt:lpstr>
      <vt:lpstr>Corbel</vt:lpstr>
      <vt:lpstr>Times New Roman</vt:lpstr>
      <vt:lpstr>Tabuľa 16:9</vt:lpstr>
      <vt:lpstr>Prídavné mená</vt:lpstr>
      <vt:lpstr>Prídavné mená</vt:lpstr>
      <vt:lpstr>Prídavné mená</vt:lpstr>
      <vt:lpstr>Určujeme gramatické kategórie prídavných mien</vt:lpstr>
      <vt:lpstr>Vzory prídavných mien</vt:lpstr>
      <vt:lpstr>VZORY PRÍDAVNÝCH MIEN</vt:lpstr>
      <vt:lpstr>URČUJEME VZORY PRÍDAVNÝCH MIEN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Nikoleta Baánová</dc:creator>
  <cp:lastModifiedBy>Nikoleta Baánová</cp:lastModifiedBy>
  <cp:revision>1</cp:revision>
  <dcterms:created xsi:type="dcterms:W3CDTF">2025-02-16T18:01:21Z</dcterms:created>
  <dcterms:modified xsi:type="dcterms:W3CDTF">2025-02-16T20:42:31Z</dcterms:modified>
</cp:coreProperties>
</file>