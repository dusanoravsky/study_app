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257" r:id="rId2"/>
    <p:sldId id="271" r:id="rId3"/>
    <p:sldId id="263" r:id="rId4"/>
    <p:sldId id="279" r:id="rId5"/>
    <p:sldId id="281" r:id="rId6"/>
    <p:sldId id="272" r:id="rId7"/>
    <p:sldId id="288" r:id="rId8"/>
    <p:sldId id="286" r:id="rId9"/>
    <p:sldId id="282" r:id="rId10"/>
    <p:sldId id="273" r:id="rId11"/>
    <p:sldId id="283" r:id="rId12"/>
    <p:sldId id="274" r:id="rId13"/>
    <p:sldId id="289" r:id="rId14"/>
    <p:sldId id="291" r:id="rId15"/>
    <p:sldId id="294" r:id="rId16"/>
    <p:sldId id="292" r:id="rId17"/>
    <p:sldId id="278" r:id="rId18"/>
    <p:sldId id="276" r:id="rId19"/>
    <p:sldId id="277" r:id="rId20"/>
  </p:sldIdLst>
  <p:sldSz cx="12192000" cy="6858000"/>
  <p:notesSz cx="6858000" cy="9144000"/>
  <p:defaultTextStyle>
    <a:defPPr rtl="0">
      <a:defRPr lang="sk-S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5AB1C69-6EDB-4FF4-983F-18BD219EF32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FD4443E-F989-4FC4-A0C8-D5A2AF1F390B}" styleName="Tmavý štýl 1 - zvýraznenie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Tmavý štýl 1 - zvýrazneni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5" autoAdjust="0"/>
    <p:restoredTop sz="94660"/>
  </p:normalViewPr>
  <p:slideViewPr>
    <p:cSldViewPr snapToGrid="0">
      <p:cViewPr varScale="1">
        <p:scale>
          <a:sx n="85" d="100"/>
          <a:sy n="85" d="100"/>
        </p:scale>
        <p:origin x="590" y="62"/>
      </p:cViewPr>
      <p:guideLst>
        <p:guide orient="horz" pos="2160"/>
        <p:guide pos="3840"/>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objekt hlavičky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pPr rtl="0"/>
            <a:endParaRPr/>
          </a:p>
        </p:txBody>
      </p:sp>
      <p:sp>
        <p:nvSpPr>
          <p:cNvPr id="3" name="Zástupný dátum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l" rtl="0">
              <a:defRPr sz="1200"/>
            </a:lvl1pPr>
          </a:lstStyle>
          <a:p>
            <a:pPr rtl="0"/>
            <a:r>
              <a:rPr lang="en-US"/>
              <a:t>24.8.2016</a:t>
            </a:r>
            <a:endParaRPr/>
          </a:p>
        </p:txBody>
      </p:sp>
      <p:sp>
        <p:nvSpPr>
          <p:cNvPr id="4" name="Zástupná pät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rtl="0">
              <a:defRPr sz="1200"/>
            </a:lvl1pPr>
          </a:lstStyle>
          <a:p>
            <a:pPr rtl="0"/>
            <a:endParaRPr/>
          </a:p>
        </p:txBody>
      </p:sp>
      <p:sp>
        <p:nvSpPr>
          <p:cNvPr id="5" name="Zástupný objekt čísla snímky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l" rtl="0">
              <a:defRPr sz="1200"/>
            </a:lvl1pPr>
          </a:lstStyle>
          <a:p>
            <a:pPr rtl="0"/>
            <a:fld id="{57E03411-58E2-43FD-AE1D-AD77DFF8CB20}" type="slidenum">
              <a:rPr/>
              <a:pPr rtl="0"/>
              <a:t>‹#›</a:t>
            </a:fld>
            <a:endParaRPr/>
          </a:p>
        </p:txBody>
      </p:sp>
    </p:spTree>
    <p:extLst>
      <p:ext uri="{BB962C8B-B14F-4D97-AF65-F5344CB8AC3E}">
        <p14:creationId xmlns:p14="http://schemas.microsoft.com/office/powerpoint/2010/main" val="18819107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5-01-20T16:24:11.203"/>
    </inkml:context>
    <inkml:brush xml:id="br0">
      <inkml:brushProperty name="width" value="0.05292" units="cm"/>
      <inkml:brushProperty name="height" value="0.05292" units="cm"/>
      <inkml:brushProperty name="color" value="#FF0000"/>
    </inkml:brush>
  </inkml:definitions>
  <inkml:trace contextRef="#ctx0" brushRef="#br0">20796 2575 0,'18'0'125,"123"0"-109,-35-17-16,0 17 15,17 0-15,177-36 16,-106 36 0,-18 0-1,1 36 1,-54-1 15,-52-35-31,35 0 16,-18 0-1,-71 0 1,-52 53 78</inkml:trace>
  <inkml:trace contextRef="#ctx0" brushRef="#br0" timeOffset="39813.66">12030 5115 0,'-18'18'32,"-105"176"-1,70 0-16,194-353 32,-35 0-31,-71 107-16,0-19 16,-211 371 46,88 35-31,105-335-15,424-370 15,-353 246-15,-88 89-1,-17 158 17,-160 248-17,177-336 1,159-141 15,88-53-15,-141 36-16,35-18 15,-123 88 1,-36 141 15,-158 335-15,140-281 0,107-142 30,282-265-30,-300 194 0,17-140-1,-105 299 17,-53 177-17,52-19 1,1-175-1,88-36 1,53-105 0,0-18-16,70-124 15,-70 0 1,-71 177 15,-105 229 0,-19 53-15,54-88 0,123-248 15,71-87-15,-71 70-16,-17 0 15,-18 1-15,17 16 16,-52 72-1,-18 105 1,-106 141 0,71-70-1,-18-53-15,35-36 32,142-193-1,35-36-16,-71 53-15,-35 0 16,88-52 0,-159 211 15,-70 123-15,-18 53-1,71-211 1,88-18 15,88-141 0,-71 0-15,1 35 0,-212 388 30,70-88-14,177-282 15,-71 35-32,18-106 1,0 159-1,-176 194 17,35 18-1,35-124-31,211-264 47,-122 70-32,34-88 1,-70 159 0,0 52-1,-123 195 1,52-36 0,18-70-1</inkml:trace>
  <inkml:trace contextRef="#ctx0" brushRef="#br0" timeOffset="52038.13">2222 8008 0,'-70'106'47,"70"-53"-16,0-106 16,18-35-31,-18 52-16,0 1 15,0 17 1,-36 18 15,-52 0-15,-18 71 0,0 17-1,54-35-15,-1 0 16,-89 106-1,72-71 1,-1 35 0,71-52-1,-35 17-15,-18 53 16,18 18 0,35-53 15,-35 0-16,35 0 1,0-71-16,35 18 16,0-18-1,0 0 1,36 1 0,0-1-1,34-35 1,19 0-1,-54 0-15,54-35 16,-54 35 0,-17-36-1,0 36 17,-53-17-32,71 17 0,70-106 31,-18 71-16,-87-18 1,-1 17 0,-17 1-1,-18 17 1,0-34 0,0-37-1,0 36 1,0 18-16,0 0 15,-18-18 1,-70 18 0,17 35-1,-70 0 1,106 17-16,-18-17 16,-18 36-1,71-1 79</inkml:trace>
  <inkml:trace contextRef="#ctx0" brushRef="#br0" timeOffset="53008.11">3052 9472 0,'123'-176'63,"18"-71"-48,-70 141-15,-36 18 16,0 17-16,0-17 15,-35 70 1,0 54 78,0-1-79,0 0-15,0 53 16,18 18 0,-18-18-1,0 18 1,0-53 0,0-35-1,-35-18 32,35-36 0,17 19-16,89-54 0,-53 18-15,53-17 0,-53 70-16</inkml:trace>
  <inkml:trace contextRef="#ctx0" brushRef="#br0" timeOffset="53924.59">4039 8819 0,'0'0'31,"0"-35"-15,-17 35 15,-1 0-15,-88 35 15,-17 142 0,70-36-15,53 18-1,0-124 1,53-35 0,17-88-1,1-89 1,-36 107-16,18-54 15,-53 36 1,35 53 0,-35 17-1,0 71 32,-17 229-16,17 212-15,-53-53 0,53 0-1,-36 18 1,-16-283-16,52-35 16,-36 89-1,-17-160-15,53 1 16,-53-1-1,1-70 1,-37-17 0,36-36-1,18-71 17,35 1-17,0-36 1,0 36-16,35-36 15,177-370 1,35 105 0,35-17-1,18 36 1,-35-1 0,-195 282-1,-52 107 1,-18-18-16,0 70 62,0 18-46</inkml:trace>
  <inkml:trace contextRef="#ctx0" brushRef="#br0" timeOffset="54907.01">1817 10160 0,'88'0'63,"476"0"-48,-17 0 16,53 0-15,-353 0-16,0 0 16,194 0-1,-265 0-15,1 0 16,175 0 0,-281 0-16,-53 0 15,-89 0 63,0 0-78</inkml:trace>
  <inkml:trace contextRef="#ctx0" brushRef="#br0" timeOffset="55540.38">1570 10813 0,'0'-18'31,"35"-17"-15,106-1-1,159 36 1,194 0-1,88 0 1,-282 0-16,-18 0 16,459 0-1,-371 0 1,-70 0 0,-106-35-1</inkml:trace>
  <inkml:trace contextRef="#ctx0" brushRef="#br0" timeOffset="58989.91">6050 9490 0,'53'-36'47,"53"1"-31,-53 35-16,17-35 16,19 35-16,105-35 15,-18-1 16,0-17-15,54-35 0,-142 88-1,176-123 1,-87 70 0,-54 0-1,-52 53-15,88-53 16,17 0-1,18-17 1,-35 17 0,88-53-1,-124 70 1,1 1 0,-1 0-1,18 0 1,-70 35-1,35-36 1,17-34 0,18 35-1,-17-1 1,87-17 0,-70 18-1,1-35 1,-37 52-1,1-17 1,35-1 0,-35 1-1,0 0 1,-35-1 0,-1 36-16,159-70 15,-193 70 1,175-71 15,-158 71-31,0-35 16,35 35-1,-35-35-15,36 35 16,-1-35 0,0 35-1,0-36 1,-17 36-16,52-35 15,-35 35 1,53-35 0,36-1-1,-89 36-15,18 0 16,-18-35-16,106 35 16,-18-35-1,36 35 16,-18-53-15,71 18 0,-142 35-1,1 0 1,17-36 0,-35 36-1,35 0 1,-53 0-1,-53-35 1,-17 35 0,-53 0 77,-1 0-77,-17 0-16</inkml:trace>
  <inkml:trace contextRef="#ctx0" brushRef="#br0" timeOffset="59711.83">14587 7214 0,'36'0'63,"34"0"-48,-17 0-15,0 0 16,106 0 0,-142 0-1,19 0 1,-36 36 93,0 16-93,-18 19 0,-70 35-1,35-36-15,0 1 16,-53 70-1,71-106 1</inkml:trace>
  <inkml:trace contextRef="#ctx0" brushRef="#br0" timeOffset="62273.24">22878 1693 0,'35'-35'47,"88"-36"-32,-70 36 1,0 0 0,-35-36 15,88-17-16,-71 35 1,-35 0 0,18 53-16,-18-35 15,0 17 1,0-17 0,-18 18-1,-35 17 1,0 0-1,0 0 1,0 17 0,36 1-1,-19 17 1,36-17 0,-35 35-16,35 0 15,-35-1 16,17 1-15,18-17-16,0-19 16,-35 89-1,35-53 1,0-35 0,0 88-1,18-18 1,-18-71-1,88 54 1,-18-18 0,1-53-1,-18 0-15,35 0 16,18-18 15,-53-17-15,-18 35-1,0 0-15,1 0 32,-19 0-17,-17-35 1</inkml:trace>
  <inkml:trace contextRef="#ctx0" brushRef="#br0" timeOffset="63144.5">23125 547 0,'-36'17'31,"-17"19"-15,53-19-16,-88 89 31,53-18-15,35-35-16,-53-17 15,0 122 1,18-105 0,0 106-1,-1-71 1,1 18 15,35-71-31,0 36 16,0 105-1,0-52 1,0-18 0,0-54-16,0-16 15,0 70 1,18-54-1,-1-52 1,-17 36-16,36-36 16,-1 0-1</inkml:trace>
  <inkml:trace contextRef="#ctx0" brushRef="#br0" timeOffset="63891.14">24271 317 0,'35'18'32,"-35"35"-17,53 35 1,18 71-1,-18 35 1,-53-35 0,0-18-1,0 71 1,0-107-16,-36 72 16,-16 17-1,16-53 16,-158 229 1,159-299-32,-71 52 15,18 18 1,17-52 0,36-36-1,35-1 48,0-16-48</inkml:trace>
  <inkml:trace contextRef="#ctx0" brushRef="#br0" timeOffset="92707.32">11853 11942 0,'0'-18'62,"141"-88"-15,53 0-31,0-53 15,-141 159-15,0-52-1,0 16 1,0 36-16,18-53 16,52 18-1,-17 0 1,-18 0-1,18-1 1,-18 1 0,-35 0-16,0 35 15,0-18 1,35-35 0,36 0-1,-71 53-15,-1-53 16,107 18-1,-53 0 1,-18 35 0,-35-36-1,0 36-15,159-88 16,-106 53 15,-18 0-15,0 35-1,35-18 1,-17-17 0,-88 35-1,17 0 1,-70 0 265,0 0-281</inkml:trace>
  <inkml:trace contextRef="#ctx0" brushRef="#br0" timeOffset="93183.48">14623 10619 0,'53'0'63,"176"0"-48,-70 0 1,-89 0-1,-35 0 1,-35 17 31,-141 142-16,53-53-15,0-36-1,88-34 1,-35-36 62</inkml:trace>
  <inkml:trace contextRef="#ctx0" brushRef="#br0" timeOffset="94108.22">11730 11518 0,'0'35'47,"0"71"-31,-18 35-1,-17-17 1,35-106-16,0 17 16,18-35-1,52 17 1,71-17-1,-53-17 1,54 17-16,263-106 31,-352 106-15,-35 0 0,-36 18 30,-35 17-30</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5-01-20T16:25:57.060"/>
    </inkml:context>
    <inkml:brush xml:id="br0">
      <inkml:brushProperty name="width" value="0.05292" units="cm"/>
      <inkml:brushProperty name="height" value="0.05292" units="cm"/>
      <inkml:brushProperty name="color" value="#FF0000"/>
    </inkml:brush>
  </inkml:definitions>
  <inkml:trace contextRef="#ctx0" brushRef="#br0">11642 5345 0,'0'17'16,"70"-70"31,212-194-16,-423 600 16,35-88-32,71-142 1,53-123 0,141-141-1,35-71 1,-18-35-1,-141 195 1,-105 157 15,-1 107 1,36-141-32,35-36 31,141-70-16,71-124 1,88-70 0,-177 105-16,-35 71 15,-70 53 1,-53 53 0,-71 176-1,70 1 1,1-213-1,229-140 17,-35-36-1,-106 71-31,-18 35 16,-35 35-1,0 36 1,-35 158-1,-53 18 1,88-123 0,70-106 15,54-71-15,-54 53-16,1-18 15,70-70 1,-106 141-1,-52 53 1,-54 141 0,36-35-1,-1-88 1,54-71 15,106-71-15,-72 18-16,1 0 15,0 0-15,0-17 16,35-19-16,18 37 16,-159 157 15,-70 125-15,70-124-16,53-36 15,-35 1 1,52-71-1,160-159 1,-107 106-16,71-106 16,-105 124-1,-54 105 32,-70 89-31,70-106-16,18-35 15,-35 52 1</inkml:trace>
  <inkml:trace contextRef="#ctx0" brushRef="#br0" timeOffset="1566.31">2152 7673 0,'53'-18'47,"-53"-52"-32,35 52 1,-35-35 0,0 18-1,-35 35 1,-18 0-1,-18 18 1,18 52 0,-52 36-1,52-18 1,-18 0 15,18-35-31,18 35 31,35-52-15,0 52 0,0-70-1,0 17 1,35-35-16,18 35 16,53-35-1,-18 0 1,18-35-1,-18 0 1,36-54 0,-71 36-1,-53 18 1,35-18 15,-53 18-31,-17 35 31,-36 0-15,18 0 0,18 0-1,0 0 1</inkml:trace>
  <inkml:trace contextRef="#ctx0" brushRef="#br0" timeOffset="2941.22">2769 8237 0,'18'-17'47,"105"-107"-32,-17 18-15,-35 36 16,88-89 0,-124 124-1,-35 0 1,0 70 15,0 35-15,0 54-1,0-18 1,0-53-16,0-36 16,0 19-1,-18-36 1,1 0 15,-19-18 0,72-53-15,34 1 0,54-18-1,-19 52-15,-16-17 16,52 0 0,-141 71 46,-53-18-46,0 141-1,18 0 1,35-105 0,0-19-16,53-17 31,-1-106-16,1 18 1,-53 35-16,36 36 16,-36-19-1,0 54 17,0 105-17,0 19 1,0 34-1,-18-35 1,-17-53 0,17-88-1,-17 0 1,35-17 15,-35-36-15,35 17-16,0-16 0,0 34 15,17-88 1,71 18 0,124-89-1,-89 107-15,19 17 16,-19 0-16,-35 18 16,-88 17-1</inkml:trace>
  <inkml:trace contextRef="#ctx0" brushRef="#br0" timeOffset="67863.62">15787 6473 0,'-35'-35'32,"35"0"-17,-18 35-15,-17-18 31,35-17-15,-53-18-16,-53-17 31,53 17-15,-18 0 0,-17 17-1,35 19 1,18 17-1,-18-36 1,-35 36 15,35 0-31,-18-35 16,18 35 15,1 0-15,-1 0-1,-18 0 1,18 0 0,18 35-1,-18 1 1,0-1 0,0 0-16,0 1 31,0 52-16,0-35 1,0 0 0,18 0 15,0 52-15,0-69-16,35-19 31,-18 71-16,18-17 1,0-18 0,0-35-16,-35 52 15,35-17 1,0 0 0,0 0-1,0-18-15,0 18 16,0 0-1,17-18 1,-17-17-16,18 17 16,17 18-1,-35-35-15,53 35 16,-18 17 15,18-17-15,0 0-1,36 0 1,-37-18 0,19 1-1,0-36 1,17 17 0,-35-17-1,17 0 1,-17 0-16,-18 0 15,107 0 1,-37-35 0,-34 0-1,-1-36 17,54-35-1,-71 71-31,-18 35 15,71-141 1,-106 123-16,35-17 16,1-36-1,-36 54-15,17-19 16,18-69 0,-35 16-1,0-16 1,0 69-16,0-17 15,0 18-15,0-35 16,0 17 0,0 17-1,0-17 1,0 1-16,-105-1 47</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5-01-20T16:27:42.788"/>
    </inkml:context>
    <inkml:brush xml:id="br0">
      <inkml:brushProperty name="width" value="0.05292" units="cm"/>
      <inkml:brushProperty name="height" value="0.05292" units="cm"/>
      <inkml:brushProperty name="color" value="#FF0000"/>
    </inkml:brush>
  </inkml:definitions>
  <inkml:trace contextRef="#ctx0" brushRef="#br0">20073 4798 0,'18'35'125,"-18"36"-109,35 193 15,0-176-15,-35-52-16,53-19 15,-18-17 1,124-141-1,194-335 1,-194 282 0,423-335-1,-441 441-15,-71 35 16,-34-18 0,17 71-16,-53-53 15,17 53 16,-17 35 63</inkml:trace>
  <inkml:trace contextRef="#ctx0" brushRef="#br0" timeOffset="7784.79">18433 4039 0,'0'-35'109,"-36"0"-77,36 17-17,-35 18 1,0-35-1,17 35 17,-17 0-17,17 0 17,-17 0-17,-18 17 16,18 1 1,17-18-32,18 35 31,-35 1-15,17 17-1,18-18 1,-35-18-1,35 19 1,-35-19 0,35 19-1,0-1 1,0-17 0,-18-18-16,18 35 15,0-17-15,0 70 47,0-71-47,0 19 31,-35 17 1,35-18-17,0 53 1,0-17-1,0-1 1,0-35 0,0 1-1,0-1 1,0 18 0,0-35-1,0 17 1,0-18-1,0 36 1,0 0 0,0-17-16,0-1 31,0 18-15,0-36-1,0 19 1,0-19-1,17 19 1,-17-1 0,36 18-1,-1 17 1,18-34 0,-36-19-1,36 19 1,-17-36-1,-1 17 1,0-17 0,18 0-1,-35 0 17,17 0-17,-17 0-15,17 0 16,0-35-1,-17 0 17,17-18-17,0 17 1,1 19 0,-36-19-1,17 1 1,-17 18-1,36-36 1,-36 0 15,35 0-15,-35 18 0,35 17-1,-35-17 1,0-1-1,0 19 1,0-19 0,18 1-1,-18 18 1,0-36-16,0 35 16,0-35-1,0 18 1,35-1-1,-35-52 1,0 71 0,0-19-1,0-17-15,0 1 32,0-1-17,0 0 1,0 17-1,0-34 1,-18 35 0,18-1-1,-17 1 1,17-53 0,0 70-1,0-35 1,0 36-16,-35-19 15,35 1 1,-18 35 0,18-18 15,-35 18-15,-18 0 15,17 0-16,36-35-15,0 18 0</inkml:trace>
  <inkml:trace contextRef="#ctx0" brushRef="#br0" timeOffset="21584.21">20108 7796 0,'71'0'62,"88"0"-46,-18 18-1,0 17 17,-88-35-32,17 0 0,36 0 15,-71 0-15,18 0 32,-88 0 61,0 0-93</inkml:trace>
  <inkml:trace contextRef="#ctx0" brushRef="#br0" timeOffset="22039">20214 8096 0,'106'0'78,"53"0"-62,105-17-1,1 17 1,-124 0-1,-106 0 1</inkml:trace>
  <inkml:trace contextRef="#ctx0" brushRef="#br0" timeOffset="23035.64">16122 11148 0</inkml:trace>
  <inkml:trace contextRef="#ctx0" brushRef="#br0" timeOffset="24698.27">15399 11271 0,'35'-53'47,"0"36"-32,53-54 1,-35 18-1,-17 53-15,-19 0 32,72 35-17,-19 54 1,-17-19 0,18-34-1,-1-1 1,18-35-1,-35-18 1,0-35 0,18 0-1,-18 36 17,17 87-1,-70-52-31,106 52 15,-53-34 1,17-36 0,19-53-1,16-53 1,-52 71-16,0-1 16,0 1-1,0 35 1,0 106-1,18-53-15,-18 0 16,-1-18 0,1 0 15,0-35-31,53-70 16,-18-1 15,-35 71-31,35-53 15,1 36 1,-54 17-16,0 0 31,89 158-15,-89-140 0,0 17-1,53-35 1,18-17-1,-53 17-15,88-36 16,-17 1 0,-71 35-1</inkml:trace>
  <inkml:trace contextRef="#ctx0" brushRef="#br0" timeOffset="26265.8">20673 11430 0,'106'-123'47,"70"17"-16,-158 106-15,17 0 0,0 0-1,-35 35-15,35 18 16,18 17-1,0-52 1,18 17 0,-36-35-16,18 0 15,141-88 17,-88 35-32,-36 53 31,-34 0-16,70 36 1,-89 34 0,18-52-1,-35 17-15,71-35 16,17 0 0,0-18-1,54-35 1,-54 1-1,18 16 1,-54 36-16,19 0 16,-53 0-1,35 53 1,0 0 0,-1-18-1,37 1 16,16-36-15,-16-36 0,-19-17-1,-35 18-15,-17 35 16,70-35 0,-35 35-1,-35 0 1,52 35-1,1 71 1,35-71 0,-53-17-1,17-36 1,1-17 15</inkml:trace>
  <inkml:trace contextRef="#ctx0" brushRef="#br0" timeOffset="28848.65">6191 13776 0,'-17'0'63,"34"-53"-16,-17 0-32,0 18 1,-17 35 0,-36 0-1,-18 0 1,18 17-1,0-17 1,36 53 0,-36-17-1,0-1 1,35 0 0,18 1-1,-70 52 1,34-35-1,36 0 1,-35 17 0,17 18-1,18-35 1,0 0 0,0 18-1,0-1 1,0-17-1,0-18 1,36 1 0,-19-36-1,124 35 17,-52-35-17,-72 0 16,124-18-15,-123-35 0,53 18-1,-18 18 1,-18-19 0,0-17-16,0-53 31,-35 71-16,0-18 1,-17 18 0,-19 35-1,-34 0 1,52 0 15,-35 0-15,18 0 15,17 0-15,-17 0-1</inkml:trace>
  <inkml:trace contextRef="#ctx0" brushRef="#br0" timeOffset="29550.34">6703 14605 0,'0'0'0,"0"-53"31,106-141 0,-36 53-15,-35 35-1,18 71-15,-35 0 32,17 35 15,-35 35-32,71 124 1,-71-54-1,0-34 1,0-36 0,0-17-16,-18-18 47,-17 0-32,17 0 1,18-35 31</inkml:trace>
  <inkml:trace contextRef="#ctx0" brushRef="#br0" timeOffset="30463.89">7461 14093 0,'-17'0'46,"-1"0"-30,-35 0 0,0 36-1,18 52 1,17-35 0,18-18-16,0-17 15,0 17-15,0-17 16,0 17-1,53-141 17,18 0-17,-18 89-15,-18-54 32,0 1-1,-35 246 16,-17-53-32,17 124 1,-53 0 0,17-106-16,36-17 15,-123 123 1,88-159-1,17-53 1,18 1 0,-71-36-1,54-71 17,17 0-17,0 1 1,0 17-1,35-141 1,36 53 0,70-71-1,-35 71-15,17-18 16,124-105 0,-212 193-1,-17 36 1,-18 88 62</inkml:trace>
  <inkml:trace contextRef="#ctx0" brushRef="#br0" timeOffset="34294.1">20532 12047 0,'0'106'79,"-18"71"-48,-17-142-16,17 159 1,-17-71 0,35 18-1,-35 53 1,-1-70 0,1-36-1,35 18 1,-35-18-1,35 18 1,-36-71-16,36 36 16,0-36-1,71-35 95,-36 0-95,-17 0-15,88-35 16,-53 35 0,-18 0-1,0 0 1,18 0-16,-18 0 15,89 0 1,-36 0 0,53 0-1,-53 0 17,18 0-32,-18 0 31,-17 0-16,-18 0-15,17 0 16,107 0 0,-89 0-1,0 0 1,-35 0-16,0 0 16,88 0-1,-106 0-15,36 0 16,70 0-1,-35 0 1,-53 0-16,17 0 16,124 17-1,-88-17 17,35 0-32,-17 0 31,176 0 0,-230 0-15,-17 0-1,0 0 1,-18 36 0,-17-36-1,17 0 1,-35-18 124,36-52-124,-1-54 0,71-246-1,-71 70 1,18 0 0,-18 53-1,-35 18 1,35 158-1,-35 1 1</inkml:trace>
  <inkml:trace contextRef="#ctx0" brushRef="#br0" timeOffset="36731.81">21255 14640 0,'0'-35'63,"0"-18"-32,0 18-15,-18 35-1,-70 0 1,53 0-16,17 17 16,-88 107-1,71-18 1,-18-18-1,18 18 1,52-71 15,72-70-15,-54-1 0,-17 1-16,70-71 15,0-17 16,-53 52-31,36-70 16,-36 0 0,18 71-16,-53 17 15,35 0 1,-35 88 46,-17 106-46,-19-70 0,36-18-16,-35 141 15,0 0 1,35 17 15,106-122 0,-18-160-15,53-105 0,-35 34-16,35-122 15,-35 35 1,-71 52 0,-35 107-16,35 17 15,-35 17 1,-35 36 15,-18 53-15,53 0-1,-53 18-15,53-18 0,-53 53 16,18 176 15,35-106-31,0-35 31,0-70-15,88-71 0,-17-35-1,87-71 1,1-18 0,-18 36-1,-88 53-15,-35 0 16,-53 35 93,-71 141-78,53-53-15,18 18 0,35-53-1,17-53 1,54-18 0,-1-70-1,-34 17 1,-1 18-1,0 0-15,-35 18 16,0 17-16,35-34 16,-52 140 46,17 53-46,0-106-16,0 0 15,17-35 1,1 0 0,53-88-1,-18 35-15,52-70 16,1 35 0,-53 70-1,-71 265 48,18-194-32,18-88 0,88-89 0,-71 89-31,0-18 16,-17 53 0,-18 88 15,-18 36-15,18-72-16,0-16 15,89-1 1,17-70-1,-1-53 1,-87 52-16,17 1 16,-70 35 31</inkml:trace>
  <inkml:trace contextRef="#ctx0" brushRef="#br0" timeOffset="37256.35">23230 13952 0,'-17'177'47,"17"-124"-31,0-18-1,0-17 1,53-18-16,0-36 15,105-140 1,-69 105 0,-72 36-1,-17 53 48</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5-01-20T16:28:35.063"/>
    </inkml:context>
    <inkml:brush xml:id="br0">
      <inkml:brushProperty name="width" value="0.05292" units="cm"/>
      <inkml:brushProperty name="height" value="0.05292" units="cm"/>
      <inkml:brushProperty name="color" value="#FF0000"/>
    </inkml:brush>
  </inkml:definitions>
  <inkml:trace contextRef="#ctx0" brushRef="#br0">18309 4022 0,'0'35'78,"0"35"-47,0 1-15,0-18-1,-35 0 1,35 35-1,-35-35 1,35 18 0,0-19-1,-18-34-15,18 17 16,0 54 0,-35-37-1,35 1 16,0-35-31,-36 17 16,36 1-16,0 52 31,-17 0-15,17-35 0,0 17-1,-36-34-15,36 52 16,0 35-1,-35-105-15,35 17 16,35-35 109,1 0-109,52 0-1,53 0 1,-88 0-16,88 0 16,-70 0-1,-18 0 1,-18 0-1,-35 18 64</inkml:trace>
  <inkml:trace contextRef="#ctx0" brushRef="#br0" timeOffset="3939.86">15434 11448 0,'0'-18'125,"88"-53"-109,-70 54-1,17 17-15,36-88 32,-36 88-17,18 0 17,-18 0-32,18 0 15,-18 17 1,36 89-1,-1-53 1,-17 35 0,0-88-1,-17 0 1,-19 0 0,36 0-16,-18-53 15,54-70 1,-19 70-1,-35 53 17,-17 35-1,88 36-15,-53-18-1,0-18 1,-18-35-1,53-71 1,-35-34 0,53 16-1,-35 72 1,-19 52 15,1 36 0,0-54-31,-17 18 32,87-87-17,-70 34 1,0-17 0,53 35-1,88 70 1,-36 89-1,-52-71 1,-35-88 0,-1 0-1</inkml:trace>
  <inkml:trace contextRef="#ctx0" brushRef="#br0" timeOffset="5312.89">20884 11324 0,'18'0'78,"141"-194"-46,-71 176-1,-35 71 0,53 36 0,-53-54-15,-36-35 0,89-35-1,-53 17-15,35-70 16,18 52-1,-53 1 1,-18 35 0,-17 18-1,52 88 1,1-89 0,-18 36-1,-18-53 1,89-35-1,17-71 17,-53 71-17,0 17 1,-35 18 0,0 35-1,18 36 1,-18 17-1,35-52 1,-18-54 0,1-17-1,35-18 1,-1 17 0,-52 89-1,18-17 1,-36-1 15</inkml:trace>
  <inkml:trace contextRef="#ctx0" brushRef="#br0" timeOffset="7239.92">6227 13917 0,'0'-53'63,"35"-53"-48,-35 89 1,-35-36 15,17 53-15,-53 0-1,-35 70 1,36-17 0,52-17-16,-17-1 15,-53 106 1,35-35-1,0-18 1,18 18 0,35-36-1,0-17-15,0-35 16,0 70 0,0-35-1,35 0 1,53-18 15,-17-35-15,158 0 15,-123-35-15,-53 35-16,-18-71 15,18 1 1,-53-18-1,0 52 1,-18 36 0,-70-35-1,53 35 1,-18 0-16,-18 35 16</inkml:trace>
  <inkml:trace contextRef="#ctx0" brushRef="#br0" timeOffset="7839.89">6844 14605 0,'35'-53'47,"159"-300"-16,-141 212-15,-53 53-1,35 88 1,-35 53 31,36 70-32,-36-52-15,35-1 16,-35 107 0,0-159-1,-18 17 1,1-35 15,-19 0 0,1-18-31</inkml:trace>
  <inkml:trace contextRef="#ctx0" brushRef="#br0" timeOffset="8740.34">7585 14111 0,'-53'0'32,"106"0"-32,-194 53 31,141-18-15,-89 89-1,89-1 1,0-17-1,124-106 95,-124 88-63,0 459-16,0-371-31,-35 36 16,-1 229-1,-17-247 1,18-88-1,17-88 1,-34-18 0,-37-89-1,36 1 1,18-53 0,35-53-1,53 53 1,18-53 15,-1 88-31,-17-17 16,494-565 15,-388 529-15,-71 71-1,-88 52-15,53 1 16,-36 0-1,-17 53 79,-17 17-78</inkml:trace>
  <inkml:trace contextRef="#ctx0" brushRef="#br0" timeOffset="18521.64">22049 13282 0,'17'0'62,"36"0"-46,88 0 0,141 53-1,1-18 1,-72 18-1,-158-53-15,-141 0 63,35 0-47,-229 0-1,-18 0 1,159 0-1,-18 0-15,53 0 16,36 35-16,158-35 63,0 0-48,36 0-15,17 0 16,18 0-16,140 36 15,-140 17 1,-124-53-16,-35 17 16,-105-17 31,-36 0-32,-106 0 1,-53 53-1,176-53-15,18 35 16,106-17 15,194-18 1,71 0-17,88 53 1,-71-18-1,-211-35 1,-142 0 15,-123 53-15,18-53 0,-1 0-1</inkml:trace>
  <inkml:trace contextRef="#ctx0" brushRef="#br0" timeOffset="27443.41">21043 16140 0,'88'-142'46,"18"-69"-14,35 140-1,-88 71 0,18 71-15,-1 17-1,-17-53-15,18 18 16,-54-53 0,36 0-1,36-141 1,34 0 0,-70 53-1,-18 70 1,-17 18-16,70 35 31,-17 124-15,-18-141 15,88 35 0,-88-106-31,52-106 16,19 0-1,-71 106-15,0 18 16,35 35 0,0 18-1,-17 88 1,-1 17 0,1-70-1,35-88 16,-36-54-15,-35 37 0,1 34-16,17-88 15,52 36 1,-34 34 15,17 72-15,-17 34-1,-54-35-15,19-17 16,52 53 0,-18-36-1,-34-35 1,-1 0-16,0-35 16,124-195-1,-53 124 1,-71 89-1,0 17 1,54 35 0,-54 18-16,35 70 15,-17-34 17,88-125-1,1-193-16,-72 106 1,-35 87 0,-17 19-1</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5-01-20T16:29:13.239"/>
    </inkml:context>
    <inkml:brush xml:id="br0">
      <inkml:brushProperty name="width" value="0.05292" units="cm"/>
      <inkml:brushProperty name="height" value="0.05292" units="cm"/>
      <inkml:brushProperty name="color" value="#FF0000"/>
    </inkml:brush>
  </inkml:definitions>
  <inkml:trace contextRef="#ctx0" brushRef="#br0">7408 5062 0</inkml:trace>
  <inkml:trace contextRef="#ctx0" brushRef="#br0" timeOffset="3823.63">25488 7302 0,'-17'36'156</inkml:trace>
  <inkml:trace contextRef="#ctx0" brushRef="#br0" timeOffset="4790.74">23654 9366 0,'0'-35'110</inkml:trace>
  <inkml:trace contextRef="#ctx0" brushRef="#br0" timeOffset="10879.6">29245 12524 0,'0'35'47,"-53"-35"-31,36 0-1,-71 35 1,-18-35 0,17 35-1,1-17 1,71-18 0,-19 0-16,-34 35 31,35 18-31,-1-53 15,-17 53 1,-35-18 0,53 18-16,-36 0 15,18 0 1,18 0 0,-18 18-1,0 17 1,18-35-1,0 17 1,-1-17 0,1 18-1,18-1 17,-19 1-32,36-18 31,-35-18-31,35-17 15,0 52 1,0-52-16,0 35 16,18 17-1,17 1 1,18 17 0,-36-53-1,19 18 1,-1-17-1,18 52 1,0-35 0,17-18-1,1-17 1,0 17 0,52 0 15,-17 1-16,-18 16 1,35-52 0,-34 36-1,-36-36-15,35 35 16,18-35 0,-36 18-1,-17-18-15,-35 0 16,88 0-1,-71 0-15,18 0 16,35 0 0,-17 0-1,-1 0 1,-52 0 0,17 0-16,53-36 31,-17 1-31,17 35 31,18-35-15,-36 0-1,-34-1-15,-1 19 16,0-19 0,18 19-1,35-36 1,-70 17-16,52-16 15,-17-1 1,0 35 0,0-17-1,-18-18 1,-17-18 0,17 18 15,54 0 0,-54 53-31,0-35 16,-35-35-1,18 17 1,17-36 0,0 54-1,1-53 1,-36 35-1,0-35 1,17 53 0,-17-71-1,0 88 1,0-35 0,0 0-1,-35-53 16,-18 54-15,18-19 0,17 53-1,-35-87 1,0 52 0,0 0-1,0 17 1,18 19-1,18-18-15,-89-1 32,53 1-17,35 17 1,-17 18 0,35-35-1,-18 35-15,-35-35 31,0 35-15,18 0 0,-71 0-1,36 0 1,17 0 0,0 0-1,-35 0 1,35 0-1,0 0 1,0 0 0,18 0-1,-18 0-15,18 0 16,-18 0 0,0 0-1,17 0 16,1 0-15,0 17 0,17-17-1,-17 0 1,0 0 0,-54 36-1,72-36-15,-18 35 16,-18-17-1,35-18 1,-17 0 15</inkml:trace>
  <inkml:trace contextRef="#ctx0" brushRef="#br0" timeOffset="25149.02">28434 15416 0,'-18'0'47,"1"-35"-31,-19 0-1,1 35 1,17 0-16,-35 0 16,-17 0-1,35 53 1,-54 53 0,89-54-1,-88 90 16,88-89-15,18 35 15,52-88-15,36 0 0,-70-18-16,-1-17 15,18-53 1,53-89-1,-36 54 1,-35-1 0,-35 54-16,36 34 15,-36-16-15,0-1 16,35 17 0,-35 1-1,0 70 63,-18 71-62,18-71-16,-35 18 16,0 88-1,35-88-15,-35 141 16,35-17-1,0-36 1,35-71 0,35-34-1,36-89 1,0-88 0,-18-36-1,0-17 1,-35-35-1,-17 88 1,-36 70 15,0 36-15,-36 35 31,36 35-32,-35 36 1,-36 105 0,36-70-1,35 53 1,0-71 0,0-17-16,0-1 0,18 36 15,35-71 1,0 1 15,0-54-15,52-53-1,89-52 1,-105 52 0,-19 36-1,-52 17 1,-53 18 62,-54 36-62,36 17-1,18 17 1,35 18-1,-35 1 17,35-54-32,35 0 15,18-35 1,-18-53 0,18-70-1,-17 52 1,-36 18-1,0 18 1,0 88 31,0 88-31,0-70-1,52-36 1,-34-35-16,35-18 31,106-211 0,0 88-15,-142 123 0,18 18-1,-35 71 1,0-1-16,0 1 15,0 52 1,0-87-16,0-19 31,53-70-15,0-35 0,53-71 15,-71 106-31,-17 36 15,17 17 1,-35 141 15,0 35-15,36-88 0,-19-88-16,19 0 15,34 0 1,-17-88-16,70-53 15,-52 18 1,-71 70 0,0 17-1,-18 36 1</inkml:trace>
  <inkml:trace contextRef="#ctx0" brushRef="#br0" timeOffset="25594.85">30392 14905 0,'-18'70'31,"18"19"-16,0-54 17,106-35-17,0-159 1,17 18 0,-52 35-1,-71 71 1,0 53 15</inkml:trace>
  <inkml:trace contextRef="#ctx0" brushRef="#br0" timeOffset="26221.93">31203 14534 0,'-17'53'31,"-19"106"-15,1 176 0,-36 89-1,71-248-15,-52 36 16,52-124 0</inkml:trace>
  <inkml:trace contextRef="#ctx0" brushRef="#br0" timeOffset="26693.83">31221 15804 0,'35'-35'32,"177"-247"-1,-142 158-15,-70 89-1,0 0-15,0 0 16,-35 35 31,-106 123-16,106-17-15,35 35-1,-36-70-15,36-1 16,18 71-1,35-105 1,70-19 0,-52-34-16,0-19 15,70-34 1,-141 52 0</inkml:trace>
  <inkml:trace contextRef="#ctx0" brushRef="#br0" timeOffset="30745">27182 5045 0,'0'-36'15,"-18"36"1,0-17 0,-35-18-1,18-1-15,0 36 16,-106-53 0,-177-17 15,71 17-31,88 53 15,54 0 17,-195 0-1,247 0-15,-106 17-1,106 19 1,18-1-1,0 0-15,17 1 16,-17 17 0,-1-18-1,36 0-15,-35 0 16,0 18 0,-18 53-1,35-53 1,-17 0-1,-36 53 17,71-53-17,-35 0 1,35 0 0,0-18-16,0 18 15,0 17 1,18 1-1,-18-18 1,35 0 0,18 52-1,0-52 1,18 18 0,17-18-1,-35 17 1,52 19 15,37-19 0,-72-35-15,18 1 0,-35-19-1,18 19 1,-18-36-1,35 35 1,53 0 0,-53-35-1,-35 35 1,0 1 0,0-36-1,53 0 1,-18 0-1,18-18 17,-53 18-32,0 0 31,-18 0-31,-17-35 16,70 0-1,-35 35-15,-18-18 16,71-17-1,-53-1 1,17 1 0,-52 17-1,17-34 1,-35-1-16,53 0 16,-18-18-1,1 18 1,-1 0-1,-35 18 1,35-18 0,-17-53 15,-18 53-15,35 0-1,-35-35 1,-18-18-1,18 36 1,0-36 0,0 71-16,0-1 15,-35-69 1,-35-1 0,-54-35-1,89 70-15,0 18 16,-18 0 15,-159 18-15</inkml:trace>
  <inkml:trace contextRef="#ctx0" brushRef="#br0" timeOffset="51062.11">22719 14975 0,'-35'0'47,"-1"-17"-47</inkml:trace>
  <inkml:trace contextRef="#ctx0" brushRef="#br0" timeOffset="53611.45">26000 6456 0,'-36'0'32,"19"-35"-17,-18 35 1,-18 0-1,-36-36 1,19 1 0,-1 35-1,-70-53 17,71 53-17,-124-35 1,70 35-1,1 0 1,70 0-16,0 0 16,-53 0-1,53 0 1,0 35 0,-17 0-1,-1 1 1,36-1-16,-18 18 15,-18 0 1,18-18 0,0 18-1,53-18 1,-52 36 0,16-18-1,1 17 1,0-17-1,35-18-15,0-17 16,0 70 0,0-35-1,0 53 1,0-71-16,0 18 16,0 88-1,17-35 1,19-35-1,17-18 1,17 52 15,1-52-31,-18-17 32,17 52-17,-17-53 1,-18 0-16,18 1 15,18 17 1,-36-18-16,-17-35 16,52 18-1,-34 17-15,16-35 16,90 53 0,-72-18-1,54-35 1,-89 0-1,88 0 1,-17-18 0,-18 18 15,-35-35-31,35 35 16,1-35-1,-36 17 1,0-17-1,-18 35-15,0-35 16,0 35 0,18-53-1,0 53-15,-53-36 16,18 36-16,-18-17 16,35-36-1,18 53-15,-35-53 16,17 35-1,-35-17 1,18 35-16,17-88 31,0 35-15,18-71 15,-53 107-31,0-18 16,35-36-1,-35 0 1,36 18 0,-36 1-1,0-37 1,0 36 0,0 1-1,-18-19 1,-17 18-1,35 18-15,0 0 16,-36-1 15,-17-17-15,-17 0 0,35 53-16,-18-88 31,17 53-16,-52 35 1,-88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á hlavička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pPr rtl="0"/>
            <a:endParaRPr/>
          </a:p>
        </p:txBody>
      </p:sp>
      <p:sp>
        <p:nvSpPr>
          <p:cNvPr id="3" name="Zástupný dátum 2"/>
          <p:cNvSpPr>
            <a:spLocks noGrp="1"/>
          </p:cNvSpPr>
          <p:nvPr>
            <p:ph type="dt" idx="1"/>
          </p:nvPr>
        </p:nvSpPr>
        <p:spPr>
          <a:xfrm>
            <a:off x="3884613" y="0"/>
            <a:ext cx="2971800" cy="458788"/>
          </a:xfrm>
          <a:prstGeom prst="rect">
            <a:avLst/>
          </a:prstGeom>
        </p:spPr>
        <p:txBody>
          <a:bodyPr vert="horz" lIns="91440" tIns="45720" rIns="91440" bIns="45720" rtlCol="0"/>
          <a:lstStyle>
            <a:lvl1pPr algn="l" rtl="0">
              <a:defRPr sz="1200"/>
            </a:lvl1pPr>
          </a:lstStyle>
          <a:p>
            <a:pPr rtl="0"/>
            <a:r>
              <a:rPr lang="en-US"/>
              <a:t>24.8.2016</a:t>
            </a:r>
            <a:endParaRPr/>
          </a:p>
        </p:txBody>
      </p:sp>
      <p:sp>
        <p:nvSpPr>
          <p:cNvPr id="4" name="Zástupný obrázok snímky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a:p>
        </p:txBody>
      </p:sp>
      <p:sp>
        <p:nvSpPr>
          <p:cNvPr id="5" name="Zástupný objekt poznámo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t>Kliknite sem a upravte štýl predlohy textu</a:t>
            </a:r>
          </a:p>
          <a:p>
            <a:pPr lvl="1" rtl="0"/>
            <a:r>
              <a:t>Druhá úroveň</a:t>
            </a:r>
          </a:p>
          <a:p>
            <a:pPr lvl="2" rtl="0"/>
            <a:r>
              <a:t>Tretia úroveň</a:t>
            </a:r>
          </a:p>
          <a:p>
            <a:pPr lvl="3" rtl="0"/>
            <a:r>
              <a:t>Štvrtá úroveň</a:t>
            </a:r>
          </a:p>
          <a:p>
            <a:pPr lvl="4" rtl="0"/>
            <a:r>
              <a:t>Piata úroveň</a:t>
            </a:r>
          </a:p>
        </p:txBody>
      </p:sp>
      <p:sp>
        <p:nvSpPr>
          <p:cNvPr id="6" name="Zástupný objekt päty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pPr rtl="0"/>
            <a:endParaRPr/>
          </a:p>
        </p:txBody>
      </p:sp>
      <p:sp>
        <p:nvSpPr>
          <p:cNvPr id="7" name="Zástupný objekt čísla snímky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rtl="0">
              <a:defRPr sz="1200"/>
            </a:lvl1pPr>
          </a:lstStyle>
          <a:p>
            <a:pPr rtl="0"/>
            <a:fld id="{C8DC57A8-AE18-4654-B6AF-04B3577165BE}" type="slidenum">
              <a:rPr/>
              <a:pPr rtl="0"/>
              <a:t>‹#›</a:t>
            </a:fld>
            <a:endParaRPr/>
          </a:p>
        </p:txBody>
      </p:sp>
    </p:spTree>
    <p:extLst>
      <p:ext uri="{BB962C8B-B14F-4D97-AF65-F5344CB8AC3E}">
        <p14:creationId xmlns:p14="http://schemas.microsoft.com/office/powerpoint/2010/main" val="2581397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á snímk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Nadpis 1"/>
          <p:cNvSpPr>
            <a:spLocks noGrp="1"/>
          </p:cNvSpPr>
          <p:nvPr>
            <p:ph type="ctrTitle"/>
          </p:nvPr>
        </p:nvSpPr>
        <p:spPr>
          <a:xfrm>
            <a:off x="4265611" y="1752600"/>
            <a:ext cx="6858002" cy="1828800"/>
          </a:xfrm>
        </p:spPr>
        <p:txBody>
          <a:bodyPr rtlCol="0" anchor="b">
            <a:normAutofit/>
          </a:bodyPr>
          <a:lstStyle>
            <a:lvl1pPr algn="l" rtl="0">
              <a:defRPr sz="5400"/>
            </a:lvl1pPr>
          </a:lstStyle>
          <a:p>
            <a:pPr rtl="0"/>
            <a:r>
              <a:rPr lang="sk-SK"/>
              <a:t>Kliknite sem a upravte štýl predlohy nadpisov.</a:t>
            </a:r>
            <a:endParaRPr/>
          </a:p>
        </p:txBody>
      </p:sp>
      <p:sp>
        <p:nvSpPr>
          <p:cNvPr id="3" name="Podnadpis 2"/>
          <p:cNvSpPr>
            <a:spLocks noGrp="1"/>
          </p:cNvSpPr>
          <p:nvPr>
            <p:ph type="subTitle" idx="1"/>
          </p:nvPr>
        </p:nvSpPr>
        <p:spPr>
          <a:xfrm>
            <a:off x="4265610" y="3733800"/>
            <a:ext cx="6858002" cy="914400"/>
          </a:xfrm>
        </p:spPr>
        <p:txBody>
          <a:bodyPr rtlCol="0"/>
          <a:lstStyle>
            <a:lvl1pPr marL="0" indent="0" algn="l" rtl="0">
              <a:spcBef>
                <a:spcPts val="0"/>
              </a:spcBef>
              <a:buNone/>
              <a:defRPr sz="2400"/>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sk-SK"/>
              <a:t>Kliknite sem a upravte štýl predlohy podnadpisov.</a:t>
            </a:r>
            <a:endParaRPr/>
          </a:p>
        </p:txBody>
      </p:sp>
    </p:spTree>
    <p:extLst>
      <p:ext uri="{BB962C8B-B14F-4D97-AF65-F5344CB8AC3E}">
        <p14:creationId xmlns:p14="http://schemas.microsoft.com/office/powerpoint/2010/main" val="2981203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p:cNvSpPr>
            <a:spLocks noGrp="1"/>
          </p:cNvSpPr>
          <p:nvPr>
            <p:ph type="title"/>
          </p:nvPr>
        </p:nvSpPr>
        <p:spPr/>
        <p:txBody>
          <a:bodyPr rtlCol="0"/>
          <a:lstStyle/>
          <a:p>
            <a:pPr rtl="0"/>
            <a:r>
              <a:rPr lang="sk-SK"/>
              <a:t>Kliknite sem a upravte štýl predlohy nadpisov.</a:t>
            </a:r>
            <a:endParaRPr/>
          </a:p>
        </p:txBody>
      </p:sp>
      <p:sp>
        <p:nvSpPr>
          <p:cNvPr id="3" name="Zástupný obsah 2"/>
          <p:cNvSpPr>
            <a:spLocks noGrp="1"/>
          </p:cNvSpPr>
          <p:nvPr>
            <p:ph idx="1"/>
          </p:nvPr>
        </p:nvSpPr>
        <p:spPr/>
        <p:txBody>
          <a:bodyPr rtlCol="0"/>
          <a:lstStyle/>
          <a:p>
            <a:pPr lvl="0" rtl="0"/>
            <a:r>
              <a:rPr lang="sk-SK"/>
              <a:t>Kliknite sem a upravte štýly predlohy textu.</a:t>
            </a:r>
          </a:p>
          <a:p>
            <a:pPr lvl="1" rtl="0"/>
            <a:r>
              <a:rPr lang="sk-SK"/>
              <a:t>Druhá úroveň</a:t>
            </a:r>
          </a:p>
          <a:p>
            <a:pPr lvl="2" rtl="0"/>
            <a:r>
              <a:rPr lang="sk-SK"/>
              <a:t>Tretia úroveň</a:t>
            </a:r>
          </a:p>
          <a:p>
            <a:pPr lvl="3" rtl="0"/>
            <a:r>
              <a:rPr lang="sk-SK"/>
              <a:t>Štvrtá úroveň</a:t>
            </a:r>
          </a:p>
          <a:p>
            <a:pPr lvl="4" rtl="0"/>
            <a:r>
              <a:rPr lang="sk-SK"/>
              <a:t>Piata úroveň</a:t>
            </a:r>
            <a:endParaRPr/>
          </a:p>
        </p:txBody>
      </p:sp>
      <p:sp>
        <p:nvSpPr>
          <p:cNvPr id="6" name="Zástupný symbol čísla snímky 5"/>
          <p:cNvSpPr>
            <a:spLocks noGrp="1"/>
          </p:cNvSpPr>
          <p:nvPr>
            <p:ph type="sldNum" sz="quarter" idx="12"/>
          </p:nvPr>
        </p:nvSpPr>
        <p:spPr/>
        <p:txBody>
          <a:bodyPr rtlCol="0"/>
          <a:lstStyle/>
          <a:p>
            <a:pPr rtl="0"/>
            <a:fld id="{022B156B-59AE-415F-B24B-8756D48BB977}" type="slidenum">
              <a:rPr/>
              <a:pPr rtl="0"/>
              <a:t>‹#›</a:t>
            </a:fld>
            <a:endParaRPr dirty="0"/>
          </a:p>
        </p:txBody>
      </p:sp>
      <p:sp>
        <p:nvSpPr>
          <p:cNvPr id="5" name="Zástupná päta 4"/>
          <p:cNvSpPr>
            <a:spLocks noGrp="1"/>
          </p:cNvSpPr>
          <p:nvPr>
            <p:ph type="ftr" sz="quarter" idx="11"/>
          </p:nvPr>
        </p:nvSpPr>
        <p:spPr/>
        <p:txBody>
          <a:bodyPr rtlCol="0"/>
          <a:lstStyle/>
          <a:p>
            <a:pPr rtl="0"/>
            <a:endParaRPr/>
          </a:p>
        </p:txBody>
      </p:sp>
      <p:sp>
        <p:nvSpPr>
          <p:cNvPr id="4" name="Zástupný dátum 3"/>
          <p:cNvSpPr>
            <a:spLocks noGrp="1"/>
          </p:cNvSpPr>
          <p:nvPr>
            <p:ph type="dt" sz="half" idx="10"/>
          </p:nvPr>
        </p:nvSpPr>
        <p:spPr/>
        <p:txBody>
          <a:bodyPr rtlCol="0"/>
          <a:lstStyle/>
          <a:p>
            <a:pPr rtl="0"/>
            <a:r>
              <a:rPr lang="en-US"/>
              <a:t>24.8.2016</a:t>
            </a:r>
            <a:endParaRPr/>
          </a:p>
        </p:txBody>
      </p:sp>
    </p:spTree>
    <p:extLst>
      <p:ext uri="{BB962C8B-B14F-4D97-AF65-F5344CB8AC3E}">
        <p14:creationId xmlns:p14="http://schemas.microsoft.com/office/powerpoint/2010/main" val="339630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Hlavička sekc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Nadpis 1"/>
          <p:cNvSpPr>
            <a:spLocks noGrp="1"/>
          </p:cNvSpPr>
          <p:nvPr>
            <p:ph type="title"/>
          </p:nvPr>
        </p:nvSpPr>
        <p:spPr>
          <a:xfrm>
            <a:off x="4265613" y="1828800"/>
            <a:ext cx="6858002" cy="1828800"/>
          </a:xfrm>
        </p:spPr>
        <p:txBody>
          <a:bodyPr rtlCol="0" anchor="b">
            <a:normAutofit/>
          </a:bodyPr>
          <a:lstStyle>
            <a:lvl1pPr algn="l" rtl="0">
              <a:defRPr sz="4400"/>
            </a:lvl1pPr>
          </a:lstStyle>
          <a:p>
            <a:pPr rtl="0"/>
            <a:r>
              <a:rPr lang="sk-SK"/>
              <a:t>Kliknite sem a upravte štýl predlohy nadpisov.</a:t>
            </a:r>
            <a:endParaRPr/>
          </a:p>
        </p:txBody>
      </p:sp>
      <p:sp>
        <p:nvSpPr>
          <p:cNvPr id="3" name="Zástupný text 2"/>
          <p:cNvSpPr>
            <a:spLocks noGrp="1"/>
          </p:cNvSpPr>
          <p:nvPr>
            <p:ph type="body" idx="1"/>
          </p:nvPr>
        </p:nvSpPr>
        <p:spPr>
          <a:xfrm>
            <a:off x="4265610" y="3733800"/>
            <a:ext cx="6858002" cy="914400"/>
          </a:xfrm>
        </p:spPr>
        <p:txBody>
          <a:bodyPr rtlCol="0"/>
          <a:lstStyle>
            <a:lvl1pPr marL="0" indent="0" algn="l" rtl="0">
              <a:spcBef>
                <a:spcPts val="0"/>
              </a:spcBef>
              <a:buNone/>
              <a:defRPr sz="2400">
                <a:solidFill>
                  <a:schemeClr val="tx1"/>
                </a:solidFill>
              </a:defRPr>
            </a:lvl1pPr>
            <a:lvl2pPr marL="457200" indent="0" algn="l" rtl="0">
              <a:buNone/>
              <a:defRPr sz="2000">
                <a:solidFill>
                  <a:schemeClr val="tx1">
                    <a:tint val="75000"/>
                  </a:schemeClr>
                </a:solidFill>
              </a:defRPr>
            </a:lvl2pPr>
            <a:lvl3pPr marL="914400" indent="0" algn="l" rtl="0">
              <a:buNone/>
              <a:defRPr sz="1800">
                <a:solidFill>
                  <a:schemeClr val="tx1">
                    <a:tint val="75000"/>
                  </a:schemeClr>
                </a:solidFill>
              </a:defRPr>
            </a:lvl3pPr>
            <a:lvl4pPr marL="1371600" indent="0" algn="l" rtl="0">
              <a:buNone/>
              <a:defRPr sz="1600">
                <a:solidFill>
                  <a:schemeClr val="tx1">
                    <a:tint val="75000"/>
                  </a:schemeClr>
                </a:solidFill>
              </a:defRPr>
            </a:lvl4pPr>
            <a:lvl5pPr marL="1828800" indent="0" algn="l" rtl="0">
              <a:buNone/>
              <a:defRPr sz="1600">
                <a:solidFill>
                  <a:schemeClr val="tx1">
                    <a:tint val="75000"/>
                  </a:schemeClr>
                </a:solidFill>
              </a:defRPr>
            </a:lvl5pPr>
            <a:lvl6pPr marL="2286000" indent="0" algn="l" rtl="0">
              <a:buNone/>
              <a:defRPr sz="1600">
                <a:solidFill>
                  <a:schemeClr val="tx1">
                    <a:tint val="75000"/>
                  </a:schemeClr>
                </a:solidFill>
              </a:defRPr>
            </a:lvl6pPr>
            <a:lvl7pPr marL="2743200" indent="0" algn="l" rtl="0">
              <a:buNone/>
              <a:defRPr sz="1600">
                <a:solidFill>
                  <a:schemeClr val="tx1">
                    <a:tint val="75000"/>
                  </a:schemeClr>
                </a:solidFill>
              </a:defRPr>
            </a:lvl7pPr>
            <a:lvl8pPr marL="3200400" indent="0" algn="l" rtl="0">
              <a:buNone/>
              <a:defRPr sz="1600">
                <a:solidFill>
                  <a:schemeClr val="tx1">
                    <a:tint val="75000"/>
                  </a:schemeClr>
                </a:solidFill>
              </a:defRPr>
            </a:lvl8pPr>
            <a:lvl9pPr marL="3657600" indent="0" algn="l" rtl="0">
              <a:buNone/>
              <a:defRPr sz="1600">
                <a:solidFill>
                  <a:schemeClr val="tx1">
                    <a:tint val="75000"/>
                  </a:schemeClr>
                </a:solidFill>
              </a:defRPr>
            </a:lvl9pPr>
          </a:lstStyle>
          <a:p>
            <a:pPr lvl="0" rtl="0"/>
            <a:r>
              <a:rPr lang="sk-SK"/>
              <a:t>Kliknite sem a upravte štýly predlohy textu.</a:t>
            </a:r>
          </a:p>
        </p:txBody>
      </p:sp>
    </p:spTree>
    <p:extLst>
      <p:ext uri="{BB962C8B-B14F-4D97-AF65-F5344CB8AC3E}">
        <p14:creationId xmlns:p14="http://schemas.microsoft.com/office/powerpoint/2010/main" val="1229257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typy obsahu">
    <p:spTree>
      <p:nvGrpSpPr>
        <p:cNvPr id="1" name=""/>
        <p:cNvGrpSpPr/>
        <p:nvPr/>
      </p:nvGrpSpPr>
      <p:grpSpPr>
        <a:xfrm>
          <a:off x="0" y="0"/>
          <a:ext cx="0" cy="0"/>
          <a:chOff x="0" y="0"/>
          <a:chExt cx="0" cy="0"/>
        </a:xfrm>
      </p:grpSpPr>
      <p:sp>
        <p:nvSpPr>
          <p:cNvPr id="2" name="Nadpis 1"/>
          <p:cNvSpPr>
            <a:spLocks noGrp="1"/>
          </p:cNvSpPr>
          <p:nvPr>
            <p:ph type="title"/>
          </p:nvPr>
        </p:nvSpPr>
        <p:spPr/>
        <p:txBody>
          <a:bodyPr rtlCol="0"/>
          <a:lstStyle/>
          <a:p>
            <a:pPr rtl="0"/>
            <a:r>
              <a:rPr lang="sk-SK"/>
              <a:t>Kliknite sem a upravte štýl predlohy nadpisov.</a:t>
            </a:r>
            <a:endParaRPr/>
          </a:p>
        </p:txBody>
      </p:sp>
      <p:sp>
        <p:nvSpPr>
          <p:cNvPr id="3" name="Zástupný obsah 2"/>
          <p:cNvSpPr>
            <a:spLocks noGrp="1"/>
          </p:cNvSpPr>
          <p:nvPr>
            <p:ph sz="half" idx="1"/>
          </p:nvPr>
        </p:nvSpPr>
        <p:spPr>
          <a:xfrm>
            <a:off x="1065212" y="1825625"/>
            <a:ext cx="4954588" cy="4187952"/>
          </a:xfrm>
        </p:spPr>
        <p:txBody>
          <a:bodyPr rtlCol="0"/>
          <a:lstStyle/>
          <a:p>
            <a:pPr lvl="0" rtl="0"/>
            <a:r>
              <a:rPr lang="sk-SK"/>
              <a:t>Kliknite sem a upravte štýly predlohy textu.</a:t>
            </a:r>
          </a:p>
          <a:p>
            <a:pPr lvl="1" rtl="0"/>
            <a:r>
              <a:rPr lang="sk-SK"/>
              <a:t>Druhá úroveň</a:t>
            </a:r>
          </a:p>
          <a:p>
            <a:pPr lvl="2" rtl="0"/>
            <a:r>
              <a:rPr lang="sk-SK"/>
              <a:t>Tretia úroveň</a:t>
            </a:r>
          </a:p>
          <a:p>
            <a:pPr lvl="3" rtl="0"/>
            <a:r>
              <a:rPr lang="sk-SK"/>
              <a:t>Štvrtá úroveň</a:t>
            </a:r>
          </a:p>
          <a:p>
            <a:pPr lvl="4" rtl="0"/>
            <a:r>
              <a:rPr lang="sk-SK"/>
              <a:t>Piata úroveň</a:t>
            </a:r>
            <a:endParaRPr/>
          </a:p>
        </p:txBody>
      </p:sp>
      <p:sp>
        <p:nvSpPr>
          <p:cNvPr id="4" name="Zástupný obsah 3"/>
          <p:cNvSpPr>
            <a:spLocks noGrp="1"/>
          </p:cNvSpPr>
          <p:nvPr>
            <p:ph sz="half" idx="2"/>
          </p:nvPr>
        </p:nvSpPr>
        <p:spPr>
          <a:xfrm>
            <a:off x="6172200" y="1825625"/>
            <a:ext cx="4951414" cy="4187952"/>
          </a:xfrm>
        </p:spPr>
        <p:txBody>
          <a:bodyPr rtlCol="0"/>
          <a:lstStyle/>
          <a:p>
            <a:pPr lvl="0" rtl="0"/>
            <a:r>
              <a:rPr lang="sk-SK"/>
              <a:t>Kliknite sem a upravte štýly predlohy textu.</a:t>
            </a:r>
          </a:p>
          <a:p>
            <a:pPr lvl="1" rtl="0"/>
            <a:r>
              <a:rPr lang="sk-SK"/>
              <a:t>Druhá úroveň</a:t>
            </a:r>
          </a:p>
          <a:p>
            <a:pPr lvl="2" rtl="0"/>
            <a:r>
              <a:rPr lang="sk-SK"/>
              <a:t>Tretia úroveň</a:t>
            </a:r>
          </a:p>
          <a:p>
            <a:pPr lvl="3" rtl="0"/>
            <a:r>
              <a:rPr lang="sk-SK"/>
              <a:t>Štvrtá úroveň</a:t>
            </a:r>
          </a:p>
          <a:p>
            <a:pPr lvl="4" rtl="0"/>
            <a:r>
              <a:rPr lang="sk-SK"/>
              <a:t>Piata úroveň</a:t>
            </a:r>
            <a:endParaRPr/>
          </a:p>
        </p:txBody>
      </p:sp>
      <p:sp>
        <p:nvSpPr>
          <p:cNvPr id="7" name="Zástupné číslo snímky 6"/>
          <p:cNvSpPr>
            <a:spLocks noGrp="1"/>
          </p:cNvSpPr>
          <p:nvPr>
            <p:ph type="sldNum" sz="quarter" idx="12"/>
          </p:nvPr>
        </p:nvSpPr>
        <p:spPr/>
        <p:txBody>
          <a:bodyPr rtlCol="0"/>
          <a:lstStyle/>
          <a:p>
            <a:pPr rtl="0"/>
            <a:fld id="{022B156B-59AE-415F-B24B-8756D48BB977}" type="slidenum">
              <a:rPr/>
              <a:pPr rtl="0"/>
              <a:t>‹#›</a:t>
            </a:fld>
            <a:endParaRPr/>
          </a:p>
        </p:txBody>
      </p:sp>
      <p:sp>
        <p:nvSpPr>
          <p:cNvPr id="6" name="Zástupná päta 5"/>
          <p:cNvSpPr>
            <a:spLocks noGrp="1"/>
          </p:cNvSpPr>
          <p:nvPr>
            <p:ph type="ftr" sz="quarter" idx="11"/>
          </p:nvPr>
        </p:nvSpPr>
        <p:spPr/>
        <p:txBody>
          <a:bodyPr rtlCol="0"/>
          <a:lstStyle/>
          <a:p>
            <a:pPr rtl="0"/>
            <a:endParaRPr/>
          </a:p>
        </p:txBody>
      </p:sp>
      <p:sp>
        <p:nvSpPr>
          <p:cNvPr id="5" name="Zástupný dátum 4"/>
          <p:cNvSpPr>
            <a:spLocks noGrp="1"/>
          </p:cNvSpPr>
          <p:nvPr>
            <p:ph type="dt" sz="half" idx="10"/>
          </p:nvPr>
        </p:nvSpPr>
        <p:spPr/>
        <p:txBody>
          <a:bodyPr rtlCol="0"/>
          <a:lstStyle/>
          <a:p>
            <a:pPr rtl="0"/>
            <a:r>
              <a:rPr lang="en-US"/>
              <a:t>24.8.2016</a:t>
            </a:r>
            <a:endParaRPr/>
          </a:p>
        </p:txBody>
      </p:sp>
    </p:spTree>
    <p:extLst>
      <p:ext uri="{BB962C8B-B14F-4D97-AF65-F5344CB8AC3E}">
        <p14:creationId xmlns:p14="http://schemas.microsoft.com/office/powerpoint/2010/main" val="2972755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anie">
    <p:spTree>
      <p:nvGrpSpPr>
        <p:cNvPr id="1" name=""/>
        <p:cNvGrpSpPr/>
        <p:nvPr/>
      </p:nvGrpSpPr>
      <p:grpSpPr>
        <a:xfrm>
          <a:off x="0" y="0"/>
          <a:ext cx="0" cy="0"/>
          <a:chOff x="0" y="0"/>
          <a:chExt cx="0" cy="0"/>
        </a:xfrm>
      </p:grpSpPr>
      <p:sp>
        <p:nvSpPr>
          <p:cNvPr id="2" name="Nadpis 1"/>
          <p:cNvSpPr>
            <a:spLocks noGrp="1"/>
          </p:cNvSpPr>
          <p:nvPr>
            <p:ph type="title"/>
          </p:nvPr>
        </p:nvSpPr>
        <p:spPr/>
        <p:txBody>
          <a:bodyPr rtlCol="0"/>
          <a:lstStyle/>
          <a:p>
            <a:pPr rtl="0"/>
            <a:r>
              <a:rPr lang="sk-SK"/>
              <a:t>Kliknite sem a upravte štýl predlohy nadpisov.</a:t>
            </a:r>
            <a:endParaRPr/>
          </a:p>
        </p:txBody>
      </p:sp>
      <p:sp>
        <p:nvSpPr>
          <p:cNvPr id="3" name="Zástupný text 2"/>
          <p:cNvSpPr>
            <a:spLocks noGrp="1"/>
          </p:cNvSpPr>
          <p:nvPr>
            <p:ph type="body" idx="1"/>
          </p:nvPr>
        </p:nvSpPr>
        <p:spPr>
          <a:xfrm>
            <a:off x="1069848" y="1681163"/>
            <a:ext cx="4956048" cy="823912"/>
          </a:xfrm>
        </p:spPr>
        <p:txBody>
          <a:bodyPr rtlCol="0" anchor="b"/>
          <a:lstStyle>
            <a:lvl1pPr marL="0" indent="0" algn="l" rtl="0">
              <a:spcBef>
                <a:spcPts val="0"/>
              </a:spcBef>
              <a:buNone/>
              <a:defRPr sz="2400" b="1"/>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sk-SK"/>
              <a:t>Kliknite sem a upravte štýly predlohy textu.</a:t>
            </a:r>
          </a:p>
        </p:txBody>
      </p:sp>
      <p:sp>
        <p:nvSpPr>
          <p:cNvPr id="4" name="Zástupný obsah 3"/>
          <p:cNvSpPr>
            <a:spLocks noGrp="1"/>
          </p:cNvSpPr>
          <p:nvPr>
            <p:ph sz="half" idx="2"/>
          </p:nvPr>
        </p:nvSpPr>
        <p:spPr>
          <a:xfrm>
            <a:off x="1069848" y="2505075"/>
            <a:ext cx="4956048" cy="3476625"/>
          </a:xfrm>
        </p:spPr>
        <p:txBody>
          <a:bodyPr rtlCol="0"/>
          <a:lstStyle/>
          <a:p>
            <a:pPr lvl="0" rtl="0"/>
            <a:r>
              <a:rPr lang="sk-SK"/>
              <a:t>Kliknite sem a upravte štýly predlohy textu.</a:t>
            </a:r>
          </a:p>
          <a:p>
            <a:pPr lvl="1" rtl="0"/>
            <a:r>
              <a:rPr lang="sk-SK"/>
              <a:t>Druhá úroveň</a:t>
            </a:r>
          </a:p>
          <a:p>
            <a:pPr lvl="2" rtl="0"/>
            <a:r>
              <a:rPr lang="sk-SK"/>
              <a:t>Tretia úroveň</a:t>
            </a:r>
          </a:p>
          <a:p>
            <a:pPr lvl="3" rtl="0"/>
            <a:r>
              <a:rPr lang="sk-SK"/>
              <a:t>Štvrtá úroveň</a:t>
            </a:r>
          </a:p>
          <a:p>
            <a:pPr lvl="4" rtl="0"/>
            <a:r>
              <a:rPr lang="sk-SK"/>
              <a:t>Piata úroveň</a:t>
            </a:r>
            <a:endParaRPr/>
          </a:p>
        </p:txBody>
      </p:sp>
      <p:sp>
        <p:nvSpPr>
          <p:cNvPr id="5" name="Zástupný text 4"/>
          <p:cNvSpPr>
            <a:spLocks noGrp="1"/>
          </p:cNvSpPr>
          <p:nvPr>
            <p:ph type="body" sz="quarter" idx="3"/>
          </p:nvPr>
        </p:nvSpPr>
        <p:spPr>
          <a:xfrm>
            <a:off x="6172200" y="1681163"/>
            <a:ext cx="4956048" cy="823912"/>
          </a:xfrm>
        </p:spPr>
        <p:txBody>
          <a:bodyPr rtlCol="0" anchor="b"/>
          <a:lstStyle>
            <a:lvl1pPr marL="0" indent="0" algn="l" rtl="0">
              <a:spcBef>
                <a:spcPts val="0"/>
              </a:spcBef>
              <a:buNone/>
              <a:defRPr sz="2400" b="1"/>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sk-SK"/>
              <a:t>Kliknite sem a upravte štýly predlohy textu.</a:t>
            </a:r>
          </a:p>
        </p:txBody>
      </p:sp>
      <p:sp>
        <p:nvSpPr>
          <p:cNvPr id="6" name="Zástupný obsah 5"/>
          <p:cNvSpPr>
            <a:spLocks noGrp="1"/>
          </p:cNvSpPr>
          <p:nvPr>
            <p:ph sz="quarter" idx="4"/>
          </p:nvPr>
        </p:nvSpPr>
        <p:spPr>
          <a:xfrm>
            <a:off x="6172200" y="2505075"/>
            <a:ext cx="4956048" cy="3476625"/>
          </a:xfrm>
        </p:spPr>
        <p:txBody>
          <a:bodyPr rtlCol="0"/>
          <a:lstStyle/>
          <a:p>
            <a:pPr lvl="0" rtl="0"/>
            <a:r>
              <a:rPr lang="sk-SK"/>
              <a:t>Kliknite sem a upravte štýly predlohy textu.</a:t>
            </a:r>
          </a:p>
          <a:p>
            <a:pPr lvl="1" rtl="0"/>
            <a:r>
              <a:rPr lang="sk-SK"/>
              <a:t>Druhá úroveň</a:t>
            </a:r>
          </a:p>
          <a:p>
            <a:pPr lvl="2" rtl="0"/>
            <a:r>
              <a:rPr lang="sk-SK"/>
              <a:t>Tretia úroveň</a:t>
            </a:r>
          </a:p>
          <a:p>
            <a:pPr lvl="3" rtl="0"/>
            <a:r>
              <a:rPr lang="sk-SK"/>
              <a:t>Štvrtá úroveň</a:t>
            </a:r>
          </a:p>
          <a:p>
            <a:pPr lvl="4" rtl="0"/>
            <a:r>
              <a:rPr lang="sk-SK"/>
              <a:t>Piata úroveň</a:t>
            </a:r>
            <a:endParaRPr/>
          </a:p>
        </p:txBody>
      </p:sp>
      <p:sp>
        <p:nvSpPr>
          <p:cNvPr id="9" name="Zástupné číslo snímky 8"/>
          <p:cNvSpPr>
            <a:spLocks noGrp="1"/>
          </p:cNvSpPr>
          <p:nvPr>
            <p:ph type="sldNum" sz="quarter" idx="12"/>
          </p:nvPr>
        </p:nvSpPr>
        <p:spPr/>
        <p:txBody>
          <a:bodyPr rtlCol="0"/>
          <a:lstStyle/>
          <a:p>
            <a:pPr rtl="0"/>
            <a:fld id="{022B156B-59AE-415F-B24B-8756D48BB977}" type="slidenum">
              <a:rPr/>
              <a:pPr rtl="0"/>
              <a:t>‹#›</a:t>
            </a:fld>
            <a:endParaRPr/>
          </a:p>
        </p:txBody>
      </p:sp>
      <p:sp>
        <p:nvSpPr>
          <p:cNvPr id="8" name="Zástupná päta 7"/>
          <p:cNvSpPr>
            <a:spLocks noGrp="1"/>
          </p:cNvSpPr>
          <p:nvPr>
            <p:ph type="ftr" sz="quarter" idx="11"/>
          </p:nvPr>
        </p:nvSpPr>
        <p:spPr/>
        <p:txBody>
          <a:bodyPr rtlCol="0"/>
          <a:lstStyle/>
          <a:p>
            <a:pPr rtl="0"/>
            <a:endParaRPr/>
          </a:p>
        </p:txBody>
      </p:sp>
      <p:sp>
        <p:nvSpPr>
          <p:cNvPr id="7" name="Zástupný dátum 6"/>
          <p:cNvSpPr>
            <a:spLocks noGrp="1"/>
          </p:cNvSpPr>
          <p:nvPr>
            <p:ph type="dt" sz="half" idx="10"/>
          </p:nvPr>
        </p:nvSpPr>
        <p:spPr/>
        <p:txBody>
          <a:bodyPr rtlCol="0"/>
          <a:lstStyle/>
          <a:p>
            <a:pPr rtl="0"/>
            <a:r>
              <a:rPr lang="en-US"/>
              <a:t>24.8.2016</a:t>
            </a:r>
            <a:endParaRPr/>
          </a:p>
        </p:txBody>
      </p:sp>
    </p:spTree>
    <p:extLst>
      <p:ext uri="{BB962C8B-B14F-4D97-AF65-F5344CB8AC3E}">
        <p14:creationId xmlns:p14="http://schemas.microsoft.com/office/powerpoint/2010/main" val="2318571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Iba nadpis">
    <p:spTree>
      <p:nvGrpSpPr>
        <p:cNvPr id="1" name=""/>
        <p:cNvGrpSpPr/>
        <p:nvPr/>
      </p:nvGrpSpPr>
      <p:grpSpPr>
        <a:xfrm>
          <a:off x="0" y="0"/>
          <a:ext cx="0" cy="0"/>
          <a:chOff x="0" y="0"/>
          <a:chExt cx="0" cy="0"/>
        </a:xfrm>
      </p:grpSpPr>
      <p:sp>
        <p:nvSpPr>
          <p:cNvPr id="2" name="Nadpis 1"/>
          <p:cNvSpPr>
            <a:spLocks noGrp="1"/>
          </p:cNvSpPr>
          <p:nvPr>
            <p:ph type="title"/>
          </p:nvPr>
        </p:nvSpPr>
        <p:spPr/>
        <p:txBody>
          <a:bodyPr rtlCol="0"/>
          <a:lstStyle/>
          <a:p>
            <a:pPr rtl="0"/>
            <a:r>
              <a:rPr lang="sk-SK"/>
              <a:t>Kliknite sem a upravte štýl predlohy nadpisov.</a:t>
            </a:r>
            <a:endParaRPr/>
          </a:p>
        </p:txBody>
      </p:sp>
      <p:sp>
        <p:nvSpPr>
          <p:cNvPr id="5" name="Zástupné číslo snímky 4"/>
          <p:cNvSpPr>
            <a:spLocks noGrp="1"/>
          </p:cNvSpPr>
          <p:nvPr>
            <p:ph type="sldNum" sz="quarter" idx="12"/>
          </p:nvPr>
        </p:nvSpPr>
        <p:spPr/>
        <p:txBody>
          <a:bodyPr rtlCol="0"/>
          <a:lstStyle/>
          <a:p>
            <a:pPr rtl="0"/>
            <a:fld id="{022B156B-59AE-415F-B24B-8756D48BB977}" type="slidenum">
              <a:rPr/>
              <a:pPr rtl="0"/>
              <a:t>‹#›</a:t>
            </a:fld>
            <a:endParaRPr/>
          </a:p>
        </p:txBody>
      </p:sp>
      <p:sp>
        <p:nvSpPr>
          <p:cNvPr id="4" name="Zástupná päta 3"/>
          <p:cNvSpPr>
            <a:spLocks noGrp="1"/>
          </p:cNvSpPr>
          <p:nvPr>
            <p:ph type="ftr" sz="quarter" idx="11"/>
          </p:nvPr>
        </p:nvSpPr>
        <p:spPr/>
        <p:txBody>
          <a:bodyPr rtlCol="0"/>
          <a:lstStyle/>
          <a:p>
            <a:pPr rtl="0"/>
            <a:endParaRPr/>
          </a:p>
        </p:txBody>
      </p:sp>
      <p:sp>
        <p:nvSpPr>
          <p:cNvPr id="3" name="Zástupný dátum 2"/>
          <p:cNvSpPr>
            <a:spLocks noGrp="1"/>
          </p:cNvSpPr>
          <p:nvPr>
            <p:ph type="dt" sz="half" idx="10"/>
          </p:nvPr>
        </p:nvSpPr>
        <p:spPr/>
        <p:txBody>
          <a:bodyPr rtlCol="0"/>
          <a:lstStyle/>
          <a:p>
            <a:pPr rtl="0"/>
            <a:r>
              <a:rPr lang="en-US"/>
              <a:t>24.8.2016</a:t>
            </a:r>
            <a:endParaRPr/>
          </a:p>
        </p:txBody>
      </p:sp>
    </p:spTree>
    <p:extLst>
      <p:ext uri="{BB962C8B-B14F-4D97-AF65-F5344CB8AC3E}">
        <p14:creationId xmlns:p14="http://schemas.microsoft.com/office/powerpoint/2010/main" val="3512816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e">
    <p:spTree>
      <p:nvGrpSpPr>
        <p:cNvPr id="1" name=""/>
        <p:cNvGrpSpPr/>
        <p:nvPr/>
      </p:nvGrpSpPr>
      <p:grpSpPr>
        <a:xfrm>
          <a:off x="0" y="0"/>
          <a:ext cx="0" cy="0"/>
          <a:chOff x="0" y="0"/>
          <a:chExt cx="0" cy="0"/>
        </a:xfrm>
      </p:grpSpPr>
      <p:sp>
        <p:nvSpPr>
          <p:cNvPr id="4" name="Zástupné číslo snímky 3"/>
          <p:cNvSpPr>
            <a:spLocks noGrp="1"/>
          </p:cNvSpPr>
          <p:nvPr>
            <p:ph type="sldNum" sz="quarter" idx="12"/>
          </p:nvPr>
        </p:nvSpPr>
        <p:spPr/>
        <p:txBody>
          <a:bodyPr rtlCol="0"/>
          <a:lstStyle/>
          <a:p>
            <a:pPr rtl="0"/>
            <a:fld id="{022B156B-59AE-415F-B24B-8756D48BB977}" type="slidenum">
              <a:rPr/>
              <a:pPr rtl="0"/>
              <a:t>‹#›</a:t>
            </a:fld>
            <a:endParaRPr/>
          </a:p>
        </p:txBody>
      </p:sp>
      <p:sp>
        <p:nvSpPr>
          <p:cNvPr id="3" name="Zástupná päta 2"/>
          <p:cNvSpPr>
            <a:spLocks noGrp="1"/>
          </p:cNvSpPr>
          <p:nvPr>
            <p:ph type="ftr" sz="quarter" idx="11"/>
          </p:nvPr>
        </p:nvSpPr>
        <p:spPr/>
        <p:txBody>
          <a:bodyPr rtlCol="0"/>
          <a:lstStyle/>
          <a:p>
            <a:pPr rtl="0"/>
            <a:endParaRPr/>
          </a:p>
        </p:txBody>
      </p:sp>
      <p:sp>
        <p:nvSpPr>
          <p:cNvPr id="2" name="Zástupný dátum 1"/>
          <p:cNvSpPr>
            <a:spLocks noGrp="1"/>
          </p:cNvSpPr>
          <p:nvPr>
            <p:ph type="dt" sz="half" idx="10"/>
          </p:nvPr>
        </p:nvSpPr>
        <p:spPr/>
        <p:txBody>
          <a:bodyPr rtlCol="0"/>
          <a:lstStyle/>
          <a:p>
            <a:pPr rtl="0"/>
            <a:r>
              <a:rPr lang="en-US"/>
              <a:t>24.8.2016</a:t>
            </a:r>
            <a:endParaRPr/>
          </a:p>
        </p:txBody>
      </p:sp>
    </p:spTree>
    <p:extLst>
      <p:ext uri="{BB962C8B-B14F-4D97-AF65-F5344CB8AC3E}">
        <p14:creationId xmlns:p14="http://schemas.microsoft.com/office/powerpoint/2010/main" val="847874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va obrázky s popismi">
    <p:spTree>
      <p:nvGrpSpPr>
        <p:cNvPr id="1" name=""/>
        <p:cNvGrpSpPr/>
        <p:nvPr/>
      </p:nvGrpSpPr>
      <p:grpSpPr>
        <a:xfrm>
          <a:off x="0" y="0"/>
          <a:ext cx="0" cy="0"/>
          <a:chOff x="0" y="0"/>
          <a:chExt cx="0" cy="0"/>
        </a:xfrm>
      </p:grpSpPr>
      <p:sp>
        <p:nvSpPr>
          <p:cNvPr id="2" name="Nadpis 1"/>
          <p:cNvSpPr>
            <a:spLocks noGrp="1"/>
          </p:cNvSpPr>
          <p:nvPr>
            <p:ph type="title"/>
          </p:nvPr>
        </p:nvSpPr>
        <p:spPr>
          <a:xfrm>
            <a:off x="1065212" y="304799"/>
            <a:ext cx="10058402" cy="1216152"/>
          </a:xfrm>
        </p:spPr>
        <p:txBody>
          <a:bodyPr rtlCol="0"/>
          <a:lstStyle>
            <a:lvl1pPr algn="l" rtl="0">
              <a:defRPr/>
            </a:lvl1pPr>
          </a:lstStyle>
          <a:p>
            <a:pPr rtl="0"/>
            <a:r>
              <a:rPr lang="sk-SK"/>
              <a:t>Kliknite sem a upravte štýl predlohy nadpisov.</a:t>
            </a:r>
            <a:endParaRPr lang="sk"/>
          </a:p>
        </p:txBody>
      </p:sp>
      <p:grpSp>
        <p:nvGrpSpPr>
          <p:cNvPr id="9" name="Skupina 8"/>
          <p:cNvGrpSpPr/>
          <p:nvPr/>
        </p:nvGrpSpPr>
        <p:grpSpPr>
          <a:xfrm>
            <a:off x="1052422" y="1733550"/>
            <a:ext cx="4360503" cy="3050038"/>
            <a:chOff x="895350" y="3313113"/>
            <a:chExt cx="3613151" cy="2790825"/>
          </a:xfrm>
          <a:solidFill>
            <a:schemeClr val="tx1">
              <a:lumMod val="50000"/>
            </a:schemeClr>
          </a:solidFill>
        </p:grpSpPr>
        <p:sp>
          <p:nvSpPr>
            <p:cNvPr id="10" name="Voľný tvar 41"/>
            <p:cNvSpPr>
              <a:spLocks/>
            </p:cNvSpPr>
            <p:nvPr/>
          </p:nvSpPr>
          <p:spPr bwMode="auto">
            <a:xfrm>
              <a:off x="963613" y="3725863"/>
              <a:ext cx="11113" cy="1952625"/>
            </a:xfrm>
            <a:custGeom>
              <a:avLst/>
              <a:gdLst>
                <a:gd name="T0" fmla="*/ 3 w 5"/>
                <a:gd name="T1" fmla="*/ 0 h 868"/>
                <a:gd name="T2" fmla="*/ 4 w 5"/>
                <a:gd name="T3" fmla="*/ 217 h 868"/>
                <a:gd name="T4" fmla="*/ 3 w 5"/>
                <a:gd name="T5" fmla="*/ 326 h 868"/>
                <a:gd name="T6" fmla="*/ 4 w 5"/>
                <a:gd name="T7" fmla="*/ 434 h 868"/>
                <a:gd name="T8" fmla="*/ 4 w 5"/>
                <a:gd name="T9" fmla="*/ 651 h 868"/>
                <a:gd name="T10" fmla="*/ 4 w 5"/>
                <a:gd name="T11" fmla="*/ 760 h 868"/>
                <a:gd name="T12" fmla="*/ 3 w 5"/>
                <a:gd name="T13" fmla="*/ 868 h 868"/>
                <a:gd name="T14" fmla="*/ 2 w 5"/>
                <a:gd name="T15" fmla="*/ 868 h 868"/>
                <a:gd name="T16" fmla="*/ 1 w 5"/>
                <a:gd name="T17" fmla="*/ 760 h 868"/>
                <a:gd name="T18" fmla="*/ 0 w 5"/>
                <a:gd name="T19" fmla="*/ 651 h 868"/>
                <a:gd name="T20" fmla="*/ 1 w 5"/>
                <a:gd name="T21" fmla="*/ 434 h 868"/>
                <a:gd name="T22" fmla="*/ 2 w 5"/>
                <a:gd name="T23" fmla="*/ 326 h 868"/>
                <a:gd name="T24" fmla="*/ 1 w 5"/>
                <a:gd name="T25" fmla="*/ 217 h 868"/>
                <a:gd name="T26" fmla="*/ 2 w 5"/>
                <a:gd name="T27" fmla="*/ 0 h 868"/>
                <a:gd name="T28" fmla="*/ 3 w 5"/>
                <a:gd name="T29" fmla="*/ 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868">
                  <a:moveTo>
                    <a:pt x="3" y="0"/>
                  </a:moveTo>
                  <a:cubicBezTo>
                    <a:pt x="4" y="73"/>
                    <a:pt x="4" y="145"/>
                    <a:pt x="4" y="217"/>
                  </a:cubicBezTo>
                  <a:cubicBezTo>
                    <a:pt x="4" y="253"/>
                    <a:pt x="3" y="290"/>
                    <a:pt x="3" y="326"/>
                  </a:cubicBezTo>
                  <a:cubicBezTo>
                    <a:pt x="3" y="362"/>
                    <a:pt x="3" y="398"/>
                    <a:pt x="4" y="434"/>
                  </a:cubicBezTo>
                  <a:cubicBezTo>
                    <a:pt x="4" y="507"/>
                    <a:pt x="5" y="579"/>
                    <a:pt x="4" y="651"/>
                  </a:cubicBezTo>
                  <a:cubicBezTo>
                    <a:pt x="5" y="687"/>
                    <a:pt x="4" y="724"/>
                    <a:pt x="4" y="760"/>
                  </a:cubicBezTo>
                  <a:cubicBezTo>
                    <a:pt x="4" y="796"/>
                    <a:pt x="3" y="832"/>
                    <a:pt x="3" y="868"/>
                  </a:cubicBezTo>
                  <a:cubicBezTo>
                    <a:pt x="2" y="868"/>
                    <a:pt x="2" y="868"/>
                    <a:pt x="2" y="868"/>
                  </a:cubicBezTo>
                  <a:cubicBezTo>
                    <a:pt x="2" y="832"/>
                    <a:pt x="1" y="796"/>
                    <a:pt x="1" y="760"/>
                  </a:cubicBezTo>
                  <a:cubicBezTo>
                    <a:pt x="1" y="724"/>
                    <a:pt x="0" y="687"/>
                    <a:pt x="0" y="651"/>
                  </a:cubicBezTo>
                  <a:cubicBezTo>
                    <a:pt x="0" y="579"/>
                    <a:pt x="1" y="507"/>
                    <a:pt x="1" y="434"/>
                  </a:cubicBezTo>
                  <a:cubicBezTo>
                    <a:pt x="2" y="398"/>
                    <a:pt x="2" y="362"/>
                    <a:pt x="2" y="326"/>
                  </a:cubicBezTo>
                  <a:cubicBezTo>
                    <a:pt x="2" y="290"/>
                    <a:pt x="1" y="253"/>
                    <a:pt x="1" y="217"/>
                  </a:cubicBezTo>
                  <a:cubicBezTo>
                    <a:pt x="0" y="145"/>
                    <a:pt x="1" y="73"/>
                    <a:pt x="2" y="0"/>
                  </a:cubicBezTo>
                  <a:lnTo>
                    <a:pt x="3" y="0"/>
                  </a:ln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1" name="Voľný tvar 42"/>
            <p:cNvSpPr>
              <a:spLocks/>
            </p:cNvSpPr>
            <p:nvPr/>
          </p:nvSpPr>
          <p:spPr bwMode="auto">
            <a:xfrm>
              <a:off x="1350963" y="6038850"/>
              <a:ext cx="2736850" cy="11113"/>
            </a:xfrm>
            <a:custGeom>
              <a:avLst/>
              <a:gdLst>
                <a:gd name="T0" fmla="*/ 0 w 1216"/>
                <a:gd name="T1" fmla="*/ 2 h 5"/>
                <a:gd name="T2" fmla="*/ 304 w 1216"/>
                <a:gd name="T3" fmla="*/ 1 h 5"/>
                <a:gd name="T4" fmla="*/ 456 w 1216"/>
                <a:gd name="T5" fmla="*/ 2 h 5"/>
                <a:gd name="T6" fmla="*/ 608 w 1216"/>
                <a:gd name="T7" fmla="*/ 1 h 5"/>
                <a:gd name="T8" fmla="*/ 912 w 1216"/>
                <a:gd name="T9" fmla="*/ 0 h 5"/>
                <a:gd name="T10" fmla="*/ 1064 w 1216"/>
                <a:gd name="T11" fmla="*/ 1 h 5"/>
                <a:gd name="T12" fmla="*/ 1216 w 1216"/>
                <a:gd name="T13" fmla="*/ 2 h 5"/>
                <a:gd name="T14" fmla="*/ 1216 w 1216"/>
                <a:gd name="T15" fmla="*/ 2 h 5"/>
                <a:gd name="T16" fmla="*/ 1064 w 1216"/>
                <a:gd name="T17" fmla="*/ 4 h 5"/>
                <a:gd name="T18" fmla="*/ 912 w 1216"/>
                <a:gd name="T19" fmla="*/ 4 h 5"/>
                <a:gd name="T20" fmla="*/ 608 w 1216"/>
                <a:gd name="T21" fmla="*/ 3 h 5"/>
                <a:gd name="T22" fmla="*/ 456 w 1216"/>
                <a:gd name="T23" fmla="*/ 3 h 5"/>
                <a:gd name="T24" fmla="*/ 304 w 1216"/>
                <a:gd name="T25" fmla="*/ 4 h 5"/>
                <a:gd name="T26" fmla="*/ 0 w 1216"/>
                <a:gd name="T2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6" h="5">
                  <a:moveTo>
                    <a:pt x="0" y="2"/>
                  </a:moveTo>
                  <a:cubicBezTo>
                    <a:pt x="101" y="1"/>
                    <a:pt x="202" y="0"/>
                    <a:pt x="304" y="1"/>
                  </a:cubicBezTo>
                  <a:cubicBezTo>
                    <a:pt x="354" y="1"/>
                    <a:pt x="405" y="2"/>
                    <a:pt x="456" y="2"/>
                  </a:cubicBezTo>
                  <a:cubicBezTo>
                    <a:pt x="506" y="2"/>
                    <a:pt x="557" y="1"/>
                    <a:pt x="608" y="1"/>
                  </a:cubicBezTo>
                  <a:cubicBezTo>
                    <a:pt x="709" y="1"/>
                    <a:pt x="810" y="0"/>
                    <a:pt x="912" y="0"/>
                  </a:cubicBezTo>
                  <a:cubicBezTo>
                    <a:pt x="962" y="0"/>
                    <a:pt x="1013" y="1"/>
                    <a:pt x="1064" y="1"/>
                  </a:cubicBezTo>
                  <a:cubicBezTo>
                    <a:pt x="1114" y="1"/>
                    <a:pt x="1165" y="1"/>
                    <a:pt x="1216" y="2"/>
                  </a:cubicBezTo>
                  <a:cubicBezTo>
                    <a:pt x="1216" y="2"/>
                    <a:pt x="1216" y="2"/>
                    <a:pt x="1216" y="2"/>
                  </a:cubicBezTo>
                  <a:cubicBezTo>
                    <a:pt x="1165" y="3"/>
                    <a:pt x="1114" y="3"/>
                    <a:pt x="1064" y="4"/>
                  </a:cubicBezTo>
                  <a:cubicBezTo>
                    <a:pt x="1013" y="4"/>
                    <a:pt x="962" y="4"/>
                    <a:pt x="912" y="4"/>
                  </a:cubicBezTo>
                  <a:cubicBezTo>
                    <a:pt x="810" y="5"/>
                    <a:pt x="709" y="4"/>
                    <a:pt x="608" y="3"/>
                  </a:cubicBezTo>
                  <a:cubicBezTo>
                    <a:pt x="557" y="3"/>
                    <a:pt x="506" y="3"/>
                    <a:pt x="456" y="3"/>
                  </a:cubicBezTo>
                  <a:cubicBezTo>
                    <a:pt x="405" y="3"/>
                    <a:pt x="354" y="4"/>
                    <a:pt x="304" y="4"/>
                  </a:cubicBezTo>
                  <a:cubicBezTo>
                    <a:pt x="202" y="4"/>
                    <a:pt x="101" y="4"/>
                    <a:pt x="0" y="2"/>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2" name="Voľný tvar 43"/>
            <p:cNvSpPr>
              <a:spLocks/>
            </p:cNvSpPr>
            <p:nvPr/>
          </p:nvSpPr>
          <p:spPr bwMode="auto">
            <a:xfrm>
              <a:off x="1330325" y="3378200"/>
              <a:ext cx="2743200" cy="11113"/>
            </a:xfrm>
            <a:custGeom>
              <a:avLst/>
              <a:gdLst>
                <a:gd name="T0" fmla="*/ 0 w 1219"/>
                <a:gd name="T1" fmla="*/ 2 h 5"/>
                <a:gd name="T2" fmla="*/ 304 w 1219"/>
                <a:gd name="T3" fmla="*/ 1 h 5"/>
                <a:gd name="T4" fmla="*/ 457 w 1219"/>
                <a:gd name="T5" fmla="*/ 2 h 5"/>
                <a:gd name="T6" fmla="*/ 609 w 1219"/>
                <a:gd name="T7" fmla="*/ 1 h 5"/>
                <a:gd name="T8" fmla="*/ 914 w 1219"/>
                <a:gd name="T9" fmla="*/ 0 h 5"/>
                <a:gd name="T10" fmla="*/ 1067 w 1219"/>
                <a:gd name="T11" fmla="*/ 1 h 5"/>
                <a:gd name="T12" fmla="*/ 1219 w 1219"/>
                <a:gd name="T13" fmla="*/ 2 h 5"/>
                <a:gd name="T14" fmla="*/ 1219 w 1219"/>
                <a:gd name="T15" fmla="*/ 3 h 5"/>
                <a:gd name="T16" fmla="*/ 1067 w 1219"/>
                <a:gd name="T17" fmla="*/ 4 h 5"/>
                <a:gd name="T18" fmla="*/ 914 w 1219"/>
                <a:gd name="T19" fmla="*/ 4 h 5"/>
                <a:gd name="T20" fmla="*/ 609 w 1219"/>
                <a:gd name="T21" fmla="*/ 3 h 5"/>
                <a:gd name="T22" fmla="*/ 457 w 1219"/>
                <a:gd name="T23" fmla="*/ 3 h 5"/>
                <a:gd name="T24" fmla="*/ 304 w 1219"/>
                <a:gd name="T25" fmla="*/ 4 h 5"/>
                <a:gd name="T26" fmla="*/ 0 w 1219"/>
                <a:gd name="T27" fmla="*/ 3 h 5"/>
                <a:gd name="T28" fmla="*/ 0 w 1219"/>
                <a:gd name="T29"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9" h="5">
                  <a:moveTo>
                    <a:pt x="0" y="2"/>
                  </a:moveTo>
                  <a:cubicBezTo>
                    <a:pt x="101" y="1"/>
                    <a:pt x="203" y="0"/>
                    <a:pt x="304" y="1"/>
                  </a:cubicBezTo>
                  <a:cubicBezTo>
                    <a:pt x="355" y="1"/>
                    <a:pt x="406" y="2"/>
                    <a:pt x="457" y="2"/>
                  </a:cubicBezTo>
                  <a:cubicBezTo>
                    <a:pt x="508" y="2"/>
                    <a:pt x="559" y="1"/>
                    <a:pt x="609" y="1"/>
                  </a:cubicBezTo>
                  <a:cubicBezTo>
                    <a:pt x="711" y="1"/>
                    <a:pt x="813" y="0"/>
                    <a:pt x="914" y="0"/>
                  </a:cubicBezTo>
                  <a:cubicBezTo>
                    <a:pt x="965" y="0"/>
                    <a:pt x="1016" y="1"/>
                    <a:pt x="1067" y="1"/>
                  </a:cubicBezTo>
                  <a:cubicBezTo>
                    <a:pt x="1117" y="1"/>
                    <a:pt x="1168" y="1"/>
                    <a:pt x="1219" y="2"/>
                  </a:cubicBezTo>
                  <a:cubicBezTo>
                    <a:pt x="1219" y="3"/>
                    <a:pt x="1219" y="3"/>
                    <a:pt x="1219" y="3"/>
                  </a:cubicBezTo>
                  <a:cubicBezTo>
                    <a:pt x="1168" y="3"/>
                    <a:pt x="1117" y="4"/>
                    <a:pt x="1067" y="4"/>
                  </a:cubicBezTo>
                  <a:cubicBezTo>
                    <a:pt x="1016" y="4"/>
                    <a:pt x="965" y="4"/>
                    <a:pt x="914" y="4"/>
                  </a:cubicBezTo>
                  <a:cubicBezTo>
                    <a:pt x="813" y="5"/>
                    <a:pt x="711" y="4"/>
                    <a:pt x="609" y="3"/>
                  </a:cubicBezTo>
                  <a:cubicBezTo>
                    <a:pt x="559" y="3"/>
                    <a:pt x="508" y="3"/>
                    <a:pt x="457" y="3"/>
                  </a:cubicBezTo>
                  <a:cubicBezTo>
                    <a:pt x="406" y="3"/>
                    <a:pt x="355" y="4"/>
                    <a:pt x="304" y="4"/>
                  </a:cubicBezTo>
                  <a:cubicBezTo>
                    <a:pt x="203" y="4"/>
                    <a:pt x="101" y="4"/>
                    <a:pt x="0" y="3"/>
                  </a:cubicBezTo>
                  <a:lnTo>
                    <a:pt x="0" y="2"/>
                  </a:ln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3" name="Voľný tvar 44"/>
            <p:cNvSpPr>
              <a:spLocks/>
            </p:cNvSpPr>
            <p:nvPr/>
          </p:nvSpPr>
          <p:spPr bwMode="auto">
            <a:xfrm>
              <a:off x="4443413" y="3759200"/>
              <a:ext cx="9525" cy="1919288"/>
            </a:xfrm>
            <a:custGeom>
              <a:avLst/>
              <a:gdLst>
                <a:gd name="T0" fmla="*/ 2 w 4"/>
                <a:gd name="T1" fmla="*/ 853 h 853"/>
                <a:gd name="T2" fmla="*/ 0 w 4"/>
                <a:gd name="T3" fmla="*/ 640 h 853"/>
                <a:gd name="T4" fmla="*/ 1 w 4"/>
                <a:gd name="T5" fmla="*/ 533 h 853"/>
                <a:gd name="T6" fmla="*/ 1 w 4"/>
                <a:gd name="T7" fmla="*/ 427 h 853"/>
                <a:gd name="T8" fmla="*/ 0 w 4"/>
                <a:gd name="T9" fmla="*/ 213 h 853"/>
                <a:gd name="T10" fmla="*/ 0 w 4"/>
                <a:gd name="T11" fmla="*/ 107 h 853"/>
                <a:gd name="T12" fmla="*/ 2 w 4"/>
                <a:gd name="T13" fmla="*/ 0 h 853"/>
                <a:gd name="T14" fmla="*/ 2 w 4"/>
                <a:gd name="T15" fmla="*/ 0 h 853"/>
                <a:gd name="T16" fmla="*/ 3 w 4"/>
                <a:gd name="T17" fmla="*/ 107 h 853"/>
                <a:gd name="T18" fmla="*/ 4 w 4"/>
                <a:gd name="T19" fmla="*/ 213 h 853"/>
                <a:gd name="T20" fmla="*/ 3 w 4"/>
                <a:gd name="T21" fmla="*/ 427 h 853"/>
                <a:gd name="T22" fmla="*/ 2 w 4"/>
                <a:gd name="T23" fmla="*/ 533 h 853"/>
                <a:gd name="T24" fmla="*/ 3 w 4"/>
                <a:gd name="T25" fmla="*/ 640 h 853"/>
                <a:gd name="T26" fmla="*/ 2 w 4"/>
                <a:gd name="T27" fmla="*/ 853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 h="853">
                  <a:moveTo>
                    <a:pt x="2" y="853"/>
                  </a:moveTo>
                  <a:cubicBezTo>
                    <a:pt x="0" y="782"/>
                    <a:pt x="0" y="711"/>
                    <a:pt x="0" y="640"/>
                  </a:cubicBezTo>
                  <a:cubicBezTo>
                    <a:pt x="0" y="604"/>
                    <a:pt x="1" y="569"/>
                    <a:pt x="1" y="533"/>
                  </a:cubicBezTo>
                  <a:cubicBezTo>
                    <a:pt x="1" y="498"/>
                    <a:pt x="1" y="462"/>
                    <a:pt x="1" y="427"/>
                  </a:cubicBezTo>
                  <a:cubicBezTo>
                    <a:pt x="0" y="356"/>
                    <a:pt x="0" y="284"/>
                    <a:pt x="0" y="213"/>
                  </a:cubicBezTo>
                  <a:cubicBezTo>
                    <a:pt x="0" y="178"/>
                    <a:pt x="0" y="142"/>
                    <a:pt x="0" y="107"/>
                  </a:cubicBezTo>
                  <a:cubicBezTo>
                    <a:pt x="1" y="71"/>
                    <a:pt x="1" y="36"/>
                    <a:pt x="2" y="0"/>
                  </a:cubicBezTo>
                  <a:cubicBezTo>
                    <a:pt x="2" y="0"/>
                    <a:pt x="2" y="0"/>
                    <a:pt x="2" y="0"/>
                  </a:cubicBezTo>
                  <a:cubicBezTo>
                    <a:pt x="3" y="36"/>
                    <a:pt x="3" y="71"/>
                    <a:pt x="3" y="107"/>
                  </a:cubicBezTo>
                  <a:cubicBezTo>
                    <a:pt x="4" y="142"/>
                    <a:pt x="4" y="178"/>
                    <a:pt x="4" y="213"/>
                  </a:cubicBezTo>
                  <a:cubicBezTo>
                    <a:pt x="4" y="284"/>
                    <a:pt x="3" y="356"/>
                    <a:pt x="3" y="427"/>
                  </a:cubicBezTo>
                  <a:cubicBezTo>
                    <a:pt x="3" y="462"/>
                    <a:pt x="2" y="498"/>
                    <a:pt x="2" y="533"/>
                  </a:cubicBezTo>
                  <a:cubicBezTo>
                    <a:pt x="3" y="569"/>
                    <a:pt x="3" y="604"/>
                    <a:pt x="3" y="640"/>
                  </a:cubicBezTo>
                  <a:cubicBezTo>
                    <a:pt x="4" y="711"/>
                    <a:pt x="3" y="782"/>
                    <a:pt x="2" y="853"/>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4" name="Voľný tvar 45"/>
            <p:cNvSpPr>
              <a:spLocks noEditPoints="1"/>
            </p:cNvSpPr>
            <p:nvPr/>
          </p:nvSpPr>
          <p:spPr bwMode="auto">
            <a:xfrm>
              <a:off x="903288" y="5772150"/>
              <a:ext cx="341313" cy="331788"/>
            </a:xfrm>
            <a:custGeom>
              <a:avLst/>
              <a:gdLst>
                <a:gd name="T0" fmla="*/ 127 w 152"/>
                <a:gd name="T1" fmla="*/ 122 h 148"/>
                <a:gd name="T2" fmla="*/ 84 w 152"/>
                <a:gd name="T3" fmla="*/ 134 h 148"/>
                <a:gd name="T4" fmla="*/ 112 w 152"/>
                <a:gd name="T5" fmla="*/ 131 h 148"/>
                <a:gd name="T6" fmla="*/ 48 w 152"/>
                <a:gd name="T7" fmla="*/ 142 h 148"/>
                <a:gd name="T8" fmla="*/ 4 w 152"/>
                <a:gd name="T9" fmla="*/ 95 h 148"/>
                <a:gd name="T10" fmla="*/ 20 w 152"/>
                <a:gd name="T11" fmla="*/ 61 h 148"/>
                <a:gd name="T12" fmla="*/ 26 w 152"/>
                <a:gd name="T13" fmla="*/ 58 h 148"/>
                <a:gd name="T14" fmla="*/ 31 w 152"/>
                <a:gd name="T15" fmla="*/ 23 h 148"/>
                <a:gd name="T16" fmla="*/ 19 w 152"/>
                <a:gd name="T17" fmla="*/ 0 h 148"/>
                <a:gd name="T18" fmla="*/ 33 w 152"/>
                <a:gd name="T19" fmla="*/ 57 h 148"/>
                <a:gd name="T20" fmla="*/ 41 w 152"/>
                <a:gd name="T21" fmla="*/ 63 h 148"/>
                <a:gd name="T22" fmla="*/ 36 w 152"/>
                <a:gd name="T23" fmla="*/ 80 h 148"/>
                <a:gd name="T24" fmla="*/ 26 w 152"/>
                <a:gd name="T25" fmla="*/ 67 h 148"/>
                <a:gd name="T26" fmla="*/ 64 w 152"/>
                <a:gd name="T27" fmla="*/ 132 h 148"/>
                <a:gd name="T28" fmla="*/ 84 w 152"/>
                <a:gd name="T29" fmla="*/ 112 h 148"/>
                <a:gd name="T30" fmla="*/ 77 w 152"/>
                <a:gd name="T31" fmla="*/ 131 h 148"/>
                <a:gd name="T32" fmla="*/ 152 w 152"/>
                <a:gd name="T33" fmla="*/ 129 h 148"/>
                <a:gd name="T34" fmla="*/ 114 w 152"/>
                <a:gd name="T35" fmla="*/ 131 h 148"/>
                <a:gd name="T36" fmla="*/ 127 w 152"/>
                <a:gd name="T37" fmla="*/ 122 h 148"/>
                <a:gd name="T38" fmla="*/ 74 w 152"/>
                <a:gd name="T39" fmla="*/ 128 h 148"/>
                <a:gd name="T40" fmla="*/ 68 w 152"/>
                <a:gd name="T41" fmla="*/ 112 h 148"/>
                <a:gd name="T42" fmla="*/ 66 w 152"/>
                <a:gd name="T43" fmla="*/ 117 h 148"/>
                <a:gd name="T44" fmla="*/ 66 w 152"/>
                <a:gd name="T45" fmla="*/ 125 h 148"/>
                <a:gd name="T46" fmla="*/ 73 w 152"/>
                <a:gd name="T47" fmla="*/ 128 h 148"/>
                <a:gd name="T48" fmla="*/ 74 w 152"/>
                <a:gd name="T49" fmla="*/ 114 h 148"/>
                <a:gd name="T50" fmla="*/ 74 w 152"/>
                <a:gd name="T51" fmla="*/ 128 h 148"/>
                <a:gd name="T52" fmla="*/ 9 w 152"/>
                <a:gd name="T53" fmla="*/ 88 h 148"/>
                <a:gd name="T54" fmla="*/ 56 w 152"/>
                <a:gd name="T55" fmla="*/ 135 h 148"/>
                <a:gd name="T56" fmla="*/ 9 w 152"/>
                <a:gd name="T57" fmla="*/ 88 h 148"/>
                <a:gd name="T58" fmla="*/ 37 w 152"/>
                <a:gd name="T59" fmla="*/ 61 h 148"/>
                <a:gd name="T60" fmla="*/ 31 w 152"/>
                <a:gd name="T61" fmla="*/ 77 h 148"/>
                <a:gd name="T62" fmla="*/ 37 w 152"/>
                <a:gd name="T63" fmla="*/ 61 h 148"/>
                <a:gd name="T64" fmla="*/ 30 w 152"/>
                <a:gd name="T65" fmla="*/ 57 h 148"/>
                <a:gd name="T66" fmla="*/ 33 w 152"/>
                <a:gd name="T67" fmla="*/ 31 h 148"/>
                <a:gd name="T68" fmla="*/ 30 w 152"/>
                <a:gd name="T69" fmla="*/ 57 h 148"/>
                <a:gd name="T70" fmla="*/ 30 w 152"/>
                <a:gd name="T71" fmla="*/ 61 h 148"/>
                <a:gd name="T72" fmla="*/ 30 w 152"/>
                <a:gd name="T73" fmla="*/ 74 h 148"/>
                <a:gd name="T74" fmla="*/ 30 w 152"/>
                <a:gd name="T75" fmla="*/ 61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2" h="148">
                  <a:moveTo>
                    <a:pt x="127" y="122"/>
                  </a:moveTo>
                  <a:cubicBezTo>
                    <a:pt x="115" y="118"/>
                    <a:pt x="99" y="137"/>
                    <a:pt x="84" y="134"/>
                  </a:cubicBezTo>
                  <a:cubicBezTo>
                    <a:pt x="92" y="142"/>
                    <a:pt x="106" y="130"/>
                    <a:pt x="112" y="131"/>
                  </a:cubicBezTo>
                  <a:cubicBezTo>
                    <a:pt x="95" y="147"/>
                    <a:pt x="66" y="127"/>
                    <a:pt x="48" y="142"/>
                  </a:cubicBezTo>
                  <a:cubicBezTo>
                    <a:pt x="19" y="142"/>
                    <a:pt x="1" y="123"/>
                    <a:pt x="4" y="95"/>
                  </a:cubicBezTo>
                  <a:cubicBezTo>
                    <a:pt x="6" y="82"/>
                    <a:pt x="19" y="74"/>
                    <a:pt x="20" y="61"/>
                  </a:cubicBezTo>
                  <a:cubicBezTo>
                    <a:pt x="23" y="58"/>
                    <a:pt x="22" y="60"/>
                    <a:pt x="26" y="58"/>
                  </a:cubicBezTo>
                  <a:cubicBezTo>
                    <a:pt x="25" y="45"/>
                    <a:pt x="33" y="34"/>
                    <a:pt x="31" y="23"/>
                  </a:cubicBezTo>
                  <a:cubicBezTo>
                    <a:pt x="30" y="12"/>
                    <a:pt x="19" y="8"/>
                    <a:pt x="19" y="0"/>
                  </a:cubicBezTo>
                  <a:cubicBezTo>
                    <a:pt x="36" y="7"/>
                    <a:pt x="41" y="36"/>
                    <a:pt x="33" y="57"/>
                  </a:cubicBezTo>
                  <a:cubicBezTo>
                    <a:pt x="34" y="60"/>
                    <a:pt x="40" y="59"/>
                    <a:pt x="41" y="63"/>
                  </a:cubicBezTo>
                  <a:cubicBezTo>
                    <a:pt x="43" y="69"/>
                    <a:pt x="40" y="75"/>
                    <a:pt x="36" y="80"/>
                  </a:cubicBezTo>
                  <a:cubicBezTo>
                    <a:pt x="27" y="79"/>
                    <a:pt x="20" y="74"/>
                    <a:pt x="26" y="67"/>
                  </a:cubicBezTo>
                  <a:cubicBezTo>
                    <a:pt x="1" y="88"/>
                    <a:pt x="14" y="148"/>
                    <a:pt x="64" y="132"/>
                  </a:cubicBezTo>
                  <a:cubicBezTo>
                    <a:pt x="54" y="118"/>
                    <a:pt x="73" y="97"/>
                    <a:pt x="84" y="112"/>
                  </a:cubicBezTo>
                  <a:cubicBezTo>
                    <a:pt x="86" y="123"/>
                    <a:pt x="81" y="126"/>
                    <a:pt x="77" y="131"/>
                  </a:cubicBezTo>
                  <a:cubicBezTo>
                    <a:pt x="101" y="137"/>
                    <a:pt x="133" y="102"/>
                    <a:pt x="152" y="129"/>
                  </a:cubicBezTo>
                  <a:cubicBezTo>
                    <a:pt x="143" y="117"/>
                    <a:pt x="124" y="124"/>
                    <a:pt x="114" y="131"/>
                  </a:cubicBezTo>
                  <a:cubicBezTo>
                    <a:pt x="116" y="126"/>
                    <a:pt x="123" y="126"/>
                    <a:pt x="127" y="122"/>
                  </a:cubicBezTo>
                  <a:close/>
                  <a:moveTo>
                    <a:pt x="74" y="128"/>
                  </a:moveTo>
                  <a:cubicBezTo>
                    <a:pt x="91" y="127"/>
                    <a:pt x="78" y="98"/>
                    <a:pt x="68" y="112"/>
                  </a:cubicBezTo>
                  <a:cubicBezTo>
                    <a:pt x="75" y="112"/>
                    <a:pt x="69" y="117"/>
                    <a:pt x="66" y="117"/>
                  </a:cubicBezTo>
                  <a:cubicBezTo>
                    <a:pt x="66" y="119"/>
                    <a:pt x="66" y="122"/>
                    <a:pt x="66" y="125"/>
                  </a:cubicBezTo>
                  <a:cubicBezTo>
                    <a:pt x="68" y="126"/>
                    <a:pt x="69" y="128"/>
                    <a:pt x="73" y="128"/>
                  </a:cubicBezTo>
                  <a:cubicBezTo>
                    <a:pt x="75" y="124"/>
                    <a:pt x="80" y="117"/>
                    <a:pt x="74" y="114"/>
                  </a:cubicBezTo>
                  <a:cubicBezTo>
                    <a:pt x="84" y="115"/>
                    <a:pt x="78" y="125"/>
                    <a:pt x="74" y="128"/>
                  </a:cubicBezTo>
                  <a:close/>
                  <a:moveTo>
                    <a:pt x="9" y="88"/>
                  </a:moveTo>
                  <a:cubicBezTo>
                    <a:pt x="0" y="121"/>
                    <a:pt x="28" y="148"/>
                    <a:pt x="56" y="135"/>
                  </a:cubicBezTo>
                  <a:cubicBezTo>
                    <a:pt x="20" y="145"/>
                    <a:pt x="13" y="115"/>
                    <a:pt x="9" y="88"/>
                  </a:cubicBezTo>
                  <a:close/>
                  <a:moveTo>
                    <a:pt x="37" y="61"/>
                  </a:moveTo>
                  <a:cubicBezTo>
                    <a:pt x="38" y="69"/>
                    <a:pt x="34" y="72"/>
                    <a:pt x="31" y="77"/>
                  </a:cubicBezTo>
                  <a:cubicBezTo>
                    <a:pt x="40" y="78"/>
                    <a:pt x="42" y="66"/>
                    <a:pt x="37" y="61"/>
                  </a:cubicBezTo>
                  <a:close/>
                  <a:moveTo>
                    <a:pt x="30" y="57"/>
                  </a:moveTo>
                  <a:cubicBezTo>
                    <a:pt x="30" y="49"/>
                    <a:pt x="38" y="40"/>
                    <a:pt x="33" y="31"/>
                  </a:cubicBezTo>
                  <a:cubicBezTo>
                    <a:pt x="34" y="41"/>
                    <a:pt x="26" y="49"/>
                    <a:pt x="30" y="57"/>
                  </a:cubicBezTo>
                  <a:close/>
                  <a:moveTo>
                    <a:pt x="30" y="61"/>
                  </a:moveTo>
                  <a:cubicBezTo>
                    <a:pt x="28" y="63"/>
                    <a:pt x="27" y="72"/>
                    <a:pt x="30" y="74"/>
                  </a:cubicBezTo>
                  <a:cubicBezTo>
                    <a:pt x="33" y="70"/>
                    <a:pt x="36" y="63"/>
                    <a:pt x="30" y="61"/>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5" name="Voľný tvar 46"/>
            <p:cNvSpPr>
              <a:spLocks noEditPoints="1"/>
            </p:cNvSpPr>
            <p:nvPr/>
          </p:nvSpPr>
          <p:spPr bwMode="auto">
            <a:xfrm>
              <a:off x="906463" y="5768975"/>
              <a:ext cx="341313" cy="323850"/>
            </a:xfrm>
            <a:custGeom>
              <a:avLst/>
              <a:gdLst>
                <a:gd name="T0" fmla="*/ 2 w 151"/>
                <a:gd name="T1" fmla="*/ 96 h 144"/>
                <a:gd name="T2" fmla="*/ 21 w 151"/>
                <a:gd name="T3" fmla="*/ 59 h 144"/>
                <a:gd name="T4" fmla="*/ 22 w 151"/>
                <a:gd name="T5" fmla="*/ 12 h 144"/>
                <a:gd name="T6" fmla="*/ 32 w 151"/>
                <a:gd name="T7" fmla="*/ 58 h 144"/>
                <a:gd name="T8" fmla="*/ 34 w 151"/>
                <a:gd name="T9" fmla="*/ 81 h 144"/>
                <a:gd name="T10" fmla="*/ 15 w 151"/>
                <a:gd name="T11" fmla="*/ 112 h 144"/>
                <a:gd name="T12" fmla="*/ 73 w 151"/>
                <a:gd name="T13" fmla="*/ 107 h 144"/>
                <a:gd name="T14" fmla="*/ 76 w 151"/>
                <a:gd name="T15" fmla="*/ 131 h 144"/>
                <a:gd name="T16" fmla="*/ 151 w 151"/>
                <a:gd name="T17" fmla="*/ 130 h 144"/>
                <a:gd name="T18" fmla="*/ 110 w 151"/>
                <a:gd name="T19" fmla="*/ 134 h 144"/>
                <a:gd name="T20" fmla="*/ 66 w 151"/>
                <a:gd name="T21" fmla="*/ 138 h 144"/>
                <a:gd name="T22" fmla="*/ 12 w 151"/>
                <a:gd name="T23" fmla="*/ 128 h 144"/>
                <a:gd name="T24" fmla="*/ 86 w 151"/>
                <a:gd name="T25" fmla="*/ 138 h 144"/>
                <a:gd name="T26" fmla="*/ 86 w 151"/>
                <a:gd name="T27" fmla="*/ 134 h 144"/>
                <a:gd name="T28" fmla="*/ 75 w 151"/>
                <a:gd name="T29" fmla="*/ 133 h 144"/>
                <a:gd name="T30" fmla="*/ 77 w 151"/>
                <a:gd name="T31" fmla="*/ 128 h 144"/>
                <a:gd name="T32" fmla="*/ 66 w 151"/>
                <a:gd name="T33" fmla="*/ 128 h 144"/>
                <a:gd name="T34" fmla="*/ 64 w 151"/>
                <a:gd name="T35" fmla="*/ 117 h 144"/>
                <a:gd name="T36" fmla="*/ 65 w 151"/>
                <a:gd name="T37" fmla="*/ 114 h 144"/>
                <a:gd name="T38" fmla="*/ 63 w 151"/>
                <a:gd name="T39" fmla="*/ 133 h 144"/>
                <a:gd name="T40" fmla="*/ 54 w 151"/>
                <a:gd name="T41" fmla="*/ 137 h 144"/>
                <a:gd name="T42" fmla="*/ 7 w 151"/>
                <a:gd name="T43" fmla="*/ 86 h 144"/>
                <a:gd name="T44" fmla="*/ 41 w 151"/>
                <a:gd name="T45" fmla="*/ 139 h 144"/>
                <a:gd name="T46" fmla="*/ 92 w 151"/>
                <a:gd name="T47" fmla="*/ 138 h 144"/>
                <a:gd name="T48" fmla="*/ 41 w 151"/>
                <a:gd name="T49" fmla="*/ 137 h 144"/>
                <a:gd name="T50" fmla="*/ 26 w 151"/>
                <a:gd name="T51" fmla="*/ 65 h 144"/>
                <a:gd name="T52" fmla="*/ 32 w 151"/>
                <a:gd name="T53" fmla="*/ 64 h 144"/>
                <a:gd name="T54" fmla="*/ 26 w 151"/>
                <a:gd name="T55" fmla="*/ 72 h 144"/>
                <a:gd name="T56" fmla="*/ 33 w 151"/>
                <a:gd name="T57" fmla="*/ 80 h 144"/>
                <a:gd name="T58" fmla="*/ 38 w 151"/>
                <a:gd name="T59" fmla="*/ 73 h 144"/>
                <a:gd name="T60" fmla="*/ 28 w 151"/>
                <a:gd name="T61" fmla="*/ 78 h 144"/>
                <a:gd name="T62" fmla="*/ 34 w 151"/>
                <a:gd name="T63" fmla="*/ 61 h 144"/>
                <a:gd name="T64" fmla="*/ 18 w 151"/>
                <a:gd name="T65" fmla="*/ 2 h 144"/>
                <a:gd name="T66" fmla="*/ 31 w 151"/>
                <a:gd name="T67" fmla="*/ 32 h 144"/>
                <a:gd name="T68" fmla="*/ 27 w 151"/>
                <a:gd name="T69" fmla="*/ 58 h 144"/>
                <a:gd name="T70" fmla="*/ 28 w 151"/>
                <a:gd name="T71" fmla="*/ 42 h 144"/>
                <a:gd name="T72" fmla="*/ 21 w 151"/>
                <a:gd name="T73" fmla="*/ 61 h 144"/>
                <a:gd name="T74" fmla="*/ 7 w 151"/>
                <a:gd name="T75" fmla="*/ 86 h 144"/>
                <a:gd name="T76" fmla="*/ 110 w 151"/>
                <a:gd name="T77" fmla="*/ 131 h 144"/>
                <a:gd name="T78" fmla="*/ 121 w 151"/>
                <a:gd name="T79" fmla="*/ 123 h 144"/>
                <a:gd name="T80" fmla="*/ 67 w 151"/>
                <a:gd name="T81" fmla="*/ 127 h 144"/>
                <a:gd name="T82" fmla="*/ 74 w 151"/>
                <a:gd name="T83" fmla="*/ 118 h 144"/>
                <a:gd name="T84" fmla="*/ 64 w 151"/>
                <a:gd name="T85" fmla="*/ 118 h 144"/>
                <a:gd name="T86" fmla="*/ 75 w 151"/>
                <a:gd name="T87" fmla="*/ 118 h 144"/>
                <a:gd name="T88" fmla="*/ 70 w 151"/>
                <a:gd name="T89" fmla="*/ 114 h 144"/>
                <a:gd name="T90" fmla="*/ 79 w 151"/>
                <a:gd name="T91" fmla="*/ 120 h 144"/>
                <a:gd name="T92" fmla="*/ 122 w 151"/>
                <a:gd name="T93" fmla="*/ 122 h 144"/>
                <a:gd name="T94" fmla="*/ 123 w 151"/>
                <a:gd name="T95" fmla="*/ 125 h 144"/>
                <a:gd name="T96" fmla="*/ 122 w 151"/>
                <a:gd name="T97" fmla="*/ 122 h 144"/>
                <a:gd name="T98" fmla="*/ 81 w 151"/>
                <a:gd name="T99" fmla="*/ 114 h 144"/>
                <a:gd name="T100" fmla="*/ 32 w 151"/>
                <a:gd name="T101" fmla="*/ 74 h 144"/>
                <a:gd name="T102" fmla="*/ 28 w 151"/>
                <a:gd name="T103" fmla="*/ 63 h 144"/>
                <a:gd name="T104" fmla="*/ 28 w 151"/>
                <a:gd name="T105" fmla="*/ 63 h 144"/>
                <a:gd name="T106" fmla="*/ 29 w 151"/>
                <a:gd name="T107" fmla="*/ 4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1" h="144">
                  <a:moveTo>
                    <a:pt x="47" y="144"/>
                  </a:moveTo>
                  <a:cubicBezTo>
                    <a:pt x="46" y="144"/>
                    <a:pt x="46" y="144"/>
                    <a:pt x="46" y="144"/>
                  </a:cubicBezTo>
                  <a:cubicBezTo>
                    <a:pt x="32" y="144"/>
                    <a:pt x="19" y="139"/>
                    <a:pt x="11" y="129"/>
                  </a:cubicBezTo>
                  <a:cubicBezTo>
                    <a:pt x="3" y="121"/>
                    <a:pt x="0" y="109"/>
                    <a:pt x="2" y="96"/>
                  </a:cubicBezTo>
                  <a:cubicBezTo>
                    <a:pt x="3" y="90"/>
                    <a:pt x="6" y="84"/>
                    <a:pt x="10" y="79"/>
                  </a:cubicBezTo>
                  <a:cubicBezTo>
                    <a:pt x="13" y="73"/>
                    <a:pt x="17" y="68"/>
                    <a:pt x="17" y="62"/>
                  </a:cubicBezTo>
                  <a:cubicBezTo>
                    <a:pt x="17" y="62"/>
                    <a:pt x="17" y="62"/>
                    <a:pt x="17" y="62"/>
                  </a:cubicBezTo>
                  <a:cubicBezTo>
                    <a:pt x="19" y="60"/>
                    <a:pt x="20" y="59"/>
                    <a:pt x="21" y="59"/>
                  </a:cubicBezTo>
                  <a:cubicBezTo>
                    <a:pt x="21" y="59"/>
                    <a:pt x="22" y="59"/>
                    <a:pt x="23" y="59"/>
                  </a:cubicBezTo>
                  <a:cubicBezTo>
                    <a:pt x="23" y="53"/>
                    <a:pt x="24" y="47"/>
                    <a:pt x="26" y="41"/>
                  </a:cubicBezTo>
                  <a:cubicBezTo>
                    <a:pt x="28" y="35"/>
                    <a:pt x="30" y="30"/>
                    <a:pt x="29" y="24"/>
                  </a:cubicBezTo>
                  <a:cubicBezTo>
                    <a:pt x="28" y="19"/>
                    <a:pt x="25" y="15"/>
                    <a:pt x="22" y="12"/>
                  </a:cubicBezTo>
                  <a:cubicBezTo>
                    <a:pt x="19" y="8"/>
                    <a:pt x="16" y="5"/>
                    <a:pt x="16" y="1"/>
                  </a:cubicBezTo>
                  <a:cubicBezTo>
                    <a:pt x="16" y="0"/>
                    <a:pt x="16" y="0"/>
                    <a:pt x="16" y="0"/>
                  </a:cubicBezTo>
                  <a:cubicBezTo>
                    <a:pt x="17" y="0"/>
                    <a:pt x="17" y="0"/>
                    <a:pt x="17" y="0"/>
                  </a:cubicBezTo>
                  <a:cubicBezTo>
                    <a:pt x="35" y="8"/>
                    <a:pt x="40" y="37"/>
                    <a:pt x="32" y="58"/>
                  </a:cubicBezTo>
                  <a:cubicBezTo>
                    <a:pt x="32" y="59"/>
                    <a:pt x="34" y="59"/>
                    <a:pt x="35" y="60"/>
                  </a:cubicBezTo>
                  <a:cubicBezTo>
                    <a:pt x="37" y="61"/>
                    <a:pt x="39" y="61"/>
                    <a:pt x="40" y="63"/>
                  </a:cubicBezTo>
                  <a:cubicBezTo>
                    <a:pt x="43" y="72"/>
                    <a:pt x="37" y="78"/>
                    <a:pt x="34" y="81"/>
                  </a:cubicBezTo>
                  <a:cubicBezTo>
                    <a:pt x="34" y="81"/>
                    <a:pt x="34" y="81"/>
                    <a:pt x="34" y="81"/>
                  </a:cubicBezTo>
                  <a:cubicBezTo>
                    <a:pt x="34" y="81"/>
                    <a:pt x="34" y="81"/>
                    <a:pt x="34" y="81"/>
                  </a:cubicBezTo>
                  <a:cubicBezTo>
                    <a:pt x="28" y="81"/>
                    <a:pt x="23" y="79"/>
                    <a:pt x="22" y="76"/>
                  </a:cubicBezTo>
                  <a:cubicBezTo>
                    <a:pt x="21" y="75"/>
                    <a:pt x="21" y="73"/>
                    <a:pt x="21" y="71"/>
                  </a:cubicBezTo>
                  <a:cubicBezTo>
                    <a:pt x="12" y="82"/>
                    <a:pt x="10" y="98"/>
                    <a:pt x="15" y="112"/>
                  </a:cubicBezTo>
                  <a:cubicBezTo>
                    <a:pt x="20" y="127"/>
                    <a:pt x="32" y="135"/>
                    <a:pt x="46" y="135"/>
                  </a:cubicBezTo>
                  <a:cubicBezTo>
                    <a:pt x="51" y="135"/>
                    <a:pt x="56" y="134"/>
                    <a:pt x="61" y="133"/>
                  </a:cubicBezTo>
                  <a:cubicBezTo>
                    <a:pt x="58" y="128"/>
                    <a:pt x="57" y="122"/>
                    <a:pt x="60" y="116"/>
                  </a:cubicBezTo>
                  <a:cubicBezTo>
                    <a:pt x="63" y="111"/>
                    <a:pt x="68" y="107"/>
                    <a:pt x="73" y="107"/>
                  </a:cubicBezTo>
                  <a:cubicBezTo>
                    <a:pt x="75" y="107"/>
                    <a:pt x="79" y="108"/>
                    <a:pt x="83" y="113"/>
                  </a:cubicBezTo>
                  <a:cubicBezTo>
                    <a:pt x="83" y="113"/>
                    <a:pt x="83" y="113"/>
                    <a:pt x="83" y="113"/>
                  </a:cubicBezTo>
                  <a:cubicBezTo>
                    <a:pt x="84" y="122"/>
                    <a:pt x="81" y="126"/>
                    <a:pt x="77" y="130"/>
                  </a:cubicBezTo>
                  <a:cubicBezTo>
                    <a:pt x="77" y="130"/>
                    <a:pt x="77" y="131"/>
                    <a:pt x="76" y="131"/>
                  </a:cubicBezTo>
                  <a:cubicBezTo>
                    <a:pt x="78" y="132"/>
                    <a:pt x="80" y="132"/>
                    <a:pt x="82" y="132"/>
                  </a:cubicBezTo>
                  <a:cubicBezTo>
                    <a:pt x="90" y="132"/>
                    <a:pt x="98" y="129"/>
                    <a:pt x="107" y="125"/>
                  </a:cubicBezTo>
                  <a:cubicBezTo>
                    <a:pt x="115" y="122"/>
                    <a:pt x="123" y="119"/>
                    <a:pt x="131" y="119"/>
                  </a:cubicBezTo>
                  <a:cubicBezTo>
                    <a:pt x="139" y="119"/>
                    <a:pt x="146" y="123"/>
                    <a:pt x="151" y="130"/>
                  </a:cubicBezTo>
                  <a:cubicBezTo>
                    <a:pt x="150" y="131"/>
                    <a:pt x="150" y="131"/>
                    <a:pt x="150" y="131"/>
                  </a:cubicBezTo>
                  <a:cubicBezTo>
                    <a:pt x="146" y="127"/>
                    <a:pt x="142" y="124"/>
                    <a:pt x="136" y="124"/>
                  </a:cubicBezTo>
                  <a:cubicBezTo>
                    <a:pt x="126" y="124"/>
                    <a:pt x="115" y="131"/>
                    <a:pt x="112" y="132"/>
                  </a:cubicBezTo>
                  <a:cubicBezTo>
                    <a:pt x="110" y="134"/>
                    <a:pt x="110" y="134"/>
                    <a:pt x="110" y="134"/>
                  </a:cubicBezTo>
                  <a:cubicBezTo>
                    <a:pt x="110" y="133"/>
                    <a:pt x="110" y="133"/>
                    <a:pt x="110" y="133"/>
                  </a:cubicBezTo>
                  <a:cubicBezTo>
                    <a:pt x="105" y="137"/>
                    <a:pt x="99" y="139"/>
                    <a:pt x="90" y="139"/>
                  </a:cubicBezTo>
                  <a:cubicBezTo>
                    <a:pt x="86" y="139"/>
                    <a:pt x="82" y="139"/>
                    <a:pt x="78" y="139"/>
                  </a:cubicBezTo>
                  <a:cubicBezTo>
                    <a:pt x="74" y="138"/>
                    <a:pt x="70" y="138"/>
                    <a:pt x="66" y="138"/>
                  </a:cubicBezTo>
                  <a:cubicBezTo>
                    <a:pt x="58" y="138"/>
                    <a:pt x="52" y="140"/>
                    <a:pt x="47" y="144"/>
                  </a:cubicBezTo>
                  <a:close/>
                  <a:moveTo>
                    <a:pt x="7" y="86"/>
                  </a:moveTo>
                  <a:cubicBezTo>
                    <a:pt x="5" y="89"/>
                    <a:pt x="4" y="93"/>
                    <a:pt x="3" y="96"/>
                  </a:cubicBezTo>
                  <a:cubicBezTo>
                    <a:pt x="2" y="109"/>
                    <a:pt x="5" y="120"/>
                    <a:pt x="12" y="128"/>
                  </a:cubicBezTo>
                  <a:cubicBezTo>
                    <a:pt x="20" y="137"/>
                    <a:pt x="32" y="142"/>
                    <a:pt x="46" y="142"/>
                  </a:cubicBezTo>
                  <a:cubicBezTo>
                    <a:pt x="51" y="138"/>
                    <a:pt x="57" y="136"/>
                    <a:pt x="66" y="136"/>
                  </a:cubicBezTo>
                  <a:cubicBezTo>
                    <a:pt x="70" y="136"/>
                    <a:pt x="74" y="137"/>
                    <a:pt x="78" y="137"/>
                  </a:cubicBezTo>
                  <a:cubicBezTo>
                    <a:pt x="81" y="137"/>
                    <a:pt x="83" y="138"/>
                    <a:pt x="86" y="138"/>
                  </a:cubicBezTo>
                  <a:cubicBezTo>
                    <a:pt x="84" y="137"/>
                    <a:pt x="83" y="136"/>
                    <a:pt x="81" y="135"/>
                  </a:cubicBezTo>
                  <a:cubicBezTo>
                    <a:pt x="80" y="133"/>
                    <a:pt x="80" y="133"/>
                    <a:pt x="80" y="133"/>
                  </a:cubicBezTo>
                  <a:cubicBezTo>
                    <a:pt x="82" y="134"/>
                    <a:pt x="82" y="134"/>
                    <a:pt x="82" y="134"/>
                  </a:cubicBezTo>
                  <a:cubicBezTo>
                    <a:pt x="83" y="134"/>
                    <a:pt x="84" y="134"/>
                    <a:pt x="86" y="134"/>
                  </a:cubicBezTo>
                  <a:cubicBezTo>
                    <a:pt x="92" y="134"/>
                    <a:pt x="99" y="131"/>
                    <a:pt x="105" y="128"/>
                  </a:cubicBezTo>
                  <a:cubicBezTo>
                    <a:pt x="105" y="128"/>
                    <a:pt x="105" y="128"/>
                    <a:pt x="105" y="128"/>
                  </a:cubicBezTo>
                  <a:cubicBezTo>
                    <a:pt x="97" y="131"/>
                    <a:pt x="89" y="133"/>
                    <a:pt x="82" y="133"/>
                  </a:cubicBezTo>
                  <a:cubicBezTo>
                    <a:pt x="79" y="133"/>
                    <a:pt x="77" y="133"/>
                    <a:pt x="75" y="133"/>
                  </a:cubicBezTo>
                  <a:cubicBezTo>
                    <a:pt x="74" y="132"/>
                    <a:pt x="74" y="132"/>
                    <a:pt x="74" y="132"/>
                  </a:cubicBezTo>
                  <a:cubicBezTo>
                    <a:pt x="74" y="131"/>
                    <a:pt x="74" y="131"/>
                    <a:pt x="74" y="131"/>
                  </a:cubicBezTo>
                  <a:cubicBezTo>
                    <a:pt x="75" y="131"/>
                    <a:pt x="76" y="130"/>
                    <a:pt x="76" y="129"/>
                  </a:cubicBezTo>
                  <a:cubicBezTo>
                    <a:pt x="77" y="129"/>
                    <a:pt x="77" y="128"/>
                    <a:pt x="77" y="128"/>
                  </a:cubicBezTo>
                  <a:cubicBezTo>
                    <a:pt x="76" y="129"/>
                    <a:pt x="74" y="130"/>
                    <a:pt x="72" y="130"/>
                  </a:cubicBezTo>
                  <a:cubicBezTo>
                    <a:pt x="70" y="130"/>
                    <a:pt x="70" y="130"/>
                    <a:pt x="70" y="130"/>
                  </a:cubicBezTo>
                  <a:cubicBezTo>
                    <a:pt x="70" y="130"/>
                    <a:pt x="70" y="130"/>
                    <a:pt x="70" y="130"/>
                  </a:cubicBezTo>
                  <a:cubicBezTo>
                    <a:pt x="68" y="130"/>
                    <a:pt x="67" y="129"/>
                    <a:pt x="66" y="128"/>
                  </a:cubicBezTo>
                  <a:cubicBezTo>
                    <a:pt x="65" y="128"/>
                    <a:pt x="64" y="127"/>
                    <a:pt x="63" y="127"/>
                  </a:cubicBezTo>
                  <a:cubicBezTo>
                    <a:pt x="63" y="127"/>
                    <a:pt x="63" y="127"/>
                    <a:pt x="63" y="127"/>
                  </a:cubicBezTo>
                  <a:cubicBezTo>
                    <a:pt x="63" y="117"/>
                    <a:pt x="63" y="117"/>
                    <a:pt x="63" y="117"/>
                  </a:cubicBezTo>
                  <a:cubicBezTo>
                    <a:pt x="64" y="117"/>
                    <a:pt x="64" y="117"/>
                    <a:pt x="64" y="117"/>
                  </a:cubicBezTo>
                  <a:cubicBezTo>
                    <a:pt x="64" y="117"/>
                    <a:pt x="64" y="117"/>
                    <a:pt x="64" y="117"/>
                  </a:cubicBezTo>
                  <a:cubicBezTo>
                    <a:pt x="66" y="117"/>
                    <a:pt x="68" y="115"/>
                    <a:pt x="68" y="114"/>
                  </a:cubicBezTo>
                  <a:cubicBezTo>
                    <a:pt x="68" y="114"/>
                    <a:pt x="68" y="114"/>
                    <a:pt x="66" y="114"/>
                  </a:cubicBezTo>
                  <a:cubicBezTo>
                    <a:pt x="65" y="114"/>
                    <a:pt x="65" y="114"/>
                    <a:pt x="65" y="114"/>
                  </a:cubicBezTo>
                  <a:cubicBezTo>
                    <a:pt x="66" y="113"/>
                    <a:pt x="66" y="113"/>
                    <a:pt x="66" y="113"/>
                  </a:cubicBezTo>
                  <a:cubicBezTo>
                    <a:pt x="67" y="110"/>
                    <a:pt x="69" y="109"/>
                    <a:pt x="71" y="109"/>
                  </a:cubicBezTo>
                  <a:cubicBezTo>
                    <a:pt x="67" y="110"/>
                    <a:pt x="64" y="113"/>
                    <a:pt x="62" y="117"/>
                  </a:cubicBezTo>
                  <a:cubicBezTo>
                    <a:pt x="59" y="122"/>
                    <a:pt x="59" y="128"/>
                    <a:pt x="63" y="133"/>
                  </a:cubicBezTo>
                  <a:cubicBezTo>
                    <a:pt x="63" y="134"/>
                    <a:pt x="63" y="134"/>
                    <a:pt x="63" y="134"/>
                  </a:cubicBezTo>
                  <a:cubicBezTo>
                    <a:pt x="62" y="134"/>
                    <a:pt x="62" y="134"/>
                    <a:pt x="62" y="134"/>
                  </a:cubicBezTo>
                  <a:cubicBezTo>
                    <a:pt x="59" y="135"/>
                    <a:pt x="56" y="136"/>
                    <a:pt x="54" y="136"/>
                  </a:cubicBezTo>
                  <a:cubicBezTo>
                    <a:pt x="54" y="137"/>
                    <a:pt x="54" y="137"/>
                    <a:pt x="54" y="137"/>
                  </a:cubicBezTo>
                  <a:cubicBezTo>
                    <a:pt x="49" y="139"/>
                    <a:pt x="44" y="140"/>
                    <a:pt x="39" y="140"/>
                  </a:cubicBezTo>
                  <a:cubicBezTo>
                    <a:pt x="29" y="140"/>
                    <a:pt x="19" y="135"/>
                    <a:pt x="13" y="127"/>
                  </a:cubicBezTo>
                  <a:cubicBezTo>
                    <a:pt x="5" y="116"/>
                    <a:pt x="2" y="103"/>
                    <a:pt x="6" y="89"/>
                  </a:cubicBezTo>
                  <a:lnTo>
                    <a:pt x="7" y="86"/>
                  </a:lnTo>
                  <a:close/>
                  <a:moveTo>
                    <a:pt x="7" y="93"/>
                  </a:moveTo>
                  <a:cubicBezTo>
                    <a:pt x="4" y="105"/>
                    <a:pt x="7" y="117"/>
                    <a:pt x="14" y="126"/>
                  </a:cubicBezTo>
                  <a:cubicBezTo>
                    <a:pt x="21" y="135"/>
                    <a:pt x="31" y="139"/>
                    <a:pt x="41" y="139"/>
                  </a:cubicBezTo>
                  <a:cubicBezTo>
                    <a:pt x="41" y="139"/>
                    <a:pt x="41" y="139"/>
                    <a:pt x="41" y="139"/>
                  </a:cubicBezTo>
                  <a:cubicBezTo>
                    <a:pt x="16" y="139"/>
                    <a:pt x="10" y="113"/>
                    <a:pt x="7" y="93"/>
                  </a:cubicBezTo>
                  <a:close/>
                  <a:moveTo>
                    <a:pt x="108" y="133"/>
                  </a:moveTo>
                  <a:cubicBezTo>
                    <a:pt x="106" y="133"/>
                    <a:pt x="104" y="134"/>
                    <a:pt x="102" y="135"/>
                  </a:cubicBezTo>
                  <a:cubicBezTo>
                    <a:pt x="99" y="136"/>
                    <a:pt x="95" y="137"/>
                    <a:pt x="92" y="138"/>
                  </a:cubicBezTo>
                  <a:cubicBezTo>
                    <a:pt x="99" y="138"/>
                    <a:pt x="104" y="136"/>
                    <a:pt x="108" y="133"/>
                  </a:cubicBezTo>
                  <a:close/>
                  <a:moveTo>
                    <a:pt x="7" y="86"/>
                  </a:moveTo>
                  <a:cubicBezTo>
                    <a:pt x="7" y="89"/>
                    <a:pt x="7" y="89"/>
                    <a:pt x="7" y="89"/>
                  </a:cubicBezTo>
                  <a:cubicBezTo>
                    <a:pt x="12" y="114"/>
                    <a:pt x="17" y="137"/>
                    <a:pt x="41" y="137"/>
                  </a:cubicBezTo>
                  <a:cubicBezTo>
                    <a:pt x="43" y="137"/>
                    <a:pt x="45" y="137"/>
                    <a:pt x="48" y="137"/>
                  </a:cubicBezTo>
                  <a:cubicBezTo>
                    <a:pt x="32" y="137"/>
                    <a:pt x="19" y="128"/>
                    <a:pt x="13" y="113"/>
                  </a:cubicBezTo>
                  <a:cubicBezTo>
                    <a:pt x="7" y="96"/>
                    <a:pt x="12" y="77"/>
                    <a:pt x="23" y="67"/>
                  </a:cubicBezTo>
                  <a:cubicBezTo>
                    <a:pt x="26" y="65"/>
                    <a:pt x="26" y="65"/>
                    <a:pt x="26" y="65"/>
                  </a:cubicBezTo>
                  <a:cubicBezTo>
                    <a:pt x="26" y="63"/>
                    <a:pt x="27" y="62"/>
                    <a:pt x="27" y="62"/>
                  </a:cubicBezTo>
                  <a:cubicBezTo>
                    <a:pt x="28" y="61"/>
                    <a:pt x="28" y="61"/>
                    <a:pt x="28" y="61"/>
                  </a:cubicBezTo>
                  <a:cubicBezTo>
                    <a:pt x="28" y="61"/>
                    <a:pt x="28" y="61"/>
                    <a:pt x="28" y="61"/>
                  </a:cubicBezTo>
                  <a:cubicBezTo>
                    <a:pt x="30" y="62"/>
                    <a:pt x="31" y="63"/>
                    <a:pt x="32" y="64"/>
                  </a:cubicBezTo>
                  <a:cubicBezTo>
                    <a:pt x="33" y="68"/>
                    <a:pt x="30" y="73"/>
                    <a:pt x="29" y="75"/>
                  </a:cubicBezTo>
                  <a:cubicBezTo>
                    <a:pt x="28" y="76"/>
                    <a:pt x="28" y="76"/>
                    <a:pt x="28" y="76"/>
                  </a:cubicBezTo>
                  <a:cubicBezTo>
                    <a:pt x="28" y="76"/>
                    <a:pt x="28" y="76"/>
                    <a:pt x="28" y="76"/>
                  </a:cubicBezTo>
                  <a:cubicBezTo>
                    <a:pt x="27" y="75"/>
                    <a:pt x="26" y="74"/>
                    <a:pt x="26" y="72"/>
                  </a:cubicBezTo>
                  <a:cubicBezTo>
                    <a:pt x="25" y="70"/>
                    <a:pt x="26" y="68"/>
                    <a:pt x="26" y="66"/>
                  </a:cubicBezTo>
                  <a:cubicBezTo>
                    <a:pt x="24" y="68"/>
                    <a:pt x="24" y="68"/>
                    <a:pt x="24" y="68"/>
                  </a:cubicBezTo>
                  <a:cubicBezTo>
                    <a:pt x="22" y="71"/>
                    <a:pt x="22" y="73"/>
                    <a:pt x="23" y="75"/>
                  </a:cubicBezTo>
                  <a:cubicBezTo>
                    <a:pt x="24" y="78"/>
                    <a:pt x="28" y="80"/>
                    <a:pt x="33" y="80"/>
                  </a:cubicBezTo>
                  <a:cubicBezTo>
                    <a:pt x="36" y="77"/>
                    <a:pt x="41" y="71"/>
                    <a:pt x="39" y="64"/>
                  </a:cubicBezTo>
                  <a:cubicBezTo>
                    <a:pt x="38" y="63"/>
                    <a:pt x="37" y="62"/>
                    <a:pt x="35" y="62"/>
                  </a:cubicBezTo>
                  <a:cubicBezTo>
                    <a:pt x="36" y="62"/>
                    <a:pt x="36" y="62"/>
                    <a:pt x="36" y="62"/>
                  </a:cubicBezTo>
                  <a:cubicBezTo>
                    <a:pt x="38" y="64"/>
                    <a:pt x="39" y="69"/>
                    <a:pt x="38" y="73"/>
                  </a:cubicBezTo>
                  <a:cubicBezTo>
                    <a:pt x="36" y="77"/>
                    <a:pt x="34" y="79"/>
                    <a:pt x="30" y="79"/>
                  </a:cubicBezTo>
                  <a:cubicBezTo>
                    <a:pt x="30" y="79"/>
                    <a:pt x="30" y="79"/>
                    <a:pt x="30" y="79"/>
                  </a:cubicBezTo>
                  <a:cubicBezTo>
                    <a:pt x="30" y="79"/>
                    <a:pt x="30" y="79"/>
                    <a:pt x="29" y="79"/>
                  </a:cubicBezTo>
                  <a:cubicBezTo>
                    <a:pt x="28" y="78"/>
                    <a:pt x="28" y="78"/>
                    <a:pt x="28" y="78"/>
                  </a:cubicBezTo>
                  <a:cubicBezTo>
                    <a:pt x="29" y="78"/>
                    <a:pt x="29" y="78"/>
                    <a:pt x="29" y="78"/>
                  </a:cubicBezTo>
                  <a:cubicBezTo>
                    <a:pt x="29" y="76"/>
                    <a:pt x="30" y="75"/>
                    <a:pt x="31" y="74"/>
                  </a:cubicBezTo>
                  <a:cubicBezTo>
                    <a:pt x="33" y="71"/>
                    <a:pt x="35" y="68"/>
                    <a:pt x="34" y="62"/>
                  </a:cubicBezTo>
                  <a:cubicBezTo>
                    <a:pt x="34" y="61"/>
                    <a:pt x="34" y="61"/>
                    <a:pt x="34" y="61"/>
                  </a:cubicBezTo>
                  <a:cubicBezTo>
                    <a:pt x="33" y="61"/>
                    <a:pt x="31" y="60"/>
                    <a:pt x="30" y="58"/>
                  </a:cubicBezTo>
                  <a:cubicBezTo>
                    <a:pt x="30" y="58"/>
                    <a:pt x="30" y="58"/>
                    <a:pt x="30" y="58"/>
                  </a:cubicBezTo>
                  <a:cubicBezTo>
                    <a:pt x="30" y="58"/>
                    <a:pt x="30" y="58"/>
                    <a:pt x="30" y="58"/>
                  </a:cubicBezTo>
                  <a:cubicBezTo>
                    <a:pt x="38" y="39"/>
                    <a:pt x="34" y="10"/>
                    <a:pt x="18" y="2"/>
                  </a:cubicBezTo>
                  <a:cubicBezTo>
                    <a:pt x="18" y="5"/>
                    <a:pt x="20" y="8"/>
                    <a:pt x="23" y="11"/>
                  </a:cubicBezTo>
                  <a:cubicBezTo>
                    <a:pt x="26" y="14"/>
                    <a:pt x="29" y="18"/>
                    <a:pt x="30" y="24"/>
                  </a:cubicBezTo>
                  <a:cubicBezTo>
                    <a:pt x="30" y="26"/>
                    <a:pt x="30" y="28"/>
                    <a:pt x="30" y="30"/>
                  </a:cubicBezTo>
                  <a:cubicBezTo>
                    <a:pt x="31" y="32"/>
                    <a:pt x="31" y="32"/>
                    <a:pt x="31" y="32"/>
                  </a:cubicBezTo>
                  <a:cubicBezTo>
                    <a:pt x="35" y="38"/>
                    <a:pt x="33" y="44"/>
                    <a:pt x="31" y="49"/>
                  </a:cubicBezTo>
                  <a:cubicBezTo>
                    <a:pt x="30" y="52"/>
                    <a:pt x="29" y="55"/>
                    <a:pt x="29" y="58"/>
                  </a:cubicBezTo>
                  <a:cubicBezTo>
                    <a:pt x="29" y="61"/>
                    <a:pt x="29" y="61"/>
                    <a:pt x="29" y="61"/>
                  </a:cubicBezTo>
                  <a:cubicBezTo>
                    <a:pt x="27" y="58"/>
                    <a:pt x="27" y="58"/>
                    <a:pt x="27" y="58"/>
                  </a:cubicBezTo>
                  <a:cubicBezTo>
                    <a:pt x="25" y="53"/>
                    <a:pt x="26" y="49"/>
                    <a:pt x="28" y="44"/>
                  </a:cubicBezTo>
                  <a:cubicBezTo>
                    <a:pt x="29" y="40"/>
                    <a:pt x="31" y="36"/>
                    <a:pt x="30" y="32"/>
                  </a:cubicBezTo>
                  <a:cubicBezTo>
                    <a:pt x="30" y="32"/>
                    <a:pt x="30" y="32"/>
                    <a:pt x="30" y="32"/>
                  </a:cubicBezTo>
                  <a:cubicBezTo>
                    <a:pt x="30" y="35"/>
                    <a:pt x="29" y="38"/>
                    <a:pt x="28" y="42"/>
                  </a:cubicBezTo>
                  <a:cubicBezTo>
                    <a:pt x="26" y="47"/>
                    <a:pt x="24" y="53"/>
                    <a:pt x="24" y="59"/>
                  </a:cubicBezTo>
                  <a:cubicBezTo>
                    <a:pt x="25" y="60"/>
                    <a:pt x="25" y="60"/>
                    <a:pt x="25" y="60"/>
                  </a:cubicBezTo>
                  <a:cubicBezTo>
                    <a:pt x="24" y="60"/>
                    <a:pt x="24" y="60"/>
                    <a:pt x="24" y="60"/>
                  </a:cubicBezTo>
                  <a:cubicBezTo>
                    <a:pt x="23" y="61"/>
                    <a:pt x="22" y="61"/>
                    <a:pt x="21" y="61"/>
                  </a:cubicBezTo>
                  <a:cubicBezTo>
                    <a:pt x="21" y="61"/>
                    <a:pt x="21" y="61"/>
                    <a:pt x="21" y="61"/>
                  </a:cubicBezTo>
                  <a:cubicBezTo>
                    <a:pt x="20" y="61"/>
                    <a:pt x="20" y="61"/>
                    <a:pt x="19" y="62"/>
                  </a:cubicBezTo>
                  <a:cubicBezTo>
                    <a:pt x="18" y="69"/>
                    <a:pt x="14" y="74"/>
                    <a:pt x="11" y="79"/>
                  </a:cubicBezTo>
                  <a:cubicBezTo>
                    <a:pt x="10" y="82"/>
                    <a:pt x="8" y="84"/>
                    <a:pt x="7" y="86"/>
                  </a:cubicBezTo>
                  <a:close/>
                  <a:moveTo>
                    <a:pt x="85" y="136"/>
                  </a:moveTo>
                  <a:cubicBezTo>
                    <a:pt x="86" y="136"/>
                    <a:pt x="87" y="137"/>
                    <a:pt x="89" y="137"/>
                  </a:cubicBezTo>
                  <a:cubicBezTo>
                    <a:pt x="93" y="137"/>
                    <a:pt x="97" y="135"/>
                    <a:pt x="101" y="133"/>
                  </a:cubicBezTo>
                  <a:cubicBezTo>
                    <a:pt x="105" y="132"/>
                    <a:pt x="108" y="131"/>
                    <a:pt x="110" y="131"/>
                  </a:cubicBezTo>
                  <a:cubicBezTo>
                    <a:pt x="111" y="131"/>
                    <a:pt x="111" y="131"/>
                    <a:pt x="111" y="131"/>
                  </a:cubicBezTo>
                  <a:cubicBezTo>
                    <a:pt x="113" y="129"/>
                    <a:pt x="116" y="127"/>
                    <a:pt x="118" y="126"/>
                  </a:cubicBezTo>
                  <a:cubicBezTo>
                    <a:pt x="120" y="125"/>
                    <a:pt x="122" y="125"/>
                    <a:pt x="123" y="124"/>
                  </a:cubicBezTo>
                  <a:cubicBezTo>
                    <a:pt x="122" y="124"/>
                    <a:pt x="122" y="123"/>
                    <a:pt x="121" y="123"/>
                  </a:cubicBezTo>
                  <a:cubicBezTo>
                    <a:pt x="117" y="123"/>
                    <a:pt x="111" y="126"/>
                    <a:pt x="106" y="129"/>
                  </a:cubicBezTo>
                  <a:cubicBezTo>
                    <a:pt x="99" y="132"/>
                    <a:pt x="92" y="136"/>
                    <a:pt x="85" y="136"/>
                  </a:cubicBezTo>
                  <a:close/>
                  <a:moveTo>
                    <a:pt x="64" y="126"/>
                  </a:moveTo>
                  <a:cubicBezTo>
                    <a:pt x="65" y="126"/>
                    <a:pt x="66" y="126"/>
                    <a:pt x="67" y="127"/>
                  </a:cubicBezTo>
                  <a:cubicBezTo>
                    <a:pt x="68" y="128"/>
                    <a:pt x="69" y="128"/>
                    <a:pt x="70" y="128"/>
                  </a:cubicBezTo>
                  <a:cubicBezTo>
                    <a:pt x="70" y="128"/>
                    <a:pt x="70" y="128"/>
                    <a:pt x="70" y="128"/>
                  </a:cubicBezTo>
                  <a:cubicBezTo>
                    <a:pt x="70" y="128"/>
                    <a:pt x="71" y="128"/>
                    <a:pt x="71" y="127"/>
                  </a:cubicBezTo>
                  <a:cubicBezTo>
                    <a:pt x="72" y="125"/>
                    <a:pt x="75" y="121"/>
                    <a:pt x="74" y="118"/>
                  </a:cubicBezTo>
                  <a:cubicBezTo>
                    <a:pt x="74" y="117"/>
                    <a:pt x="73" y="116"/>
                    <a:pt x="72" y="115"/>
                  </a:cubicBezTo>
                  <a:cubicBezTo>
                    <a:pt x="70" y="114"/>
                    <a:pt x="70" y="114"/>
                    <a:pt x="70" y="114"/>
                  </a:cubicBezTo>
                  <a:cubicBezTo>
                    <a:pt x="70" y="114"/>
                    <a:pt x="70" y="114"/>
                    <a:pt x="70" y="114"/>
                  </a:cubicBezTo>
                  <a:cubicBezTo>
                    <a:pt x="70" y="116"/>
                    <a:pt x="67" y="118"/>
                    <a:pt x="64" y="118"/>
                  </a:cubicBezTo>
                  <a:cubicBezTo>
                    <a:pt x="64" y="118"/>
                    <a:pt x="64" y="118"/>
                    <a:pt x="64" y="118"/>
                  </a:cubicBezTo>
                  <a:lnTo>
                    <a:pt x="64" y="126"/>
                  </a:lnTo>
                  <a:close/>
                  <a:moveTo>
                    <a:pt x="75" y="116"/>
                  </a:moveTo>
                  <a:cubicBezTo>
                    <a:pt x="75" y="117"/>
                    <a:pt x="75" y="117"/>
                    <a:pt x="75" y="118"/>
                  </a:cubicBezTo>
                  <a:cubicBezTo>
                    <a:pt x="76" y="121"/>
                    <a:pt x="74" y="125"/>
                    <a:pt x="72" y="128"/>
                  </a:cubicBezTo>
                  <a:cubicBezTo>
                    <a:pt x="75" y="126"/>
                    <a:pt x="77" y="121"/>
                    <a:pt x="77" y="118"/>
                  </a:cubicBezTo>
                  <a:cubicBezTo>
                    <a:pt x="76" y="118"/>
                    <a:pt x="76" y="117"/>
                    <a:pt x="75" y="116"/>
                  </a:cubicBezTo>
                  <a:close/>
                  <a:moveTo>
                    <a:pt x="70" y="114"/>
                  </a:moveTo>
                  <a:cubicBezTo>
                    <a:pt x="72" y="114"/>
                    <a:pt x="72" y="114"/>
                    <a:pt x="72" y="114"/>
                  </a:cubicBezTo>
                  <a:cubicBezTo>
                    <a:pt x="76" y="115"/>
                    <a:pt x="78" y="117"/>
                    <a:pt x="78" y="118"/>
                  </a:cubicBezTo>
                  <a:cubicBezTo>
                    <a:pt x="79" y="121"/>
                    <a:pt x="77" y="125"/>
                    <a:pt x="74" y="128"/>
                  </a:cubicBezTo>
                  <a:cubicBezTo>
                    <a:pt x="79" y="126"/>
                    <a:pt x="79" y="122"/>
                    <a:pt x="79" y="120"/>
                  </a:cubicBezTo>
                  <a:cubicBezTo>
                    <a:pt x="79" y="116"/>
                    <a:pt x="76" y="110"/>
                    <a:pt x="72" y="110"/>
                  </a:cubicBezTo>
                  <a:cubicBezTo>
                    <a:pt x="71" y="110"/>
                    <a:pt x="69" y="111"/>
                    <a:pt x="68" y="113"/>
                  </a:cubicBezTo>
                  <a:cubicBezTo>
                    <a:pt x="69" y="113"/>
                    <a:pt x="69" y="113"/>
                    <a:pt x="70" y="114"/>
                  </a:cubicBezTo>
                  <a:close/>
                  <a:moveTo>
                    <a:pt x="122" y="122"/>
                  </a:moveTo>
                  <a:cubicBezTo>
                    <a:pt x="123" y="122"/>
                    <a:pt x="124" y="122"/>
                    <a:pt x="125" y="123"/>
                  </a:cubicBezTo>
                  <a:cubicBezTo>
                    <a:pt x="126" y="123"/>
                    <a:pt x="126" y="123"/>
                    <a:pt x="126" y="123"/>
                  </a:cubicBezTo>
                  <a:cubicBezTo>
                    <a:pt x="125" y="124"/>
                    <a:pt x="125" y="124"/>
                    <a:pt x="125" y="124"/>
                  </a:cubicBezTo>
                  <a:cubicBezTo>
                    <a:pt x="125" y="124"/>
                    <a:pt x="124" y="125"/>
                    <a:pt x="123" y="125"/>
                  </a:cubicBezTo>
                  <a:cubicBezTo>
                    <a:pt x="127" y="124"/>
                    <a:pt x="131" y="123"/>
                    <a:pt x="136" y="123"/>
                  </a:cubicBezTo>
                  <a:cubicBezTo>
                    <a:pt x="139" y="123"/>
                    <a:pt x="141" y="123"/>
                    <a:pt x="143" y="124"/>
                  </a:cubicBezTo>
                  <a:cubicBezTo>
                    <a:pt x="140" y="122"/>
                    <a:pt x="136" y="121"/>
                    <a:pt x="131" y="121"/>
                  </a:cubicBezTo>
                  <a:cubicBezTo>
                    <a:pt x="128" y="121"/>
                    <a:pt x="125" y="121"/>
                    <a:pt x="122" y="122"/>
                  </a:cubicBezTo>
                  <a:close/>
                  <a:moveTo>
                    <a:pt x="72" y="109"/>
                  </a:moveTo>
                  <a:cubicBezTo>
                    <a:pt x="77" y="109"/>
                    <a:pt x="81" y="115"/>
                    <a:pt x="81" y="120"/>
                  </a:cubicBezTo>
                  <a:cubicBezTo>
                    <a:pt x="81" y="121"/>
                    <a:pt x="81" y="122"/>
                    <a:pt x="81" y="123"/>
                  </a:cubicBezTo>
                  <a:cubicBezTo>
                    <a:pt x="82" y="121"/>
                    <a:pt x="82" y="118"/>
                    <a:pt x="81" y="114"/>
                  </a:cubicBezTo>
                  <a:cubicBezTo>
                    <a:pt x="79" y="110"/>
                    <a:pt x="75" y="108"/>
                    <a:pt x="71" y="109"/>
                  </a:cubicBezTo>
                  <a:cubicBezTo>
                    <a:pt x="72" y="109"/>
                    <a:pt x="72" y="109"/>
                    <a:pt x="72" y="109"/>
                  </a:cubicBezTo>
                  <a:close/>
                  <a:moveTo>
                    <a:pt x="36" y="65"/>
                  </a:moveTo>
                  <a:cubicBezTo>
                    <a:pt x="36" y="69"/>
                    <a:pt x="34" y="72"/>
                    <a:pt x="32" y="74"/>
                  </a:cubicBezTo>
                  <a:cubicBezTo>
                    <a:pt x="32" y="75"/>
                    <a:pt x="31" y="76"/>
                    <a:pt x="31" y="77"/>
                  </a:cubicBezTo>
                  <a:cubicBezTo>
                    <a:pt x="34" y="77"/>
                    <a:pt x="36" y="74"/>
                    <a:pt x="36" y="73"/>
                  </a:cubicBezTo>
                  <a:cubicBezTo>
                    <a:pt x="37" y="70"/>
                    <a:pt x="37" y="67"/>
                    <a:pt x="36" y="65"/>
                  </a:cubicBezTo>
                  <a:close/>
                  <a:moveTo>
                    <a:pt x="28" y="63"/>
                  </a:moveTo>
                  <a:cubicBezTo>
                    <a:pt x="27" y="65"/>
                    <a:pt x="27" y="69"/>
                    <a:pt x="27" y="72"/>
                  </a:cubicBezTo>
                  <a:cubicBezTo>
                    <a:pt x="27" y="73"/>
                    <a:pt x="28" y="73"/>
                    <a:pt x="28" y="74"/>
                  </a:cubicBezTo>
                  <a:cubicBezTo>
                    <a:pt x="30" y="71"/>
                    <a:pt x="32" y="67"/>
                    <a:pt x="31" y="65"/>
                  </a:cubicBezTo>
                  <a:cubicBezTo>
                    <a:pt x="30" y="64"/>
                    <a:pt x="30" y="63"/>
                    <a:pt x="28" y="63"/>
                  </a:cubicBezTo>
                  <a:close/>
                  <a:moveTo>
                    <a:pt x="32" y="36"/>
                  </a:moveTo>
                  <a:cubicBezTo>
                    <a:pt x="31" y="39"/>
                    <a:pt x="30" y="42"/>
                    <a:pt x="29" y="44"/>
                  </a:cubicBezTo>
                  <a:cubicBezTo>
                    <a:pt x="28" y="48"/>
                    <a:pt x="27" y="51"/>
                    <a:pt x="28" y="55"/>
                  </a:cubicBezTo>
                  <a:cubicBezTo>
                    <a:pt x="28" y="53"/>
                    <a:pt x="29" y="51"/>
                    <a:pt x="29" y="49"/>
                  </a:cubicBezTo>
                  <a:cubicBezTo>
                    <a:pt x="31" y="45"/>
                    <a:pt x="32" y="41"/>
                    <a:pt x="32" y="36"/>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6" name="Voľný tvar 47"/>
            <p:cNvSpPr>
              <a:spLocks noEditPoints="1"/>
            </p:cNvSpPr>
            <p:nvPr/>
          </p:nvSpPr>
          <p:spPr bwMode="auto">
            <a:xfrm>
              <a:off x="895350" y="3316288"/>
              <a:ext cx="363538" cy="328613"/>
            </a:xfrm>
            <a:custGeom>
              <a:avLst/>
              <a:gdLst>
                <a:gd name="T0" fmla="*/ 50 w 161"/>
                <a:gd name="T1" fmla="*/ 8 h 146"/>
                <a:gd name="T2" fmla="*/ 60 w 161"/>
                <a:gd name="T3" fmla="*/ 25 h 146"/>
                <a:gd name="T4" fmla="*/ 54 w 161"/>
                <a:gd name="T5" fmla="*/ 17 h 146"/>
                <a:gd name="T6" fmla="*/ 63 w 161"/>
                <a:gd name="T7" fmla="*/ 34 h 146"/>
                <a:gd name="T8" fmla="*/ 49 w 161"/>
                <a:gd name="T9" fmla="*/ 37 h 146"/>
                <a:gd name="T10" fmla="*/ 41 w 161"/>
                <a:gd name="T11" fmla="*/ 13 h 146"/>
                <a:gd name="T12" fmla="*/ 16 w 161"/>
                <a:gd name="T13" fmla="*/ 62 h 146"/>
                <a:gd name="T14" fmla="*/ 34 w 161"/>
                <a:gd name="T15" fmla="*/ 92 h 146"/>
                <a:gd name="T16" fmla="*/ 27 w 161"/>
                <a:gd name="T17" fmla="*/ 146 h 146"/>
                <a:gd name="T18" fmla="*/ 33 w 161"/>
                <a:gd name="T19" fmla="*/ 104 h 146"/>
                <a:gd name="T20" fmla="*/ 26 w 161"/>
                <a:gd name="T21" fmla="*/ 102 h 146"/>
                <a:gd name="T22" fmla="*/ 30 w 161"/>
                <a:gd name="T23" fmla="*/ 101 h 146"/>
                <a:gd name="T24" fmla="*/ 4 w 161"/>
                <a:gd name="T25" fmla="*/ 60 h 146"/>
                <a:gd name="T26" fmla="*/ 41 w 161"/>
                <a:gd name="T27" fmla="*/ 10 h 146"/>
                <a:gd name="T28" fmla="*/ 51 w 161"/>
                <a:gd name="T29" fmla="*/ 4 h 146"/>
                <a:gd name="T30" fmla="*/ 145 w 161"/>
                <a:gd name="T31" fmla="*/ 13 h 146"/>
                <a:gd name="T32" fmla="*/ 142 w 161"/>
                <a:gd name="T33" fmla="*/ 0 h 146"/>
                <a:gd name="T34" fmla="*/ 141 w 161"/>
                <a:gd name="T35" fmla="*/ 33 h 146"/>
                <a:gd name="T36" fmla="*/ 50 w 161"/>
                <a:gd name="T37" fmla="*/ 8 h 146"/>
                <a:gd name="T38" fmla="*/ 137 w 161"/>
                <a:gd name="T39" fmla="*/ 31 h 146"/>
                <a:gd name="T40" fmla="*/ 148 w 161"/>
                <a:gd name="T41" fmla="*/ 16 h 146"/>
                <a:gd name="T42" fmla="*/ 70 w 161"/>
                <a:gd name="T43" fmla="*/ 8 h 146"/>
                <a:gd name="T44" fmla="*/ 137 w 161"/>
                <a:gd name="T45" fmla="*/ 31 h 146"/>
                <a:gd name="T46" fmla="*/ 26 w 161"/>
                <a:gd name="T47" fmla="*/ 84 h 146"/>
                <a:gd name="T48" fmla="*/ 22 w 161"/>
                <a:gd name="T49" fmla="*/ 16 h 146"/>
                <a:gd name="T50" fmla="*/ 26 w 161"/>
                <a:gd name="T51" fmla="*/ 84 h 146"/>
                <a:gd name="T52" fmla="*/ 57 w 161"/>
                <a:gd name="T53" fmla="*/ 28 h 146"/>
                <a:gd name="T54" fmla="*/ 46 w 161"/>
                <a:gd name="T55" fmla="*/ 16 h 146"/>
                <a:gd name="T56" fmla="*/ 57 w 161"/>
                <a:gd name="T57" fmla="*/ 28 h 146"/>
                <a:gd name="T58" fmla="*/ 57 w 161"/>
                <a:gd name="T59" fmla="*/ 31 h 146"/>
                <a:gd name="T60" fmla="*/ 46 w 161"/>
                <a:gd name="T61" fmla="*/ 28 h 146"/>
                <a:gd name="T62" fmla="*/ 57 w 161"/>
                <a:gd name="T63" fmla="*/ 31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1" h="146">
                  <a:moveTo>
                    <a:pt x="50" y="8"/>
                  </a:moveTo>
                  <a:cubicBezTo>
                    <a:pt x="55" y="14"/>
                    <a:pt x="53" y="20"/>
                    <a:pt x="60" y="25"/>
                  </a:cubicBezTo>
                  <a:cubicBezTo>
                    <a:pt x="62" y="23"/>
                    <a:pt x="58" y="18"/>
                    <a:pt x="54" y="17"/>
                  </a:cubicBezTo>
                  <a:cubicBezTo>
                    <a:pt x="64" y="13"/>
                    <a:pt x="65" y="25"/>
                    <a:pt x="63" y="34"/>
                  </a:cubicBezTo>
                  <a:cubicBezTo>
                    <a:pt x="59" y="36"/>
                    <a:pt x="55" y="37"/>
                    <a:pt x="49" y="37"/>
                  </a:cubicBezTo>
                  <a:cubicBezTo>
                    <a:pt x="43" y="31"/>
                    <a:pt x="43" y="19"/>
                    <a:pt x="41" y="13"/>
                  </a:cubicBezTo>
                  <a:cubicBezTo>
                    <a:pt x="14" y="14"/>
                    <a:pt x="9" y="41"/>
                    <a:pt x="16" y="62"/>
                  </a:cubicBezTo>
                  <a:cubicBezTo>
                    <a:pt x="19" y="72"/>
                    <a:pt x="30" y="81"/>
                    <a:pt x="34" y="92"/>
                  </a:cubicBezTo>
                  <a:cubicBezTo>
                    <a:pt x="41" y="111"/>
                    <a:pt x="38" y="129"/>
                    <a:pt x="27" y="146"/>
                  </a:cubicBezTo>
                  <a:cubicBezTo>
                    <a:pt x="28" y="137"/>
                    <a:pt x="39" y="121"/>
                    <a:pt x="33" y="104"/>
                  </a:cubicBezTo>
                  <a:cubicBezTo>
                    <a:pt x="31" y="102"/>
                    <a:pt x="29" y="102"/>
                    <a:pt x="26" y="102"/>
                  </a:cubicBezTo>
                  <a:cubicBezTo>
                    <a:pt x="26" y="100"/>
                    <a:pt x="28" y="101"/>
                    <a:pt x="30" y="101"/>
                  </a:cubicBezTo>
                  <a:cubicBezTo>
                    <a:pt x="28" y="89"/>
                    <a:pt x="7" y="79"/>
                    <a:pt x="4" y="60"/>
                  </a:cubicBezTo>
                  <a:cubicBezTo>
                    <a:pt x="1" y="34"/>
                    <a:pt x="12" y="6"/>
                    <a:pt x="41" y="10"/>
                  </a:cubicBezTo>
                  <a:cubicBezTo>
                    <a:pt x="45" y="9"/>
                    <a:pt x="47" y="5"/>
                    <a:pt x="51" y="4"/>
                  </a:cubicBezTo>
                  <a:cubicBezTo>
                    <a:pt x="86" y="1"/>
                    <a:pt x="128" y="46"/>
                    <a:pt x="145" y="13"/>
                  </a:cubicBezTo>
                  <a:cubicBezTo>
                    <a:pt x="146" y="6"/>
                    <a:pt x="144" y="3"/>
                    <a:pt x="142" y="0"/>
                  </a:cubicBezTo>
                  <a:cubicBezTo>
                    <a:pt x="161" y="2"/>
                    <a:pt x="149" y="29"/>
                    <a:pt x="141" y="33"/>
                  </a:cubicBezTo>
                  <a:cubicBezTo>
                    <a:pt x="111" y="47"/>
                    <a:pt x="71" y="4"/>
                    <a:pt x="50" y="8"/>
                  </a:cubicBezTo>
                  <a:close/>
                  <a:moveTo>
                    <a:pt x="137" y="31"/>
                  </a:moveTo>
                  <a:cubicBezTo>
                    <a:pt x="142" y="29"/>
                    <a:pt x="151" y="17"/>
                    <a:pt x="148" y="16"/>
                  </a:cubicBezTo>
                  <a:cubicBezTo>
                    <a:pt x="130" y="43"/>
                    <a:pt x="93" y="14"/>
                    <a:pt x="70" y="8"/>
                  </a:cubicBezTo>
                  <a:cubicBezTo>
                    <a:pt x="87" y="21"/>
                    <a:pt x="105" y="33"/>
                    <a:pt x="137" y="31"/>
                  </a:cubicBezTo>
                  <a:close/>
                  <a:moveTo>
                    <a:pt x="26" y="84"/>
                  </a:moveTo>
                  <a:cubicBezTo>
                    <a:pt x="10" y="71"/>
                    <a:pt x="7" y="27"/>
                    <a:pt x="22" y="16"/>
                  </a:cubicBezTo>
                  <a:cubicBezTo>
                    <a:pt x="0" y="29"/>
                    <a:pt x="5" y="78"/>
                    <a:pt x="26" y="84"/>
                  </a:cubicBezTo>
                  <a:close/>
                  <a:moveTo>
                    <a:pt x="57" y="28"/>
                  </a:moveTo>
                  <a:cubicBezTo>
                    <a:pt x="55" y="22"/>
                    <a:pt x="53" y="16"/>
                    <a:pt x="46" y="16"/>
                  </a:cubicBezTo>
                  <a:cubicBezTo>
                    <a:pt x="46" y="23"/>
                    <a:pt x="50" y="27"/>
                    <a:pt x="57" y="28"/>
                  </a:cubicBezTo>
                  <a:close/>
                  <a:moveTo>
                    <a:pt x="57" y="31"/>
                  </a:moveTo>
                  <a:cubicBezTo>
                    <a:pt x="51" y="33"/>
                    <a:pt x="49" y="24"/>
                    <a:pt x="46" y="28"/>
                  </a:cubicBezTo>
                  <a:cubicBezTo>
                    <a:pt x="47" y="31"/>
                    <a:pt x="56" y="40"/>
                    <a:pt x="57" y="31"/>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7" name="Voľný tvar 48"/>
            <p:cNvSpPr>
              <a:spLocks noEditPoints="1"/>
            </p:cNvSpPr>
            <p:nvPr/>
          </p:nvSpPr>
          <p:spPr bwMode="auto">
            <a:xfrm>
              <a:off x="903288" y="3313113"/>
              <a:ext cx="336550" cy="338138"/>
            </a:xfrm>
            <a:custGeom>
              <a:avLst/>
              <a:gdLst>
                <a:gd name="T0" fmla="*/ 81 w 150"/>
                <a:gd name="T1" fmla="*/ 22 h 150"/>
                <a:gd name="T2" fmla="*/ 52 w 150"/>
                <a:gd name="T3" fmla="*/ 17 h 150"/>
                <a:gd name="T4" fmla="*/ 60 w 150"/>
                <a:gd name="T5" fmla="*/ 35 h 150"/>
                <a:gd name="T6" fmla="*/ 45 w 150"/>
                <a:gd name="T7" fmla="*/ 39 h 150"/>
                <a:gd name="T8" fmla="*/ 39 w 150"/>
                <a:gd name="T9" fmla="*/ 20 h 150"/>
                <a:gd name="T10" fmla="*/ 14 w 150"/>
                <a:gd name="T11" fmla="*/ 63 h 150"/>
                <a:gd name="T12" fmla="*/ 25 w 150"/>
                <a:gd name="T13" fmla="*/ 148 h 150"/>
                <a:gd name="T14" fmla="*/ 26 w 150"/>
                <a:gd name="T15" fmla="*/ 137 h 150"/>
                <a:gd name="T16" fmla="*/ 23 w 150"/>
                <a:gd name="T17" fmla="*/ 104 h 150"/>
                <a:gd name="T18" fmla="*/ 26 w 150"/>
                <a:gd name="T19" fmla="*/ 101 h 150"/>
                <a:gd name="T20" fmla="*/ 1 w 150"/>
                <a:gd name="T21" fmla="*/ 61 h 150"/>
                <a:gd name="T22" fmla="*/ 38 w 150"/>
                <a:gd name="T23" fmla="*/ 10 h 150"/>
                <a:gd name="T24" fmla="*/ 91 w 150"/>
                <a:gd name="T25" fmla="*/ 16 h 150"/>
                <a:gd name="T26" fmla="*/ 139 w 150"/>
                <a:gd name="T27" fmla="*/ 2 h 150"/>
                <a:gd name="T28" fmla="*/ 150 w 150"/>
                <a:gd name="T29" fmla="*/ 12 h 150"/>
                <a:gd name="T30" fmla="*/ 82 w 150"/>
                <a:gd name="T31" fmla="*/ 20 h 150"/>
                <a:gd name="T32" fmla="*/ 141 w 150"/>
                <a:gd name="T33" fmla="*/ 2 h 150"/>
                <a:gd name="T34" fmla="*/ 143 w 150"/>
                <a:gd name="T35" fmla="*/ 14 h 150"/>
                <a:gd name="T36" fmla="*/ 44 w 150"/>
                <a:gd name="T37" fmla="*/ 9 h 150"/>
                <a:gd name="T38" fmla="*/ 38 w 150"/>
                <a:gd name="T39" fmla="*/ 12 h 150"/>
                <a:gd name="T40" fmla="*/ 2 w 150"/>
                <a:gd name="T41" fmla="*/ 60 h 150"/>
                <a:gd name="T42" fmla="*/ 28 w 150"/>
                <a:gd name="T43" fmla="*/ 102 h 150"/>
                <a:gd name="T44" fmla="*/ 30 w 150"/>
                <a:gd name="T45" fmla="*/ 104 h 150"/>
                <a:gd name="T46" fmla="*/ 32 w 150"/>
                <a:gd name="T47" fmla="*/ 116 h 150"/>
                <a:gd name="T48" fmla="*/ 31 w 150"/>
                <a:gd name="T49" fmla="*/ 93 h 150"/>
                <a:gd name="T50" fmla="*/ 11 w 150"/>
                <a:gd name="T51" fmla="*/ 61 h 150"/>
                <a:gd name="T52" fmla="*/ 23 w 150"/>
                <a:gd name="T53" fmla="*/ 85 h 150"/>
                <a:gd name="T54" fmla="*/ 19 w 150"/>
                <a:gd name="T55" fmla="*/ 17 h 150"/>
                <a:gd name="T56" fmla="*/ 39 w 150"/>
                <a:gd name="T57" fmla="*/ 13 h 150"/>
                <a:gd name="T58" fmla="*/ 42 w 150"/>
                <a:gd name="T59" fmla="*/ 29 h 150"/>
                <a:gd name="T60" fmla="*/ 48 w 150"/>
                <a:gd name="T61" fmla="*/ 29 h 150"/>
                <a:gd name="T62" fmla="*/ 55 w 150"/>
                <a:gd name="T63" fmla="*/ 32 h 150"/>
                <a:gd name="T64" fmla="*/ 42 w 150"/>
                <a:gd name="T65" fmla="*/ 30 h 150"/>
                <a:gd name="T66" fmla="*/ 60 w 150"/>
                <a:gd name="T67" fmla="*/ 27 h 150"/>
                <a:gd name="T68" fmla="*/ 58 w 150"/>
                <a:gd name="T69" fmla="*/ 25 h 150"/>
                <a:gd name="T70" fmla="*/ 56 w 150"/>
                <a:gd name="T71" fmla="*/ 27 h 150"/>
                <a:gd name="T72" fmla="*/ 50 w 150"/>
                <a:gd name="T73" fmla="*/ 18 h 150"/>
                <a:gd name="T74" fmla="*/ 45 w 150"/>
                <a:gd name="T75" fmla="*/ 9 h 150"/>
                <a:gd name="T76" fmla="*/ 57 w 150"/>
                <a:gd name="T77" fmla="*/ 25 h 150"/>
                <a:gd name="T78" fmla="*/ 53 w 150"/>
                <a:gd name="T79" fmla="*/ 33 h 150"/>
                <a:gd name="T80" fmla="*/ 44 w 150"/>
                <a:gd name="T81" fmla="*/ 29 h 150"/>
                <a:gd name="T82" fmla="*/ 8 w 150"/>
                <a:gd name="T83" fmla="*/ 46 h 150"/>
                <a:gd name="T84" fmla="*/ 146 w 150"/>
                <a:gd name="T85" fmla="*/ 18 h 150"/>
                <a:gd name="T86" fmla="*/ 134 w 150"/>
                <a:gd name="T87" fmla="*/ 33 h 150"/>
                <a:gd name="T88" fmla="*/ 67 w 150"/>
                <a:gd name="T89" fmla="*/ 9 h 150"/>
                <a:gd name="T90" fmla="*/ 145 w 150"/>
                <a:gd name="T91" fmla="*/ 16 h 150"/>
                <a:gd name="T92" fmla="*/ 133 w 150"/>
                <a:gd name="T93" fmla="*/ 31 h 150"/>
                <a:gd name="T94" fmla="*/ 71 w 150"/>
                <a:gd name="T95" fmla="*/ 11 h 150"/>
                <a:gd name="T96" fmla="*/ 54 w 150"/>
                <a:gd name="T97" fmla="*/ 30 h 150"/>
                <a:gd name="T98" fmla="*/ 43 w 150"/>
                <a:gd name="T99" fmla="*/ 16 h 150"/>
                <a:gd name="T100" fmla="*/ 43 w 150"/>
                <a:gd name="T101" fmla="*/ 1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0" h="150">
                  <a:moveTo>
                    <a:pt x="150" y="12"/>
                  </a:moveTo>
                  <a:cubicBezTo>
                    <a:pt x="150" y="20"/>
                    <a:pt x="143" y="32"/>
                    <a:pt x="138" y="34"/>
                  </a:cubicBezTo>
                  <a:cubicBezTo>
                    <a:pt x="120" y="43"/>
                    <a:pt x="99" y="32"/>
                    <a:pt x="81" y="22"/>
                  </a:cubicBezTo>
                  <a:cubicBezTo>
                    <a:pt x="69" y="15"/>
                    <a:pt x="57" y="9"/>
                    <a:pt x="48" y="10"/>
                  </a:cubicBezTo>
                  <a:cubicBezTo>
                    <a:pt x="50" y="12"/>
                    <a:pt x="51" y="15"/>
                    <a:pt x="52" y="17"/>
                  </a:cubicBezTo>
                  <a:cubicBezTo>
                    <a:pt x="52" y="17"/>
                    <a:pt x="52" y="17"/>
                    <a:pt x="52" y="17"/>
                  </a:cubicBezTo>
                  <a:cubicBezTo>
                    <a:pt x="54" y="16"/>
                    <a:pt x="56" y="16"/>
                    <a:pt x="58" y="17"/>
                  </a:cubicBezTo>
                  <a:cubicBezTo>
                    <a:pt x="61" y="19"/>
                    <a:pt x="61" y="24"/>
                    <a:pt x="61" y="27"/>
                  </a:cubicBezTo>
                  <a:cubicBezTo>
                    <a:pt x="61" y="30"/>
                    <a:pt x="61" y="33"/>
                    <a:pt x="60" y="35"/>
                  </a:cubicBezTo>
                  <a:cubicBezTo>
                    <a:pt x="60" y="35"/>
                    <a:pt x="60" y="35"/>
                    <a:pt x="60" y="35"/>
                  </a:cubicBezTo>
                  <a:cubicBezTo>
                    <a:pt x="60" y="36"/>
                    <a:pt x="60" y="36"/>
                    <a:pt x="60" y="36"/>
                  </a:cubicBezTo>
                  <a:cubicBezTo>
                    <a:pt x="57" y="38"/>
                    <a:pt x="52" y="39"/>
                    <a:pt x="45" y="39"/>
                  </a:cubicBezTo>
                  <a:cubicBezTo>
                    <a:pt x="45" y="39"/>
                    <a:pt x="45" y="39"/>
                    <a:pt x="45" y="39"/>
                  </a:cubicBezTo>
                  <a:cubicBezTo>
                    <a:pt x="45" y="38"/>
                    <a:pt x="45" y="38"/>
                    <a:pt x="45" y="38"/>
                  </a:cubicBezTo>
                  <a:cubicBezTo>
                    <a:pt x="41" y="34"/>
                    <a:pt x="40" y="26"/>
                    <a:pt x="39" y="20"/>
                  </a:cubicBezTo>
                  <a:cubicBezTo>
                    <a:pt x="39" y="18"/>
                    <a:pt x="38" y="16"/>
                    <a:pt x="38" y="14"/>
                  </a:cubicBezTo>
                  <a:cubicBezTo>
                    <a:pt x="21" y="15"/>
                    <a:pt x="11" y="27"/>
                    <a:pt x="11" y="47"/>
                  </a:cubicBezTo>
                  <a:cubicBezTo>
                    <a:pt x="11" y="52"/>
                    <a:pt x="12" y="58"/>
                    <a:pt x="14" y="63"/>
                  </a:cubicBezTo>
                  <a:cubicBezTo>
                    <a:pt x="15" y="68"/>
                    <a:pt x="18" y="72"/>
                    <a:pt x="22" y="77"/>
                  </a:cubicBezTo>
                  <a:cubicBezTo>
                    <a:pt x="26" y="82"/>
                    <a:pt x="30" y="87"/>
                    <a:pt x="32" y="93"/>
                  </a:cubicBezTo>
                  <a:cubicBezTo>
                    <a:pt x="39" y="111"/>
                    <a:pt x="36" y="130"/>
                    <a:pt x="25" y="148"/>
                  </a:cubicBezTo>
                  <a:cubicBezTo>
                    <a:pt x="23" y="150"/>
                    <a:pt x="23" y="150"/>
                    <a:pt x="23" y="150"/>
                  </a:cubicBezTo>
                  <a:cubicBezTo>
                    <a:pt x="23" y="147"/>
                    <a:pt x="23" y="147"/>
                    <a:pt x="23" y="147"/>
                  </a:cubicBezTo>
                  <a:cubicBezTo>
                    <a:pt x="24" y="144"/>
                    <a:pt x="25" y="141"/>
                    <a:pt x="26" y="137"/>
                  </a:cubicBezTo>
                  <a:cubicBezTo>
                    <a:pt x="28" y="131"/>
                    <a:pt x="31" y="123"/>
                    <a:pt x="31" y="116"/>
                  </a:cubicBezTo>
                  <a:cubicBezTo>
                    <a:pt x="31" y="112"/>
                    <a:pt x="30" y="108"/>
                    <a:pt x="29" y="105"/>
                  </a:cubicBezTo>
                  <a:cubicBezTo>
                    <a:pt x="28" y="104"/>
                    <a:pt x="26" y="104"/>
                    <a:pt x="23" y="104"/>
                  </a:cubicBezTo>
                  <a:cubicBezTo>
                    <a:pt x="22" y="104"/>
                    <a:pt x="22" y="104"/>
                    <a:pt x="22" y="104"/>
                  </a:cubicBezTo>
                  <a:cubicBezTo>
                    <a:pt x="22" y="103"/>
                    <a:pt x="22" y="103"/>
                    <a:pt x="22" y="103"/>
                  </a:cubicBezTo>
                  <a:cubicBezTo>
                    <a:pt x="22" y="101"/>
                    <a:pt x="24" y="101"/>
                    <a:pt x="26" y="101"/>
                  </a:cubicBezTo>
                  <a:cubicBezTo>
                    <a:pt x="26" y="101"/>
                    <a:pt x="26" y="101"/>
                    <a:pt x="26" y="101"/>
                  </a:cubicBezTo>
                  <a:cubicBezTo>
                    <a:pt x="25" y="97"/>
                    <a:pt x="21" y="93"/>
                    <a:pt x="17" y="88"/>
                  </a:cubicBezTo>
                  <a:cubicBezTo>
                    <a:pt x="10" y="81"/>
                    <a:pt x="2" y="72"/>
                    <a:pt x="1" y="61"/>
                  </a:cubicBezTo>
                  <a:cubicBezTo>
                    <a:pt x="0" y="58"/>
                    <a:pt x="0" y="55"/>
                    <a:pt x="0" y="52"/>
                  </a:cubicBezTo>
                  <a:cubicBezTo>
                    <a:pt x="0" y="37"/>
                    <a:pt x="5" y="24"/>
                    <a:pt x="13" y="17"/>
                  </a:cubicBezTo>
                  <a:cubicBezTo>
                    <a:pt x="20" y="11"/>
                    <a:pt x="28" y="9"/>
                    <a:pt x="38" y="10"/>
                  </a:cubicBezTo>
                  <a:cubicBezTo>
                    <a:pt x="40" y="10"/>
                    <a:pt x="41" y="9"/>
                    <a:pt x="43" y="7"/>
                  </a:cubicBezTo>
                  <a:cubicBezTo>
                    <a:pt x="44" y="6"/>
                    <a:pt x="46" y="5"/>
                    <a:pt x="48" y="4"/>
                  </a:cubicBezTo>
                  <a:cubicBezTo>
                    <a:pt x="62" y="3"/>
                    <a:pt x="77" y="9"/>
                    <a:pt x="91" y="16"/>
                  </a:cubicBezTo>
                  <a:cubicBezTo>
                    <a:pt x="113" y="25"/>
                    <a:pt x="131" y="33"/>
                    <a:pt x="141" y="13"/>
                  </a:cubicBezTo>
                  <a:cubicBezTo>
                    <a:pt x="142" y="12"/>
                    <a:pt x="142" y="11"/>
                    <a:pt x="142" y="10"/>
                  </a:cubicBezTo>
                  <a:cubicBezTo>
                    <a:pt x="142" y="7"/>
                    <a:pt x="140" y="4"/>
                    <a:pt x="139" y="2"/>
                  </a:cubicBezTo>
                  <a:cubicBezTo>
                    <a:pt x="138" y="0"/>
                    <a:pt x="138" y="0"/>
                    <a:pt x="138" y="0"/>
                  </a:cubicBezTo>
                  <a:cubicBezTo>
                    <a:pt x="139" y="0"/>
                    <a:pt x="139" y="0"/>
                    <a:pt x="139" y="0"/>
                  </a:cubicBezTo>
                  <a:cubicBezTo>
                    <a:pt x="146" y="1"/>
                    <a:pt x="150" y="5"/>
                    <a:pt x="150" y="12"/>
                  </a:cubicBezTo>
                  <a:close/>
                  <a:moveTo>
                    <a:pt x="45" y="9"/>
                  </a:moveTo>
                  <a:cubicBezTo>
                    <a:pt x="47" y="9"/>
                    <a:pt x="47" y="9"/>
                    <a:pt x="47" y="9"/>
                  </a:cubicBezTo>
                  <a:cubicBezTo>
                    <a:pt x="56" y="7"/>
                    <a:pt x="68" y="13"/>
                    <a:pt x="82" y="20"/>
                  </a:cubicBezTo>
                  <a:cubicBezTo>
                    <a:pt x="100" y="30"/>
                    <a:pt x="120" y="41"/>
                    <a:pt x="138" y="33"/>
                  </a:cubicBezTo>
                  <a:cubicBezTo>
                    <a:pt x="142" y="31"/>
                    <a:pt x="148" y="20"/>
                    <a:pt x="148" y="12"/>
                  </a:cubicBezTo>
                  <a:cubicBezTo>
                    <a:pt x="148" y="8"/>
                    <a:pt x="147" y="3"/>
                    <a:pt x="141" y="2"/>
                  </a:cubicBezTo>
                  <a:cubicBezTo>
                    <a:pt x="142" y="4"/>
                    <a:pt x="143" y="7"/>
                    <a:pt x="143" y="10"/>
                  </a:cubicBezTo>
                  <a:cubicBezTo>
                    <a:pt x="143" y="11"/>
                    <a:pt x="143" y="13"/>
                    <a:pt x="143" y="14"/>
                  </a:cubicBezTo>
                  <a:cubicBezTo>
                    <a:pt x="143" y="14"/>
                    <a:pt x="143" y="14"/>
                    <a:pt x="143" y="14"/>
                  </a:cubicBezTo>
                  <a:cubicBezTo>
                    <a:pt x="132" y="35"/>
                    <a:pt x="112" y="26"/>
                    <a:pt x="91" y="17"/>
                  </a:cubicBezTo>
                  <a:cubicBezTo>
                    <a:pt x="76" y="11"/>
                    <a:pt x="62" y="5"/>
                    <a:pt x="48" y="6"/>
                  </a:cubicBezTo>
                  <a:cubicBezTo>
                    <a:pt x="46" y="6"/>
                    <a:pt x="45" y="7"/>
                    <a:pt x="44" y="9"/>
                  </a:cubicBezTo>
                  <a:cubicBezTo>
                    <a:pt x="42" y="10"/>
                    <a:pt x="41" y="11"/>
                    <a:pt x="39" y="12"/>
                  </a:cubicBezTo>
                  <a:cubicBezTo>
                    <a:pt x="38" y="12"/>
                    <a:pt x="38" y="12"/>
                    <a:pt x="38" y="12"/>
                  </a:cubicBezTo>
                  <a:cubicBezTo>
                    <a:pt x="38" y="12"/>
                    <a:pt x="38" y="12"/>
                    <a:pt x="38" y="12"/>
                  </a:cubicBezTo>
                  <a:cubicBezTo>
                    <a:pt x="29" y="10"/>
                    <a:pt x="20" y="13"/>
                    <a:pt x="14" y="18"/>
                  </a:cubicBezTo>
                  <a:cubicBezTo>
                    <a:pt x="6" y="25"/>
                    <a:pt x="2" y="37"/>
                    <a:pt x="2" y="52"/>
                  </a:cubicBezTo>
                  <a:cubicBezTo>
                    <a:pt x="2" y="55"/>
                    <a:pt x="2" y="58"/>
                    <a:pt x="2" y="60"/>
                  </a:cubicBezTo>
                  <a:cubicBezTo>
                    <a:pt x="4" y="72"/>
                    <a:pt x="11" y="80"/>
                    <a:pt x="18" y="87"/>
                  </a:cubicBezTo>
                  <a:cubicBezTo>
                    <a:pt x="23" y="92"/>
                    <a:pt x="27" y="97"/>
                    <a:pt x="28" y="102"/>
                  </a:cubicBezTo>
                  <a:cubicBezTo>
                    <a:pt x="28" y="102"/>
                    <a:pt x="28" y="102"/>
                    <a:pt x="28" y="102"/>
                  </a:cubicBezTo>
                  <a:cubicBezTo>
                    <a:pt x="27" y="102"/>
                    <a:pt x="27" y="102"/>
                    <a:pt x="27" y="102"/>
                  </a:cubicBezTo>
                  <a:cubicBezTo>
                    <a:pt x="27" y="102"/>
                    <a:pt x="27" y="102"/>
                    <a:pt x="27" y="102"/>
                  </a:cubicBezTo>
                  <a:cubicBezTo>
                    <a:pt x="28" y="103"/>
                    <a:pt x="29" y="103"/>
                    <a:pt x="30" y="104"/>
                  </a:cubicBezTo>
                  <a:cubicBezTo>
                    <a:pt x="31" y="104"/>
                    <a:pt x="31" y="104"/>
                    <a:pt x="31" y="104"/>
                  </a:cubicBezTo>
                  <a:cubicBezTo>
                    <a:pt x="31" y="104"/>
                    <a:pt x="31" y="104"/>
                    <a:pt x="31" y="104"/>
                  </a:cubicBezTo>
                  <a:cubicBezTo>
                    <a:pt x="32" y="108"/>
                    <a:pt x="32" y="112"/>
                    <a:pt x="32" y="116"/>
                  </a:cubicBezTo>
                  <a:cubicBezTo>
                    <a:pt x="32" y="124"/>
                    <a:pt x="30" y="131"/>
                    <a:pt x="28" y="138"/>
                  </a:cubicBezTo>
                  <a:cubicBezTo>
                    <a:pt x="27" y="140"/>
                    <a:pt x="26" y="141"/>
                    <a:pt x="26" y="143"/>
                  </a:cubicBezTo>
                  <a:cubicBezTo>
                    <a:pt x="35" y="127"/>
                    <a:pt x="37" y="110"/>
                    <a:pt x="31" y="93"/>
                  </a:cubicBezTo>
                  <a:cubicBezTo>
                    <a:pt x="28" y="88"/>
                    <a:pt x="25" y="83"/>
                    <a:pt x="21" y="78"/>
                  </a:cubicBezTo>
                  <a:cubicBezTo>
                    <a:pt x="17" y="73"/>
                    <a:pt x="14" y="69"/>
                    <a:pt x="12" y="64"/>
                  </a:cubicBezTo>
                  <a:cubicBezTo>
                    <a:pt x="12" y="63"/>
                    <a:pt x="12" y="62"/>
                    <a:pt x="11" y="61"/>
                  </a:cubicBezTo>
                  <a:cubicBezTo>
                    <a:pt x="13" y="71"/>
                    <a:pt x="17" y="79"/>
                    <a:pt x="23" y="84"/>
                  </a:cubicBezTo>
                  <a:cubicBezTo>
                    <a:pt x="26" y="86"/>
                    <a:pt x="26" y="86"/>
                    <a:pt x="26" y="86"/>
                  </a:cubicBezTo>
                  <a:cubicBezTo>
                    <a:pt x="23" y="85"/>
                    <a:pt x="23" y="85"/>
                    <a:pt x="23" y="85"/>
                  </a:cubicBezTo>
                  <a:cubicBezTo>
                    <a:pt x="10" y="82"/>
                    <a:pt x="4" y="64"/>
                    <a:pt x="4" y="49"/>
                  </a:cubicBezTo>
                  <a:cubicBezTo>
                    <a:pt x="4" y="34"/>
                    <a:pt x="9" y="21"/>
                    <a:pt x="18" y="16"/>
                  </a:cubicBezTo>
                  <a:cubicBezTo>
                    <a:pt x="19" y="17"/>
                    <a:pt x="19" y="17"/>
                    <a:pt x="19" y="17"/>
                  </a:cubicBezTo>
                  <a:cubicBezTo>
                    <a:pt x="15" y="21"/>
                    <a:pt x="12" y="28"/>
                    <a:pt x="10" y="37"/>
                  </a:cubicBezTo>
                  <a:cubicBezTo>
                    <a:pt x="13" y="22"/>
                    <a:pt x="23" y="14"/>
                    <a:pt x="38" y="13"/>
                  </a:cubicBezTo>
                  <a:cubicBezTo>
                    <a:pt x="39" y="13"/>
                    <a:pt x="39" y="13"/>
                    <a:pt x="39" y="13"/>
                  </a:cubicBezTo>
                  <a:cubicBezTo>
                    <a:pt x="39" y="13"/>
                    <a:pt x="39" y="13"/>
                    <a:pt x="39" y="13"/>
                  </a:cubicBezTo>
                  <a:cubicBezTo>
                    <a:pt x="40" y="15"/>
                    <a:pt x="40" y="18"/>
                    <a:pt x="40" y="20"/>
                  </a:cubicBezTo>
                  <a:cubicBezTo>
                    <a:pt x="41" y="23"/>
                    <a:pt x="41" y="26"/>
                    <a:pt x="42" y="29"/>
                  </a:cubicBezTo>
                  <a:cubicBezTo>
                    <a:pt x="42" y="29"/>
                    <a:pt x="42" y="29"/>
                    <a:pt x="42" y="29"/>
                  </a:cubicBezTo>
                  <a:cubicBezTo>
                    <a:pt x="43" y="28"/>
                    <a:pt x="44" y="27"/>
                    <a:pt x="44" y="27"/>
                  </a:cubicBezTo>
                  <a:cubicBezTo>
                    <a:pt x="46" y="27"/>
                    <a:pt x="47" y="28"/>
                    <a:pt x="48" y="29"/>
                  </a:cubicBezTo>
                  <a:cubicBezTo>
                    <a:pt x="50" y="31"/>
                    <a:pt x="52" y="32"/>
                    <a:pt x="54" y="31"/>
                  </a:cubicBezTo>
                  <a:cubicBezTo>
                    <a:pt x="55" y="31"/>
                    <a:pt x="55" y="31"/>
                    <a:pt x="55" y="31"/>
                  </a:cubicBezTo>
                  <a:cubicBezTo>
                    <a:pt x="55" y="32"/>
                    <a:pt x="55" y="32"/>
                    <a:pt x="55" y="32"/>
                  </a:cubicBezTo>
                  <a:cubicBezTo>
                    <a:pt x="54" y="35"/>
                    <a:pt x="53" y="36"/>
                    <a:pt x="52" y="37"/>
                  </a:cubicBezTo>
                  <a:cubicBezTo>
                    <a:pt x="48" y="38"/>
                    <a:pt x="43" y="32"/>
                    <a:pt x="42" y="30"/>
                  </a:cubicBezTo>
                  <a:cubicBezTo>
                    <a:pt x="42" y="30"/>
                    <a:pt x="42" y="30"/>
                    <a:pt x="42" y="30"/>
                  </a:cubicBezTo>
                  <a:cubicBezTo>
                    <a:pt x="43" y="33"/>
                    <a:pt x="44" y="35"/>
                    <a:pt x="46" y="37"/>
                  </a:cubicBezTo>
                  <a:cubicBezTo>
                    <a:pt x="52" y="38"/>
                    <a:pt x="56" y="37"/>
                    <a:pt x="59" y="35"/>
                  </a:cubicBezTo>
                  <a:cubicBezTo>
                    <a:pt x="60" y="32"/>
                    <a:pt x="60" y="30"/>
                    <a:pt x="60" y="27"/>
                  </a:cubicBezTo>
                  <a:cubicBezTo>
                    <a:pt x="60" y="23"/>
                    <a:pt x="59" y="20"/>
                    <a:pt x="57" y="18"/>
                  </a:cubicBezTo>
                  <a:cubicBezTo>
                    <a:pt x="56" y="18"/>
                    <a:pt x="55" y="18"/>
                    <a:pt x="53" y="18"/>
                  </a:cubicBezTo>
                  <a:cubicBezTo>
                    <a:pt x="56" y="19"/>
                    <a:pt x="58" y="22"/>
                    <a:pt x="58" y="25"/>
                  </a:cubicBezTo>
                  <a:cubicBezTo>
                    <a:pt x="58" y="26"/>
                    <a:pt x="58" y="26"/>
                    <a:pt x="57" y="27"/>
                  </a:cubicBezTo>
                  <a:cubicBezTo>
                    <a:pt x="57" y="27"/>
                    <a:pt x="57" y="27"/>
                    <a:pt x="57" y="27"/>
                  </a:cubicBezTo>
                  <a:cubicBezTo>
                    <a:pt x="56" y="27"/>
                    <a:pt x="56" y="27"/>
                    <a:pt x="56" y="27"/>
                  </a:cubicBezTo>
                  <a:cubicBezTo>
                    <a:pt x="53" y="24"/>
                    <a:pt x="52" y="21"/>
                    <a:pt x="51" y="19"/>
                  </a:cubicBezTo>
                  <a:cubicBezTo>
                    <a:pt x="49" y="18"/>
                    <a:pt x="49" y="18"/>
                    <a:pt x="49" y="18"/>
                  </a:cubicBezTo>
                  <a:cubicBezTo>
                    <a:pt x="50" y="18"/>
                    <a:pt x="50" y="18"/>
                    <a:pt x="50" y="18"/>
                  </a:cubicBezTo>
                  <a:cubicBezTo>
                    <a:pt x="50" y="17"/>
                    <a:pt x="50" y="17"/>
                    <a:pt x="50" y="17"/>
                  </a:cubicBezTo>
                  <a:cubicBezTo>
                    <a:pt x="49" y="15"/>
                    <a:pt x="49" y="12"/>
                    <a:pt x="46" y="10"/>
                  </a:cubicBezTo>
                  <a:lnTo>
                    <a:pt x="45" y="9"/>
                  </a:lnTo>
                  <a:close/>
                  <a:moveTo>
                    <a:pt x="57" y="25"/>
                  </a:moveTo>
                  <a:cubicBezTo>
                    <a:pt x="57" y="24"/>
                    <a:pt x="55" y="21"/>
                    <a:pt x="53" y="19"/>
                  </a:cubicBezTo>
                  <a:cubicBezTo>
                    <a:pt x="53" y="21"/>
                    <a:pt x="54" y="23"/>
                    <a:pt x="57" y="25"/>
                  </a:cubicBezTo>
                  <a:close/>
                  <a:moveTo>
                    <a:pt x="44" y="29"/>
                  </a:moveTo>
                  <a:cubicBezTo>
                    <a:pt x="45" y="32"/>
                    <a:pt x="49" y="36"/>
                    <a:pt x="51" y="35"/>
                  </a:cubicBezTo>
                  <a:cubicBezTo>
                    <a:pt x="52" y="35"/>
                    <a:pt x="53" y="34"/>
                    <a:pt x="53" y="33"/>
                  </a:cubicBezTo>
                  <a:cubicBezTo>
                    <a:pt x="51" y="33"/>
                    <a:pt x="49" y="32"/>
                    <a:pt x="47" y="30"/>
                  </a:cubicBezTo>
                  <a:cubicBezTo>
                    <a:pt x="46" y="30"/>
                    <a:pt x="45" y="29"/>
                    <a:pt x="45" y="29"/>
                  </a:cubicBezTo>
                  <a:cubicBezTo>
                    <a:pt x="44" y="29"/>
                    <a:pt x="44" y="29"/>
                    <a:pt x="44" y="29"/>
                  </a:cubicBezTo>
                  <a:close/>
                  <a:moveTo>
                    <a:pt x="5" y="49"/>
                  </a:moveTo>
                  <a:cubicBezTo>
                    <a:pt x="5" y="62"/>
                    <a:pt x="10" y="77"/>
                    <a:pt x="19" y="82"/>
                  </a:cubicBezTo>
                  <a:cubicBezTo>
                    <a:pt x="12" y="74"/>
                    <a:pt x="8" y="58"/>
                    <a:pt x="8" y="46"/>
                  </a:cubicBezTo>
                  <a:cubicBezTo>
                    <a:pt x="8" y="36"/>
                    <a:pt x="10" y="28"/>
                    <a:pt x="13" y="22"/>
                  </a:cubicBezTo>
                  <a:cubicBezTo>
                    <a:pt x="8" y="29"/>
                    <a:pt x="5" y="38"/>
                    <a:pt x="5" y="49"/>
                  </a:cubicBezTo>
                  <a:close/>
                  <a:moveTo>
                    <a:pt x="146" y="18"/>
                  </a:moveTo>
                  <a:cubicBezTo>
                    <a:pt x="146" y="18"/>
                    <a:pt x="146" y="18"/>
                    <a:pt x="146" y="18"/>
                  </a:cubicBezTo>
                  <a:cubicBezTo>
                    <a:pt x="146" y="21"/>
                    <a:pt x="139" y="31"/>
                    <a:pt x="134" y="33"/>
                  </a:cubicBezTo>
                  <a:cubicBezTo>
                    <a:pt x="134" y="33"/>
                    <a:pt x="134" y="33"/>
                    <a:pt x="134" y="33"/>
                  </a:cubicBezTo>
                  <a:cubicBezTo>
                    <a:pt x="103" y="35"/>
                    <a:pt x="85" y="24"/>
                    <a:pt x="66" y="10"/>
                  </a:cubicBezTo>
                  <a:cubicBezTo>
                    <a:pt x="63" y="8"/>
                    <a:pt x="63" y="8"/>
                    <a:pt x="63" y="8"/>
                  </a:cubicBezTo>
                  <a:cubicBezTo>
                    <a:pt x="67" y="9"/>
                    <a:pt x="67" y="9"/>
                    <a:pt x="67" y="9"/>
                  </a:cubicBezTo>
                  <a:cubicBezTo>
                    <a:pt x="73" y="10"/>
                    <a:pt x="80" y="13"/>
                    <a:pt x="88" y="17"/>
                  </a:cubicBezTo>
                  <a:cubicBezTo>
                    <a:pt x="108" y="26"/>
                    <a:pt x="131" y="36"/>
                    <a:pt x="144" y="16"/>
                  </a:cubicBezTo>
                  <a:cubicBezTo>
                    <a:pt x="145" y="16"/>
                    <a:pt x="145" y="16"/>
                    <a:pt x="145" y="16"/>
                  </a:cubicBezTo>
                  <a:cubicBezTo>
                    <a:pt x="145" y="16"/>
                    <a:pt x="145" y="16"/>
                    <a:pt x="145" y="16"/>
                  </a:cubicBezTo>
                  <a:cubicBezTo>
                    <a:pt x="146" y="16"/>
                    <a:pt x="146" y="16"/>
                    <a:pt x="146" y="18"/>
                  </a:cubicBezTo>
                  <a:close/>
                  <a:moveTo>
                    <a:pt x="133" y="31"/>
                  </a:moveTo>
                  <a:cubicBezTo>
                    <a:pt x="138" y="29"/>
                    <a:pt x="144" y="21"/>
                    <a:pt x="145" y="18"/>
                  </a:cubicBezTo>
                  <a:cubicBezTo>
                    <a:pt x="131" y="37"/>
                    <a:pt x="108" y="27"/>
                    <a:pt x="87" y="18"/>
                  </a:cubicBezTo>
                  <a:cubicBezTo>
                    <a:pt x="81" y="15"/>
                    <a:pt x="76" y="13"/>
                    <a:pt x="71" y="11"/>
                  </a:cubicBezTo>
                  <a:cubicBezTo>
                    <a:pt x="88" y="23"/>
                    <a:pt x="105" y="33"/>
                    <a:pt x="133" y="31"/>
                  </a:cubicBezTo>
                  <a:close/>
                  <a:moveTo>
                    <a:pt x="55" y="30"/>
                  </a:moveTo>
                  <a:cubicBezTo>
                    <a:pt x="54" y="30"/>
                    <a:pt x="54" y="30"/>
                    <a:pt x="54" y="30"/>
                  </a:cubicBezTo>
                  <a:cubicBezTo>
                    <a:pt x="47" y="29"/>
                    <a:pt x="42" y="25"/>
                    <a:pt x="42" y="17"/>
                  </a:cubicBezTo>
                  <a:cubicBezTo>
                    <a:pt x="42" y="16"/>
                    <a:pt x="42" y="16"/>
                    <a:pt x="42" y="16"/>
                  </a:cubicBezTo>
                  <a:cubicBezTo>
                    <a:pt x="43" y="16"/>
                    <a:pt x="43" y="16"/>
                    <a:pt x="43" y="16"/>
                  </a:cubicBezTo>
                  <a:cubicBezTo>
                    <a:pt x="50" y="17"/>
                    <a:pt x="53" y="23"/>
                    <a:pt x="55" y="29"/>
                  </a:cubicBezTo>
                  <a:lnTo>
                    <a:pt x="55" y="30"/>
                  </a:lnTo>
                  <a:close/>
                  <a:moveTo>
                    <a:pt x="43" y="17"/>
                  </a:moveTo>
                  <a:cubicBezTo>
                    <a:pt x="44" y="24"/>
                    <a:pt x="47" y="27"/>
                    <a:pt x="53" y="28"/>
                  </a:cubicBezTo>
                  <a:cubicBezTo>
                    <a:pt x="51" y="23"/>
                    <a:pt x="49" y="19"/>
                    <a:pt x="43" y="17"/>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8" name="Voľný tvar 49"/>
            <p:cNvSpPr>
              <a:spLocks noEditPoints="1"/>
            </p:cNvSpPr>
            <p:nvPr/>
          </p:nvSpPr>
          <p:spPr bwMode="auto">
            <a:xfrm>
              <a:off x="4162425" y="3344863"/>
              <a:ext cx="334963" cy="328613"/>
            </a:xfrm>
            <a:custGeom>
              <a:avLst/>
              <a:gdLst>
                <a:gd name="T0" fmla="*/ 61 w 149"/>
                <a:gd name="T1" fmla="*/ 17 h 146"/>
                <a:gd name="T2" fmla="*/ 70 w 149"/>
                <a:gd name="T3" fmla="*/ 13 h 146"/>
                <a:gd name="T4" fmla="*/ 67 w 149"/>
                <a:gd name="T5" fmla="*/ 22 h 146"/>
                <a:gd name="T6" fmla="*/ 71 w 149"/>
                <a:gd name="T7" fmla="*/ 8 h 146"/>
                <a:gd name="T8" fmla="*/ 77 w 149"/>
                <a:gd name="T9" fmla="*/ 20 h 146"/>
                <a:gd name="T10" fmla="*/ 146 w 149"/>
                <a:gd name="T11" fmla="*/ 39 h 146"/>
                <a:gd name="T12" fmla="*/ 125 w 149"/>
                <a:gd name="T13" fmla="*/ 103 h 146"/>
                <a:gd name="T14" fmla="*/ 146 w 149"/>
                <a:gd name="T15" fmla="*/ 99 h 146"/>
                <a:gd name="T16" fmla="*/ 148 w 149"/>
                <a:gd name="T17" fmla="*/ 120 h 146"/>
                <a:gd name="T18" fmla="*/ 129 w 149"/>
                <a:gd name="T19" fmla="*/ 119 h 146"/>
                <a:gd name="T20" fmla="*/ 141 w 149"/>
                <a:gd name="T21" fmla="*/ 143 h 146"/>
                <a:gd name="T22" fmla="*/ 124 w 149"/>
                <a:gd name="T23" fmla="*/ 108 h 146"/>
                <a:gd name="T24" fmla="*/ 121 w 149"/>
                <a:gd name="T25" fmla="*/ 76 h 146"/>
                <a:gd name="T26" fmla="*/ 132 w 149"/>
                <a:gd name="T27" fmla="*/ 18 h 146"/>
                <a:gd name="T28" fmla="*/ 46 w 149"/>
                <a:gd name="T29" fmla="*/ 31 h 146"/>
                <a:gd name="T30" fmla="*/ 0 w 149"/>
                <a:gd name="T31" fmla="*/ 27 h 146"/>
                <a:gd name="T32" fmla="*/ 60 w 149"/>
                <a:gd name="T33" fmla="*/ 24 h 146"/>
                <a:gd name="T34" fmla="*/ 58 w 149"/>
                <a:gd name="T35" fmla="*/ 11 h 146"/>
                <a:gd name="T36" fmla="*/ 68 w 149"/>
                <a:gd name="T37" fmla="*/ 8 h 146"/>
                <a:gd name="T38" fmla="*/ 61 w 149"/>
                <a:gd name="T39" fmla="*/ 17 h 146"/>
                <a:gd name="T40" fmla="*/ 58 w 149"/>
                <a:gd name="T41" fmla="*/ 27 h 146"/>
                <a:gd name="T42" fmla="*/ 31 w 149"/>
                <a:gd name="T43" fmla="*/ 25 h 146"/>
                <a:gd name="T44" fmla="*/ 58 w 149"/>
                <a:gd name="T45" fmla="*/ 27 h 146"/>
                <a:gd name="T46" fmla="*/ 101 w 149"/>
                <a:gd name="T47" fmla="*/ 11 h 146"/>
                <a:gd name="T48" fmla="*/ 88 w 149"/>
                <a:gd name="T49" fmla="*/ 20 h 146"/>
                <a:gd name="T50" fmla="*/ 101 w 149"/>
                <a:gd name="T51" fmla="*/ 11 h 146"/>
                <a:gd name="T52" fmla="*/ 142 w 149"/>
                <a:gd name="T53" fmla="*/ 32 h 146"/>
                <a:gd name="T54" fmla="*/ 141 w 149"/>
                <a:gd name="T55" fmla="*/ 34 h 146"/>
                <a:gd name="T56" fmla="*/ 122 w 149"/>
                <a:gd name="T57" fmla="*/ 95 h 146"/>
                <a:gd name="T58" fmla="*/ 142 w 149"/>
                <a:gd name="T59" fmla="*/ 32 h 146"/>
                <a:gd name="T60" fmla="*/ 145 w 149"/>
                <a:gd name="T61" fmla="*/ 119 h 146"/>
                <a:gd name="T62" fmla="*/ 142 w 149"/>
                <a:gd name="T63" fmla="*/ 106 h 146"/>
                <a:gd name="T64" fmla="*/ 132 w 149"/>
                <a:gd name="T65" fmla="*/ 106 h 146"/>
                <a:gd name="T66" fmla="*/ 145 w 149"/>
                <a:gd name="T67" fmla="*/ 119 h 146"/>
                <a:gd name="T68" fmla="*/ 146 w 149"/>
                <a:gd name="T69" fmla="*/ 103 h 146"/>
                <a:gd name="T70" fmla="*/ 134 w 149"/>
                <a:gd name="T71" fmla="*/ 103 h 146"/>
                <a:gd name="T72" fmla="*/ 146 w 149"/>
                <a:gd name="T73" fmla="*/ 10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9" h="146">
                  <a:moveTo>
                    <a:pt x="61" y="17"/>
                  </a:moveTo>
                  <a:cubicBezTo>
                    <a:pt x="64" y="17"/>
                    <a:pt x="67" y="9"/>
                    <a:pt x="70" y="13"/>
                  </a:cubicBezTo>
                  <a:cubicBezTo>
                    <a:pt x="68" y="15"/>
                    <a:pt x="65" y="17"/>
                    <a:pt x="67" y="22"/>
                  </a:cubicBezTo>
                  <a:cubicBezTo>
                    <a:pt x="78" y="22"/>
                    <a:pt x="72" y="11"/>
                    <a:pt x="71" y="8"/>
                  </a:cubicBezTo>
                  <a:cubicBezTo>
                    <a:pt x="75" y="4"/>
                    <a:pt x="81" y="15"/>
                    <a:pt x="77" y="20"/>
                  </a:cubicBezTo>
                  <a:cubicBezTo>
                    <a:pt x="103" y="0"/>
                    <a:pt x="144" y="7"/>
                    <a:pt x="146" y="39"/>
                  </a:cubicBezTo>
                  <a:cubicBezTo>
                    <a:pt x="148" y="63"/>
                    <a:pt x="123" y="79"/>
                    <a:pt x="125" y="103"/>
                  </a:cubicBezTo>
                  <a:cubicBezTo>
                    <a:pt x="130" y="105"/>
                    <a:pt x="138" y="94"/>
                    <a:pt x="146" y="99"/>
                  </a:cubicBezTo>
                  <a:cubicBezTo>
                    <a:pt x="149" y="104"/>
                    <a:pt x="147" y="114"/>
                    <a:pt x="148" y="120"/>
                  </a:cubicBezTo>
                  <a:cubicBezTo>
                    <a:pt x="142" y="125"/>
                    <a:pt x="135" y="122"/>
                    <a:pt x="129" y="119"/>
                  </a:cubicBezTo>
                  <a:cubicBezTo>
                    <a:pt x="129" y="131"/>
                    <a:pt x="129" y="143"/>
                    <a:pt x="141" y="143"/>
                  </a:cubicBezTo>
                  <a:cubicBezTo>
                    <a:pt x="120" y="146"/>
                    <a:pt x="125" y="125"/>
                    <a:pt x="124" y="108"/>
                  </a:cubicBezTo>
                  <a:cubicBezTo>
                    <a:pt x="123" y="95"/>
                    <a:pt x="118" y="88"/>
                    <a:pt x="121" y="76"/>
                  </a:cubicBezTo>
                  <a:cubicBezTo>
                    <a:pt x="125" y="57"/>
                    <a:pt x="149" y="40"/>
                    <a:pt x="132" y="18"/>
                  </a:cubicBezTo>
                  <a:cubicBezTo>
                    <a:pt x="101" y="5"/>
                    <a:pt x="76" y="33"/>
                    <a:pt x="46" y="31"/>
                  </a:cubicBezTo>
                  <a:cubicBezTo>
                    <a:pt x="31" y="30"/>
                    <a:pt x="16" y="16"/>
                    <a:pt x="0" y="27"/>
                  </a:cubicBezTo>
                  <a:cubicBezTo>
                    <a:pt x="14" y="12"/>
                    <a:pt x="37" y="23"/>
                    <a:pt x="60" y="24"/>
                  </a:cubicBezTo>
                  <a:cubicBezTo>
                    <a:pt x="62" y="22"/>
                    <a:pt x="58" y="15"/>
                    <a:pt x="58" y="11"/>
                  </a:cubicBezTo>
                  <a:cubicBezTo>
                    <a:pt x="61" y="10"/>
                    <a:pt x="64" y="4"/>
                    <a:pt x="68" y="8"/>
                  </a:cubicBezTo>
                  <a:cubicBezTo>
                    <a:pt x="67" y="9"/>
                    <a:pt x="59" y="9"/>
                    <a:pt x="61" y="17"/>
                  </a:cubicBezTo>
                  <a:close/>
                  <a:moveTo>
                    <a:pt x="58" y="27"/>
                  </a:moveTo>
                  <a:cubicBezTo>
                    <a:pt x="49" y="25"/>
                    <a:pt x="41" y="22"/>
                    <a:pt x="31" y="25"/>
                  </a:cubicBezTo>
                  <a:cubicBezTo>
                    <a:pt x="41" y="26"/>
                    <a:pt x="49" y="32"/>
                    <a:pt x="58" y="27"/>
                  </a:cubicBezTo>
                  <a:close/>
                  <a:moveTo>
                    <a:pt x="101" y="11"/>
                  </a:moveTo>
                  <a:cubicBezTo>
                    <a:pt x="98" y="14"/>
                    <a:pt x="85" y="15"/>
                    <a:pt x="88" y="20"/>
                  </a:cubicBezTo>
                  <a:cubicBezTo>
                    <a:pt x="90" y="15"/>
                    <a:pt x="104" y="16"/>
                    <a:pt x="101" y="11"/>
                  </a:cubicBezTo>
                  <a:close/>
                  <a:moveTo>
                    <a:pt x="142" y="32"/>
                  </a:moveTo>
                  <a:cubicBezTo>
                    <a:pt x="140" y="29"/>
                    <a:pt x="138" y="30"/>
                    <a:pt x="141" y="34"/>
                  </a:cubicBezTo>
                  <a:cubicBezTo>
                    <a:pt x="139" y="59"/>
                    <a:pt x="121" y="67"/>
                    <a:pt x="122" y="95"/>
                  </a:cubicBezTo>
                  <a:cubicBezTo>
                    <a:pt x="127" y="73"/>
                    <a:pt x="146" y="59"/>
                    <a:pt x="142" y="32"/>
                  </a:cubicBezTo>
                  <a:close/>
                  <a:moveTo>
                    <a:pt x="145" y="119"/>
                  </a:moveTo>
                  <a:cubicBezTo>
                    <a:pt x="145" y="113"/>
                    <a:pt x="145" y="109"/>
                    <a:pt x="142" y="106"/>
                  </a:cubicBezTo>
                  <a:cubicBezTo>
                    <a:pt x="139" y="106"/>
                    <a:pt x="135" y="106"/>
                    <a:pt x="132" y="106"/>
                  </a:cubicBezTo>
                  <a:cubicBezTo>
                    <a:pt x="126" y="113"/>
                    <a:pt x="134" y="121"/>
                    <a:pt x="145" y="119"/>
                  </a:cubicBezTo>
                  <a:close/>
                  <a:moveTo>
                    <a:pt x="146" y="103"/>
                  </a:moveTo>
                  <a:cubicBezTo>
                    <a:pt x="142" y="100"/>
                    <a:pt x="137" y="100"/>
                    <a:pt x="134" y="103"/>
                  </a:cubicBezTo>
                  <a:cubicBezTo>
                    <a:pt x="139" y="101"/>
                    <a:pt x="144" y="107"/>
                    <a:pt x="146" y="103"/>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9" name="Voľný tvar 50"/>
            <p:cNvSpPr>
              <a:spLocks noEditPoints="1"/>
            </p:cNvSpPr>
            <p:nvPr/>
          </p:nvSpPr>
          <p:spPr bwMode="auto">
            <a:xfrm>
              <a:off x="4162425" y="3359150"/>
              <a:ext cx="334963" cy="309563"/>
            </a:xfrm>
            <a:custGeom>
              <a:avLst/>
              <a:gdLst>
                <a:gd name="T0" fmla="*/ 69 w 149"/>
                <a:gd name="T1" fmla="*/ 3 h 138"/>
                <a:gd name="T2" fmla="*/ 64 w 149"/>
                <a:gd name="T3" fmla="*/ 7 h 138"/>
                <a:gd name="T4" fmla="*/ 70 w 149"/>
                <a:gd name="T5" fmla="*/ 7 h 138"/>
                <a:gd name="T6" fmla="*/ 70 w 149"/>
                <a:gd name="T7" fmla="*/ 3 h 138"/>
                <a:gd name="T8" fmla="*/ 73 w 149"/>
                <a:gd name="T9" fmla="*/ 1 h 138"/>
                <a:gd name="T10" fmla="*/ 147 w 149"/>
                <a:gd name="T11" fmla="*/ 33 h 138"/>
                <a:gd name="T12" fmla="*/ 142 w 149"/>
                <a:gd name="T13" fmla="*/ 91 h 138"/>
                <a:gd name="T14" fmla="*/ 149 w 149"/>
                <a:gd name="T15" fmla="*/ 114 h 138"/>
                <a:gd name="T16" fmla="*/ 130 w 149"/>
                <a:gd name="T17" fmla="*/ 114 h 138"/>
                <a:gd name="T18" fmla="*/ 137 w 149"/>
                <a:gd name="T19" fmla="*/ 138 h 138"/>
                <a:gd name="T20" fmla="*/ 122 w 149"/>
                <a:gd name="T21" fmla="*/ 94 h 138"/>
                <a:gd name="T22" fmla="*/ 129 w 149"/>
                <a:gd name="T23" fmla="*/ 51 h 138"/>
                <a:gd name="T24" fmla="*/ 49 w 149"/>
                <a:gd name="T25" fmla="*/ 26 h 138"/>
                <a:gd name="T26" fmla="*/ 1 w 149"/>
                <a:gd name="T27" fmla="*/ 21 h 138"/>
                <a:gd name="T28" fmla="*/ 39 w 149"/>
                <a:gd name="T29" fmla="*/ 15 h 138"/>
                <a:gd name="T30" fmla="*/ 58 w 149"/>
                <a:gd name="T31" fmla="*/ 5 h 138"/>
                <a:gd name="T32" fmla="*/ 67 w 149"/>
                <a:gd name="T33" fmla="*/ 2 h 138"/>
                <a:gd name="T34" fmla="*/ 60 w 149"/>
                <a:gd name="T35" fmla="*/ 10 h 138"/>
                <a:gd name="T36" fmla="*/ 77 w 149"/>
                <a:gd name="T37" fmla="*/ 14 h 138"/>
                <a:gd name="T38" fmla="*/ 73 w 149"/>
                <a:gd name="T39" fmla="*/ 15 h 138"/>
                <a:gd name="T40" fmla="*/ 68 w 149"/>
                <a:gd name="T41" fmla="*/ 8 h 138"/>
                <a:gd name="T42" fmla="*/ 61 w 149"/>
                <a:gd name="T43" fmla="*/ 12 h 138"/>
                <a:gd name="T44" fmla="*/ 60 w 149"/>
                <a:gd name="T45" fmla="*/ 19 h 138"/>
                <a:gd name="T46" fmla="*/ 7 w 149"/>
                <a:gd name="T47" fmla="*/ 17 h 138"/>
                <a:gd name="T48" fmla="*/ 40 w 149"/>
                <a:gd name="T49" fmla="*/ 17 h 138"/>
                <a:gd name="T50" fmla="*/ 60 w 149"/>
                <a:gd name="T51" fmla="*/ 20 h 138"/>
                <a:gd name="T52" fmla="*/ 31 w 149"/>
                <a:gd name="T53" fmla="*/ 20 h 138"/>
                <a:gd name="T54" fmla="*/ 49 w 149"/>
                <a:gd name="T55" fmla="*/ 24 h 138"/>
                <a:gd name="T56" fmla="*/ 87 w 149"/>
                <a:gd name="T57" fmla="*/ 12 h 138"/>
                <a:gd name="T58" fmla="*/ 77 w 149"/>
                <a:gd name="T59" fmla="*/ 14 h 138"/>
                <a:gd name="T60" fmla="*/ 124 w 149"/>
                <a:gd name="T61" fmla="*/ 97 h 138"/>
                <a:gd name="T62" fmla="*/ 101 w 149"/>
                <a:gd name="T63" fmla="*/ 4 h 138"/>
                <a:gd name="T64" fmla="*/ 89 w 149"/>
                <a:gd name="T65" fmla="*/ 14 h 138"/>
                <a:gd name="T66" fmla="*/ 133 w 149"/>
                <a:gd name="T67" fmla="*/ 12 h 138"/>
                <a:gd name="T68" fmla="*/ 131 w 149"/>
                <a:gd name="T69" fmla="*/ 55 h 138"/>
                <a:gd name="T70" fmla="*/ 140 w 149"/>
                <a:gd name="T71" fmla="*/ 24 h 138"/>
                <a:gd name="T72" fmla="*/ 123 w 149"/>
                <a:gd name="T73" fmla="*/ 89 h 138"/>
                <a:gd name="T74" fmla="*/ 135 w 149"/>
                <a:gd name="T75" fmla="*/ 137 h 138"/>
                <a:gd name="T76" fmla="*/ 141 w 149"/>
                <a:gd name="T77" fmla="*/ 116 h 138"/>
                <a:gd name="T78" fmla="*/ 147 w 149"/>
                <a:gd name="T79" fmla="*/ 98 h 138"/>
                <a:gd name="T80" fmla="*/ 131 w 149"/>
                <a:gd name="T81" fmla="*/ 99 h 138"/>
                <a:gd name="T82" fmla="*/ 146 w 149"/>
                <a:gd name="T83" fmla="*/ 94 h 138"/>
                <a:gd name="T84" fmla="*/ 88 w 149"/>
                <a:gd name="T85" fmla="*/ 12 h 138"/>
                <a:gd name="T86" fmla="*/ 95 w 149"/>
                <a:gd name="T87" fmla="*/ 9 h 138"/>
                <a:gd name="T88" fmla="*/ 40 w 149"/>
                <a:gd name="T89" fmla="*/ 19 h 138"/>
                <a:gd name="T90" fmla="*/ 56 w 149"/>
                <a:gd name="T91" fmla="*/ 21 h 138"/>
                <a:gd name="T92" fmla="*/ 141 w 149"/>
                <a:gd name="T93" fmla="*/ 28 h 138"/>
                <a:gd name="T94" fmla="*/ 131 w 149"/>
                <a:gd name="T95" fmla="*/ 66 h 138"/>
                <a:gd name="T96" fmla="*/ 141 w 149"/>
                <a:gd name="T97" fmla="*/ 97 h 138"/>
                <a:gd name="T98" fmla="*/ 143 w 149"/>
                <a:gd name="T99" fmla="*/ 100 h 138"/>
                <a:gd name="T100" fmla="*/ 130 w 149"/>
                <a:gd name="T101" fmla="*/ 108 h 138"/>
                <a:gd name="T102" fmla="*/ 131 w 149"/>
                <a:gd name="T103" fmla="*/ 107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9" h="138">
                  <a:moveTo>
                    <a:pt x="65" y="0"/>
                  </a:moveTo>
                  <a:cubicBezTo>
                    <a:pt x="66" y="0"/>
                    <a:pt x="68" y="1"/>
                    <a:pt x="69" y="2"/>
                  </a:cubicBezTo>
                  <a:cubicBezTo>
                    <a:pt x="69" y="2"/>
                    <a:pt x="69" y="2"/>
                    <a:pt x="69" y="2"/>
                  </a:cubicBezTo>
                  <a:cubicBezTo>
                    <a:pt x="69" y="3"/>
                    <a:pt x="69" y="3"/>
                    <a:pt x="69" y="3"/>
                  </a:cubicBezTo>
                  <a:cubicBezTo>
                    <a:pt x="68" y="3"/>
                    <a:pt x="68" y="3"/>
                    <a:pt x="67" y="4"/>
                  </a:cubicBezTo>
                  <a:cubicBezTo>
                    <a:pt x="65" y="4"/>
                    <a:pt x="63" y="4"/>
                    <a:pt x="62" y="6"/>
                  </a:cubicBezTo>
                  <a:cubicBezTo>
                    <a:pt x="62" y="7"/>
                    <a:pt x="61" y="8"/>
                    <a:pt x="62" y="10"/>
                  </a:cubicBezTo>
                  <a:cubicBezTo>
                    <a:pt x="63" y="9"/>
                    <a:pt x="63" y="8"/>
                    <a:pt x="64" y="7"/>
                  </a:cubicBezTo>
                  <a:cubicBezTo>
                    <a:pt x="66" y="6"/>
                    <a:pt x="67" y="5"/>
                    <a:pt x="68" y="5"/>
                  </a:cubicBezTo>
                  <a:cubicBezTo>
                    <a:pt x="69" y="5"/>
                    <a:pt x="70" y="5"/>
                    <a:pt x="70" y="6"/>
                  </a:cubicBezTo>
                  <a:cubicBezTo>
                    <a:pt x="71" y="6"/>
                    <a:pt x="71" y="6"/>
                    <a:pt x="71" y="6"/>
                  </a:cubicBezTo>
                  <a:cubicBezTo>
                    <a:pt x="70" y="7"/>
                    <a:pt x="70" y="7"/>
                    <a:pt x="70" y="7"/>
                  </a:cubicBezTo>
                  <a:cubicBezTo>
                    <a:pt x="70" y="8"/>
                    <a:pt x="69" y="8"/>
                    <a:pt x="69" y="9"/>
                  </a:cubicBezTo>
                  <a:cubicBezTo>
                    <a:pt x="68" y="11"/>
                    <a:pt x="67" y="12"/>
                    <a:pt x="67" y="16"/>
                  </a:cubicBezTo>
                  <a:cubicBezTo>
                    <a:pt x="70" y="16"/>
                    <a:pt x="71" y="15"/>
                    <a:pt x="72" y="14"/>
                  </a:cubicBezTo>
                  <a:cubicBezTo>
                    <a:pt x="74" y="11"/>
                    <a:pt x="71" y="5"/>
                    <a:pt x="70" y="3"/>
                  </a:cubicBezTo>
                  <a:cubicBezTo>
                    <a:pt x="70" y="2"/>
                    <a:pt x="70" y="2"/>
                    <a:pt x="70" y="2"/>
                  </a:cubicBezTo>
                  <a:cubicBezTo>
                    <a:pt x="71" y="2"/>
                    <a:pt x="71" y="2"/>
                    <a:pt x="71" y="2"/>
                  </a:cubicBezTo>
                  <a:cubicBezTo>
                    <a:pt x="71" y="1"/>
                    <a:pt x="72" y="1"/>
                    <a:pt x="73" y="1"/>
                  </a:cubicBezTo>
                  <a:cubicBezTo>
                    <a:pt x="73" y="1"/>
                    <a:pt x="73" y="1"/>
                    <a:pt x="73" y="1"/>
                  </a:cubicBezTo>
                  <a:cubicBezTo>
                    <a:pt x="75" y="1"/>
                    <a:pt x="77" y="3"/>
                    <a:pt x="78" y="5"/>
                  </a:cubicBezTo>
                  <a:cubicBezTo>
                    <a:pt x="79" y="7"/>
                    <a:pt x="79" y="9"/>
                    <a:pt x="79" y="11"/>
                  </a:cubicBezTo>
                  <a:cubicBezTo>
                    <a:pt x="88" y="5"/>
                    <a:pt x="99" y="2"/>
                    <a:pt x="110" y="2"/>
                  </a:cubicBezTo>
                  <a:cubicBezTo>
                    <a:pt x="131" y="2"/>
                    <a:pt x="145" y="14"/>
                    <a:pt x="147" y="33"/>
                  </a:cubicBezTo>
                  <a:cubicBezTo>
                    <a:pt x="148" y="45"/>
                    <a:pt x="142" y="55"/>
                    <a:pt x="137" y="65"/>
                  </a:cubicBezTo>
                  <a:cubicBezTo>
                    <a:pt x="131" y="75"/>
                    <a:pt x="125" y="85"/>
                    <a:pt x="126" y="97"/>
                  </a:cubicBezTo>
                  <a:cubicBezTo>
                    <a:pt x="127" y="97"/>
                    <a:pt x="130" y="96"/>
                    <a:pt x="132" y="95"/>
                  </a:cubicBezTo>
                  <a:cubicBezTo>
                    <a:pt x="135" y="93"/>
                    <a:pt x="138" y="91"/>
                    <a:pt x="142" y="91"/>
                  </a:cubicBezTo>
                  <a:cubicBezTo>
                    <a:pt x="144" y="91"/>
                    <a:pt x="145" y="92"/>
                    <a:pt x="147" y="93"/>
                  </a:cubicBezTo>
                  <a:cubicBezTo>
                    <a:pt x="147" y="93"/>
                    <a:pt x="147" y="93"/>
                    <a:pt x="147" y="93"/>
                  </a:cubicBezTo>
                  <a:cubicBezTo>
                    <a:pt x="149" y="96"/>
                    <a:pt x="149" y="101"/>
                    <a:pt x="149" y="106"/>
                  </a:cubicBezTo>
                  <a:cubicBezTo>
                    <a:pt x="148" y="109"/>
                    <a:pt x="148" y="112"/>
                    <a:pt x="149" y="114"/>
                  </a:cubicBezTo>
                  <a:cubicBezTo>
                    <a:pt x="149" y="115"/>
                    <a:pt x="149" y="115"/>
                    <a:pt x="149" y="115"/>
                  </a:cubicBezTo>
                  <a:cubicBezTo>
                    <a:pt x="148" y="115"/>
                    <a:pt x="148" y="115"/>
                    <a:pt x="148" y="115"/>
                  </a:cubicBezTo>
                  <a:cubicBezTo>
                    <a:pt x="146" y="117"/>
                    <a:pt x="143" y="118"/>
                    <a:pt x="141" y="118"/>
                  </a:cubicBezTo>
                  <a:cubicBezTo>
                    <a:pt x="137" y="118"/>
                    <a:pt x="134" y="116"/>
                    <a:pt x="130" y="114"/>
                  </a:cubicBezTo>
                  <a:cubicBezTo>
                    <a:pt x="130" y="115"/>
                    <a:pt x="130" y="115"/>
                    <a:pt x="130" y="115"/>
                  </a:cubicBezTo>
                  <a:cubicBezTo>
                    <a:pt x="130" y="126"/>
                    <a:pt x="130" y="136"/>
                    <a:pt x="141" y="136"/>
                  </a:cubicBezTo>
                  <a:cubicBezTo>
                    <a:pt x="141" y="138"/>
                    <a:pt x="141" y="138"/>
                    <a:pt x="141" y="138"/>
                  </a:cubicBezTo>
                  <a:cubicBezTo>
                    <a:pt x="139" y="138"/>
                    <a:pt x="138" y="138"/>
                    <a:pt x="137" y="138"/>
                  </a:cubicBezTo>
                  <a:cubicBezTo>
                    <a:pt x="123" y="138"/>
                    <a:pt x="123" y="125"/>
                    <a:pt x="123" y="112"/>
                  </a:cubicBezTo>
                  <a:cubicBezTo>
                    <a:pt x="123" y="108"/>
                    <a:pt x="123" y="105"/>
                    <a:pt x="123" y="102"/>
                  </a:cubicBezTo>
                  <a:cubicBezTo>
                    <a:pt x="123" y="99"/>
                    <a:pt x="122" y="96"/>
                    <a:pt x="122" y="94"/>
                  </a:cubicBezTo>
                  <a:cubicBezTo>
                    <a:pt x="122" y="94"/>
                    <a:pt x="122" y="94"/>
                    <a:pt x="122" y="94"/>
                  </a:cubicBezTo>
                  <a:cubicBezTo>
                    <a:pt x="122" y="93"/>
                    <a:pt x="122" y="93"/>
                    <a:pt x="122" y="93"/>
                  </a:cubicBezTo>
                  <a:cubicBezTo>
                    <a:pt x="121" y="92"/>
                    <a:pt x="121" y="91"/>
                    <a:pt x="121" y="90"/>
                  </a:cubicBezTo>
                  <a:cubicBezTo>
                    <a:pt x="120" y="84"/>
                    <a:pt x="118" y="78"/>
                    <a:pt x="120" y="70"/>
                  </a:cubicBezTo>
                  <a:cubicBezTo>
                    <a:pt x="122" y="64"/>
                    <a:pt x="125" y="57"/>
                    <a:pt x="129" y="51"/>
                  </a:cubicBezTo>
                  <a:cubicBezTo>
                    <a:pt x="136" y="39"/>
                    <a:pt x="143" y="27"/>
                    <a:pt x="132" y="13"/>
                  </a:cubicBezTo>
                  <a:cubicBezTo>
                    <a:pt x="126" y="11"/>
                    <a:pt x="121" y="10"/>
                    <a:pt x="115" y="10"/>
                  </a:cubicBezTo>
                  <a:cubicBezTo>
                    <a:pt x="104" y="10"/>
                    <a:pt x="93" y="14"/>
                    <a:pt x="83" y="18"/>
                  </a:cubicBezTo>
                  <a:cubicBezTo>
                    <a:pt x="72" y="22"/>
                    <a:pt x="61" y="26"/>
                    <a:pt x="49" y="26"/>
                  </a:cubicBezTo>
                  <a:cubicBezTo>
                    <a:pt x="48" y="26"/>
                    <a:pt x="47" y="26"/>
                    <a:pt x="45" y="26"/>
                  </a:cubicBezTo>
                  <a:cubicBezTo>
                    <a:pt x="40" y="25"/>
                    <a:pt x="35" y="23"/>
                    <a:pt x="30" y="22"/>
                  </a:cubicBezTo>
                  <a:cubicBezTo>
                    <a:pt x="25" y="19"/>
                    <a:pt x="19" y="17"/>
                    <a:pt x="13" y="17"/>
                  </a:cubicBezTo>
                  <a:cubicBezTo>
                    <a:pt x="9" y="17"/>
                    <a:pt x="4" y="19"/>
                    <a:pt x="1" y="21"/>
                  </a:cubicBezTo>
                  <a:cubicBezTo>
                    <a:pt x="0" y="20"/>
                    <a:pt x="0" y="20"/>
                    <a:pt x="0" y="20"/>
                  </a:cubicBezTo>
                  <a:cubicBezTo>
                    <a:pt x="5" y="15"/>
                    <a:pt x="11" y="13"/>
                    <a:pt x="20" y="13"/>
                  </a:cubicBezTo>
                  <a:cubicBezTo>
                    <a:pt x="20" y="13"/>
                    <a:pt x="20" y="13"/>
                    <a:pt x="20" y="13"/>
                  </a:cubicBezTo>
                  <a:cubicBezTo>
                    <a:pt x="26" y="13"/>
                    <a:pt x="33" y="14"/>
                    <a:pt x="39" y="15"/>
                  </a:cubicBezTo>
                  <a:cubicBezTo>
                    <a:pt x="46" y="16"/>
                    <a:pt x="53" y="17"/>
                    <a:pt x="59" y="17"/>
                  </a:cubicBezTo>
                  <a:cubicBezTo>
                    <a:pt x="61" y="16"/>
                    <a:pt x="60" y="13"/>
                    <a:pt x="59" y="10"/>
                  </a:cubicBezTo>
                  <a:cubicBezTo>
                    <a:pt x="58" y="8"/>
                    <a:pt x="58" y="7"/>
                    <a:pt x="58" y="5"/>
                  </a:cubicBezTo>
                  <a:cubicBezTo>
                    <a:pt x="58" y="5"/>
                    <a:pt x="58" y="5"/>
                    <a:pt x="58" y="5"/>
                  </a:cubicBezTo>
                  <a:cubicBezTo>
                    <a:pt x="58" y="4"/>
                    <a:pt x="58" y="4"/>
                    <a:pt x="58" y="4"/>
                  </a:cubicBezTo>
                  <a:cubicBezTo>
                    <a:pt x="59" y="4"/>
                    <a:pt x="59" y="3"/>
                    <a:pt x="60" y="3"/>
                  </a:cubicBezTo>
                  <a:cubicBezTo>
                    <a:pt x="62" y="1"/>
                    <a:pt x="63" y="0"/>
                    <a:pt x="65" y="0"/>
                  </a:cubicBezTo>
                  <a:close/>
                  <a:moveTo>
                    <a:pt x="67" y="2"/>
                  </a:moveTo>
                  <a:cubicBezTo>
                    <a:pt x="65" y="1"/>
                    <a:pt x="63" y="2"/>
                    <a:pt x="61" y="4"/>
                  </a:cubicBezTo>
                  <a:cubicBezTo>
                    <a:pt x="60" y="4"/>
                    <a:pt x="60" y="5"/>
                    <a:pt x="59" y="5"/>
                  </a:cubicBezTo>
                  <a:cubicBezTo>
                    <a:pt x="59" y="7"/>
                    <a:pt x="60" y="8"/>
                    <a:pt x="60" y="10"/>
                  </a:cubicBezTo>
                  <a:cubicBezTo>
                    <a:pt x="60" y="10"/>
                    <a:pt x="60" y="10"/>
                    <a:pt x="60" y="10"/>
                  </a:cubicBezTo>
                  <a:cubicBezTo>
                    <a:pt x="60" y="8"/>
                    <a:pt x="60" y="7"/>
                    <a:pt x="61" y="5"/>
                  </a:cubicBezTo>
                  <a:cubicBezTo>
                    <a:pt x="62" y="3"/>
                    <a:pt x="65" y="3"/>
                    <a:pt x="66" y="2"/>
                  </a:cubicBezTo>
                  <a:cubicBezTo>
                    <a:pt x="66" y="2"/>
                    <a:pt x="67" y="2"/>
                    <a:pt x="67" y="2"/>
                  </a:cubicBezTo>
                  <a:close/>
                  <a:moveTo>
                    <a:pt x="77" y="14"/>
                  </a:moveTo>
                  <a:cubicBezTo>
                    <a:pt x="76" y="13"/>
                    <a:pt x="76" y="13"/>
                    <a:pt x="76" y="13"/>
                  </a:cubicBezTo>
                  <a:cubicBezTo>
                    <a:pt x="78" y="11"/>
                    <a:pt x="78" y="8"/>
                    <a:pt x="77" y="6"/>
                  </a:cubicBezTo>
                  <a:cubicBezTo>
                    <a:pt x="75" y="3"/>
                    <a:pt x="73" y="1"/>
                    <a:pt x="72" y="2"/>
                  </a:cubicBezTo>
                  <a:cubicBezTo>
                    <a:pt x="73" y="5"/>
                    <a:pt x="76" y="11"/>
                    <a:pt x="73" y="15"/>
                  </a:cubicBezTo>
                  <a:cubicBezTo>
                    <a:pt x="72" y="16"/>
                    <a:pt x="70" y="17"/>
                    <a:pt x="67" y="17"/>
                  </a:cubicBezTo>
                  <a:cubicBezTo>
                    <a:pt x="66" y="17"/>
                    <a:pt x="66" y="17"/>
                    <a:pt x="66" y="17"/>
                  </a:cubicBezTo>
                  <a:cubicBezTo>
                    <a:pt x="66" y="17"/>
                    <a:pt x="66" y="17"/>
                    <a:pt x="66" y="17"/>
                  </a:cubicBezTo>
                  <a:cubicBezTo>
                    <a:pt x="65" y="12"/>
                    <a:pt x="66" y="10"/>
                    <a:pt x="68" y="8"/>
                  </a:cubicBezTo>
                  <a:cubicBezTo>
                    <a:pt x="68" y="8"/>
                    <a:pt x="68" y="7"/>
                    <a:pt x="69" y="7"/>
                  </a:cubicBezTo>
                  <a:cubicBezTo>
                    <a:pt x="69" y="6"/>
                    <a:pt x="68" y="6"/>
                    <a:pt x="68" y="6"/>
                  </a:cubicBezTo>
                  <a:cubicBezTo>
                    <a:pt x="67" y="6"/>
                    <a:pt x="66" y="7"/>
                    <a:pt x="65" y="8"/>
                  </a:cubicBezTo>
                  <a:cubicBezTo>
                    <a:pt x="64" y="10"/>
                    <a:pt x="63" y="11"/>
                    <a:pt x="61" y="12"/>
                  </a:cubicBezTo>
                  <a:cubicBezTo>
                    <a:pt x="61" y="12"/>
                    <a:pt x="61" y="12"/>
                    <a:pt x="61" y="12"/>
                  </a:cubicBezTo>
                  <a:cubicBezTo>
                    <a:pt x="61" y="14"/>
                    <a:pt x="62" y="17"/>
                    <a:pt x="60" y="18"/>
                  </a:cubicBezTo>
                  <a:cubicBezTo>
                    <a:pt x="60" y="19"/>
                    <a:pt x="60" y="19"/>
                    <a:pt x="60" y="19"/>
                  </a:cubicBezTo>
                  <a:cubicBezTo>
                    <a:pt x="60" y="19"/>
                    <a:pt x="60" y="19"/>
                    <a:pt x="60" y="19"/>
                  </a:cubicBezTo>
                  <a:cubicBezTo>
                    <a:pt x="53" y="18"/>
                    <a:pt x="46" y="17"/>
                    <a:pt x="39" y="16"/>
                  </a:cubicBezTo>
                  <a:cubicBezTo>
                    <a:pt x="32" y="15"/>
                    <a:pt x="26" y="14"/>
                    <a:pt x="20" y="14"/>
                  </a:cubicBezTo>
                  <a:cubicBezTo>
                    <a:pt x="20" y="14"/>
                    <a:pt x="20" y="14"/>
                    <a:pt x="20" y="14"/>
                  </a:cubicBezTo>
                  <a:cubicBezTo>
                    <a:pt x="15" y="14"/>
                    <a:pt x="11" y="15"/>
                    <a:pt x="7" y="17"/>
                  </a:cubicBezTo>
                  <a:cubicBezTo>
                    <a:pt x="9" y="16"/>
                    <a:pt x="11" y="16"/>
                    <a:pt x="13" y="16"/>
                  </a:cubicBezTo>
                  <a:cubicBezTo>
                    <a:pt x="18" y="16"/>
                    <a:pt x="24" y="18"/>
                    <a:pt x="29" y="19"/>
                  </a:cubicBezTo>
                  <a:cubicBezTo>
                    <a:pt x="31" y="19"/>
                    <a:pt x="31" y="19"/>
                    <a:pt x="31" y="19"/>
                  </a:cubicBezTo>
                  <a:cubicBezTo>
                    <a:pt x="34" y="18"/>
                    <a:pt x="37" y="17"/>
                    <a:pt x="40" y="17"/>
                  </a:cubicBezTo>
                  <a:cubicBezTo>
                    <a:pt x="40" y="17"/>
                    <a:pt x="40" y="17"/>
                    <a:pt x="40" y="17"/>
                  </a:cubicBezTo>
                  <a:cubicBezTo>
                    <a:pt x="45" y="17"/>
                    <a:pt x="49" y="18"/>
                    <a:pt x="54" y="19"/>
                  </a:cubicBezTo>
                  <a:cubicBezTo>
                    <a:pt x="55" y="19"/>
                    <a:pt x="57" y="20"/>
                    <a:pt x="58" y="20"/>
                  </a:cubicBezTo>
                  <a:cubicBezTo>
                    <a:pt x="60" y="20"/>
                    <a:pt x="60" y="20"/>
                    <a:pt x="60" y="20"/>
                  </a:cubicBezTo>
                  <a:cubicBezTo>
                    <a:pt x="59" y="21"/>
                    <a:pt x="59" y="21"/>
                    <a:pt x="59" y="21"/>
                  </a:cubicBezTo>
                  <a:cubicBezTo>
                    <a:pt x="56" y="23"/>
                    <a:pt x="53" y="24"/>
                    <a:pt x="50" y="24"/>
                  </a:cubicBezTo>
                  <a:cubicBezTo>
                    <a:pt x="47" y="24"/>
                    <a:pt x="43" y="23"/>
                    <a:pt x="40" y="22"/>
                  </a:cubicBezTo>
                  <a:cubicBezTo>
                    <a:pt x="37" y="21"/>
                    <a:pt x="34" y="20"/>
                    <a:pt x="31" y="20"/>
                  </a:cubicBezTo>
                  <a:cubicBezTo>
                    <a:pt x="30" y="20"/>
                    <a:pt x="30" y="20"/>
                    <a:pt x="30" y="20"/>
                  </a:cubicBezTo>
                  <a:cubicBezTo>
                    <a:pt x="30" y="20"/>
                    <a:pt x="31" y="20"/>
                    <a:pt x="31" y="20"/>
                  </a:cubicBezTo>
                  <a:cubicBezTo>
                    <a:pt x="36" y="22"/>
                    <a:pt x="41" y="24"/>
                    <a:pt x="46" y="24"/>
                  </a:cubicBezTo>
                  <a:cubicBezTo>
                    <a:pt x="47" y="24"/>
                    <a:pt x="48" y="24"/>
                    <a:pt x="49" y="24"/>
                  </a:cubicBezTo>
                  <a:cubicBezTo>
                    <a:pt x="61" y="24"/>
                    <a:pt x="72" y="20"/>
                    <a:pt x="82" y="16"/>
                  </a:cubicBezTo>
                  <a:cubicBezTo>
                    <a:pt x="84" y="16"/>
                    <a:pt x="86" y="15"/>
                    <a:pt x="88" y="14"/>
                  </a:cubicBezTo>
                  <a:cubicBezTo>
                    <a:pt x="88" y="14"/>
                    <a:pt x="88" y="14"/>
                    <a:pt x="88" y="14"/>
                  </a:cubicBezTo>
                  <a:cubicBezTo>
                    <a:pt x="87" y="13"/>
                    <a:pt x="87" y="12"/>
                    <a:pt x="87" y="12"/>
                  </a:cubicBezTo>
                  <a:cubicBezTo>
                    <a:pt x="88" y="10"/>
                    <a:pt x="91" y="9"/>
                    <a:pt x="94" y="7"/>
                  </a:cubicBezTo>
                  <a:cubicBezTo>
                    <a:pt x="97" y="7"/>
                    <a:pt x="99" y="6"/>
                    <a:pt x="100" y="5"/>
                  </a:cubicBezTo>
                  <a:cubicBezTo>
                    <a:pt x="101" y="4"/>
                    <a:pt x="101" y="4"/>
                    <a:pt x="101" y="4"/>
                  </a:cubicBezTo>
                  <a:cubicBezTo>
                    <a:pt x="92" y="6"/>
                    <a:pt x="84" y="9"/>
                    <a:pt x="77" y="14"/>
                  </a:cubicBezTo>
                  <a:close/>
                  <a:moveTo>
                    <a:pt x="126" y="98"/>
                  </a:moveTo>
                  <a:cubicBezTo>
                    <a:pt x="126" y="98"/>
                    <a:pt x="125" y="98"/>
                    <a:pt x="125" y="98"/>
                  </a:cubicBezTo>
                  <a:cubicBezTo>
                    <a:pt x="124" y="98"/>
                    <a:pt x="124" y="98"/>
                    <a:pt x="124" y="98"/>
                  </a:cubicBezTo>
                  <a:cubicBezTo>
                    <a:pt x="124" y="97"/>
                    <a:pt x="124" y="97"/>
                    <a:pt x="124" y="97"/>
                  </a:cubicBezTo>
                  <a:cubicBezTo>
                    <a:pt x="123" y="85"/>
                    <a:pt x="129" y="74"/>
                    <a:pt x="135" y="64"/>
                  </a:cubicBezTo>
                  <a:cubicBezTo>
                    <a:pt x="141" y="54"/>
                    <a:pt x="147" y="45"/>
                    <a:pt x="146" y="34"/>
                  </a:cubicBezTo>
                  <a:cubicBezTo>
                    <a:pt x="144" y="15"/>
                    <a:pt x="130" y="4"/>
                    <a:pt x="110" y="4"/>
                  </a:cubicBezTo>
                  <a:cubicBezTo>
                    <a:pt x="107" y="4"/>
                    <a:pt x="104" y="4"/>
                    <a:pt x="101" y="4"/>
                  </a:cubicBezTo>
                  <a:cubicBezTo>
                    <a:pt x="102" y="5"/>
                    <a:pt x="102" y="5"/>
                    <a:pt x="102" y="5"/>
                  </a:cubicBezTo>
                  <a:cubicBezTo>
                    <a:pt x="102" y="6"/>
                    <a:pt x="102" y="6"/>
                    <a:pt x="102" y="7"/>
                  </a:cubicBezTo>
                  <a:cubicBezTo>
                    <a:pt x="101" y="9"/>
                    <a:pt x="99" y="10"/>
                    <a:pt x="96" y="11"/>
                  </a:cubicBezTo>
                  <a:cubicBezTo>
                    <a:pt x="93" y="11"/>
                    <a:pt x="90" y="12"/>
                    <a:pt x="89" y="14"/>
                  </a:cubicBezTo>
                  <a:cubicBezTo>
                    <a:pt x="97" y="11"/>
                    <a:pt x="106" y="8"/>
                    <a:pt x="115" y="8"/>
                  </a:cubicBezTo>
                  <a:cubicBezTo>
                    <a:pt x="121" y="8"/>
                    <a:pt x="127" y="9"/>
                    <a:pt x="132" y="12"/>
                  </a:cubicBezTo>
                  <a:cubicBezTo>
                    <a:pt x="133" y="12"/>
                    <a:pt x="133" y="12"/>
                    <a:pt x="133" y="12"/>
                  </a:cubicBezTo>
                  <a:cubicBezTo>
                    <a:pt x="133" y="12"/>
                    <a:pt x="133" y="12"/>
                    <a:pt x="133" y="12"/>
                  </a:cubicBezTo>
                  <a:cubicBezTo>
                    <a:pt x="145" y="27"/>
                    <a:pt x="137" y="40"/>
                    <a:pt x="130" y="52"/>
                  </a:cubicBezTo>
                  <a:cubicBezTo>
                    <a:pt x="126" y="58"/>
                    <a:pt x="123" y="64"/>
                    <a:pt x="122" y="71"/>
                  </a:cubicBezTo>
                  <a:cubicBezTo>
                    <a:pt x="120" y="76"/>
                    <a:pt x="121" y="80"/>
                    <a:pt x="121" y="84"/>
                  </a:cubicBezTo>
                  <a:cubicBezTo>
                    <a:pt x="122" y="72"/>
                    <a:pt x="126" y="63"/>
                    <a:pt x="131" y="55"/>
                  </a:cubicBezTo>
                  <a:cubicBezTo>
                    <a:pt x="135" y="47"/>
                    <a:pt x="139" y="39"/>
                    <a:pt x="140" y="28"/>
                  </a:cubicBezTo>
                  <a:cubicBezTo>
                    <a:pt x="139" y="27"/>
                    <a:pt x="138" y="25"/>
                    <a:pt x="139" y="24"/>
                  </a:cubicBezTo>
                  <a:cubicBezTo>
                    <a:pt x="139" y="24"/>
                    <a:pt x="139" y="24"/>
                    <a:pt x="140" y="24"/>
                  </a:cubicBezTo>
                  <a:cubicBezTo>
                    <a:pt x="140" y="24"/>
                    <a:pt x="140" y="24"/>
                    <a:pt x="140" y="24"/>
                  </a:cubicBezTo>
                  <a:cubicBezTo>
                    <a:pt x="141" y="24"/>
                    <a:pt x="142" y="24"/>
                    <a:pt x="143" y="26"/>
                  </a:cubicBezTo>
                  <a:cubicBezTo>
                    <a:pt x="143" y="26"/>
                    <a:pt x="143" y="26"/>
                    <a:pt x="143" y="26"/>
                  </a:cubicBezTo>
                  <a:cubicBezTo>
                    <a:pt x="145" y="43"/>
                    <a:pt x="139" y="55"/>
                    <a:pt x="133" y="66"/>
                  </a:cubicBezTo>
                  <a:cubicBezTo>
                    <a:pt x="129" y="73"/>
                    <a:pt x="125" y="81"/>
                    <a:pt x="123" y="89"/>
                  </a:cubicBezTo>
                  <a:cubicBezTo>
                    <a:pt x="123" y="90"/>
                    <a:pt x="123" y="90"/>
                    <a:pt x="123" y="90"/>
                  </a:cubicBezTo>
                  <a:cubicBezTo>
                    <a:pt x="123" y="94"/>
                    <a:pt x="124" y="97"/>
                    <a:pt x="124" y="102"/>
                  </a:cubicBezTo>
                  <a:cubicBezTo>
                    <a:pt x="125" y="105"/>
                    <a:pt x="125" y="108"/>
                    <a:pt x="125" y="112"/>
                  </a:cubicBezTo>
                  <a:cubicBezTo>
                    <a:pt x="125" y="124"/>
                    <a:pt x="125" y="135"/>
                    <a:pt x="135" y="137"/>
                  </a:cubicBezTo>
                  <a:cubicBezTo>
                    <a:pt x="129" y="133"/>
                    <a:pt x="129" y="124"/>
                    <a:pt x="129" y="115"/>
                  </a:cubicBezTo>
                  <a:cubicBezTo>
                    <a:pt x="129" y="112"/>
                    <a:pt x="129" y="112"/>
                    <a:pt x="129" y="112"/>
                  </a:cubicBezTo>
                  <a:cubicBezTo>
                    <a:pt x="130" y="112"/>
                    <a:pt x="130" y="112"/>
                    <a:pt x="130" y="112"/>
                  </a:cubicBezTo>
                  <a:cubicBezTo>
                    <a:pt x="133" y="115"/>
                    <a:pt x="137" y="116"/>
                    <a:pt x="141" y="116"/>
                  </a:cubicBezTo>
                  <a:cubicBezTo>
                    <a:pt x="143" y="116"/>
                    <a:pt x="145" y="115"/>
                    <a:pt x="147" y="114"/>
                  </a:cubicBezTo>
                  <a:cubicBezTo>
                    <a:pt x="147" y="112"/>
                    <a:pt x="147" y="109"/>
                    <a:pt x="147" y="106"/>
                  </a:cubicBezTo>
                  <a:cubicBezTo>
                    <a:pt x="147" y="103"/>
                    <a:pt x="147" y="100"/>
                    <a:pt x="147" y="98"/>
                  </a:cubicBezTo>
                  <a:cubicBezTo>
                    <a:pt x="147" y="98"/>
                    <a:pt x="147" y="98"/>
                    <a:pt x="147" y="98"/>
                  </a:cubicBezTo>
                  <a:cubicBezTo>
                    <a:pt x="146" y="99"/>
                    <a:pt x="145" y="99"/>
                    <a:pt x="144" y="99"/>
                  </a:cubicBezTo>
                  <a:cubicBezTo>
                    <a:pt x="143" y="99"/>
                    <a:pt x="142" y="99"/>
                    <a:pt x="141" y="99"/>
                  </a:cubicBezTo>
                  <a:cubicBezTo>
                    <a:pt x="138" y="98"/>
                    <a:pt x="136" y="97"/>
                    <a:pt x="134" y="98"/>
                  </a:cubicBezTo>
                  <a:cubicBezTo>
                    <a:pt x="131" y="99"/>
                    <a:pt x="131" y="99"/>
                    <a:pt x="131" y="99"/>
                  </a:cubicBezTo>
                  <a:cubicBezTo>
                    <a:pt x="133" y="97"/>
                    <a:pt x="133" y="97"/>
                    <a:pt x="133" y="97"/>
                  </a:cubicBezTo>
                  <a:cubicBezTo>
                    <a:pt x="137" y="93"/>
                    <a:pt x="142" y="93"/>
                    <a:pt x="147" y="97"/>
                  </a:cubicBezTo>
                  <a:cubicBezTo>
                    <a:pt x="147" y="97"/>
                    <a:pt x="147" y="97"/>
                    <a:pt x="147" y="97"/>
                  </a:cubicBezTo>
                  <a:cubicBezTo>
                    <a:pt x="147" y="96"/>
                    <a:pt x="146" y="95"/>
                    <a:pt x="146" y="94"/>
                  </a:cubicBezTo>
                  <a:cubicBezTo>
                    <a:pt x="145" y="93"/>
                    <a:pt x="143" y="93"/>
                    <a:pt x="142" y="93"/>
                  </a:cubicBezTo>
                  <a:cubicBezTo>
                    <a:pt x="139" y="93"/>
                    <a:pt x="136" y="94"/>
                    <a:pt x="133" y="96"/>
                  </a:cubicBezTo>
                  <a:cubicBezTo>
                    <a:pt x="130" y="97"/>
                    <a:pt x="128" y="98"/>
                    <a:pt x="126" y="98"/>
                  </a:cubicBezTo>
                  <a:close/>
                  <a:moveTo>
                    <a:pt x="88" y="12"/>
                  </a:moveTo>
                  <a:cubicBezTo>
                    <a:pt x="90" y="11"/>
                    <a:pt x="93" y="10"/>
                    <a:pt x="95" y="9"/>
                  </a:cubicBezTo>
                  <a:cubicBezTo>
                    <a:pt x="98" y="8"/>
                    <a:pt x="100" y="8"/>
                    <a:pt x="101" y="7"/>
                  </a:cubicBezTo>
                  <a:cubicBezTo>
                    <a:pt x="101" y="7"/>
                    <a:pt x="101" y="6"/>
                    <a:pt x="101" y="6"/>
                  </a:cubicBezTo>
                  <a:cubicBezTo>
                    <a:pt x="99" y="7"/>
                    <a:pt x="97" y="8"/>
                    <a:pt x="95" y="9"/>
                  </a:cubicBezTo>
                  <a:cubicBezTo>
                    <a:pt x="92" y="10"/>
                    <a:pt x="89" y="11"/>
                    <a:pt x="88" y="12"/>
                  </a:cubicBezTo>
                  <a:close/>
                  <a:moveTo>
                    <a:pt x="56" y="21"/>
                  </a:moveTo>
                  <a:cubicBezTo>
                    <a:pt x="55" y="21"/>
                    <a:pt x="54" y="21"/>
                    <a:pt x="53" y="20"/>
                  </a:cubicBezTo>
                  <a:cubicBezTo>
                    <a:pt x="49" y="19"/>
                    <a:pt x="45" y="19"/>
                    <a:pt x="40" y="19"/>
                  </a:cubicBezTo>
                  <a:cubicBezTo>
                    <a:pt x="39" y="19"/>
                    <a:pt x="37" y="19"/>
                    <a:pt x="35" y="19"/>
                  </a:cubicBezTo>
                  <a:cubicBezTo>
                    <a:pt x="37" y="20"/>
                    <a:pt x="38" y="20"/>
                    <a:pt x="40" y="20"/>
                  </a:cubicBezTo>
                  <a:cubicBezTo>
                    <a:pt x="44" y="21"/>
                    <a:pt x="47" y="22"/>
                    <a:pt x="50" y="22"/>
                  </a:cubicBezTo>
                  <a:cubicBezTo>
                    <a:pt x="52" y="22"/>
                    <a:pt x="54" y="22"/>
                    <a:pt x="56" y="21"/>
                  </a:cubicBezTo>
                  <a:close/>
                  <a:moveTo>
                    <a:pt x="141" y="27"/>
                  </a:moveTo>
                  <a:cubicBezTo>
                    <a:pt x="141" y="26"/>
                    <a:pt x="141" y="26"/>
                    <a:pt x="140" y="25"/>
                  </a:cubicBezTo>
                  <a:cubicBezTo>
                    <a:pt x="141" y="26"/>
                    <a:pt x="141" y="27"/>
                    <a:pt x="141" y="27"/>
                  </a:cubicBezTo>
                  <a:cubicBezTo>
                    <a:pt x="141" y="28"/>
                    <a:pt x="141" y="28"/>
                    <a:pt x="141" y="28"/>
                  </a:cubicBezTo>
                  <a:cubicBezTo>
                    <a:pt x="141" y="28"/>
                    <a:pt x="141" y="28"/>
                    <a:pt x="141" y="28"/>
                  </a:cubicBezTo>
                  <a:cubicBezTo>
                    <a:pt x="141" y="40"/>
                    <a:pt x="136" y="48"/>
                    <a:pt x="132" y="56"/>
                  </a:cubicBezTo>
                  <a:cubicBezTo>
                    <a:pt x="128" y="64"/>
                    <a:pt x="123" y="72"/>
                    <a:pt x="123" y="84"/>
                  </a:cubicBezTo>
                  <a:cubicBezTo>
                    <a:pt x="125" y="77"/>
                    <a:pt x="128" y="71"/>
                    <a:pt x="131" y="66"/>
                  </a:cubicBezTo>
                  <a:cubicBezTo>
                    <a:pt x="138" y="54"/>
                    <a:pt x="144" y="43"/>
                    <a:pt x="141" y="27"/>
                  </a:cubicBezTo>
                  <a:close/>
                  <a:moveTo>
                    <a:pt x="145" y="98"/>
                  </a:moveTo>
                  <a:cubicBezTo>
                    <a:pt x="142" y="95"/>
                    <a:pt x="139" y="95"/>
                    <a:pt x="136" y="96"/>
                  </a:cubicBezTo>
                  <a:cubicBezTo>
                    <a:pt x="138" y="96"/>
                    <a:pt x="140" y="97"/>
                    <a:pt x="141" y="97"/>
                  </a:cubicBezTo>
                  <a:cubicBezTo>
                    <a:pt x="143" y="98"/>
                    <a:pt x="144" y="98"/>
                    <a:pt x="145" y="98"/>
                  </a:cubicBezTo>
                  <a:close/>
                  <a:moveTo>
                    <a:pt x="132" y="100"/>
                  </a:moveTo>
                  <a:cubicBezTo>
                    <a:pt x="142" y="100"/>
                    <a:pt x="142" y="100"/>
                    <a:pt x="142" y="100"/>
                  </a:cubicBezTo>
                  <a:cubicBezTo>
                    <a:pt x="143" y="100"/>
                    <a:pt x="143" y="100"/>
                    <a:pt x="143" y="100"/>
                  </a:cubicBezTo>
                  <a:cubicBezTo>
                    <a:pt x="146" y="102"/>
                    <a:pt x="146" y="108"/>
                    <a:pt x="146" y="113"/>
                  </a:cubicBezTo>
                  <a:cubicBezTo>
                    <a:pt x="146" y="114"/>
                    <a:pt x="146" y="114"/>
                    <a:pt x="146" y="114"/>
                  </a:cubicBezTo>
                  <a:cubicBezTo>
                    <a:pt x="145" y="114"/>
                    <a:pt x="145" y="114"/>
                    <a:pt x="145" y="114"/>
                  </a:cubicBezTo>
                  <a:cubicBezTo>
                    <a:pt x="138" y="115"/>
                    <a:pt x="132" y="112"/>
                    <a:pt x="130" y="108"/>
                  </a:cubicBezTo>
                  <a:cubicBezTo>
                    <a:pt x="129" y="105"/>
                    <a:pt x="129" y="102"/>
                    <a:pt x="132" y="100"/>
                  </a:cubicBezTo>
                  <a:close/>
                  <a:moveTo>
                    <a:pt x="142" y="101"/>
                  </a:moveTo>
                  <a:cubicBezTo>
                    <a:pt x="133" y="101"/>
                    <a:pt x="133" y="101"/>
                    <a:pt x="133" y="101"/>
                  </a:cubicBezTo>
                  <a:cubicBezTo>
                    <a:pt x="131" y="103"/>
                    <a:pt x="130" y="105"/>
                    <a:pt x="131" y="107"/>
                  </a:cubicBezTo>
                  <a:cubicBezTo>
                    <a:pt x="133" y="111"/>
                    <a:pt x="138" y="113"/>
                    <a:pt x="144" y="112"/>
                  </a:cubicBezTo>
                  <a:cubicBezTo>
                    <a:pt x="145" y="106"/>
                    <a:pt x="144" y="103"/>
                    <a:pt x="142" y="101"/>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20" name="Voľný tvar 51"/>
            <p:cNvSpPr>
              <a:spLocks noEditPoints="1"/>
            </p:cNvSpPr>
            <p:nvPr/>
          </p:nvSpPr>
          <p:spPr bwMode="auto">
            <a:xfrm>
              <a:off x="4205288" y="5753100"/>
              <a:ext cx="303213" cy="344488"/>
            </a:xfrm>
            <a:custGeom>
              <a:avLst/>
              <a:gdLst>
                <a:gd name="T0" fmla="*/ 47 w 135"/>
                <a:gd name="T1" fmla="*/ 133 h 153"/>
                <a:gd name="T2" fmla="*/ 91 w 135"/>
                <a:gd name="T3" fmla="*/ 114 h 153"/>
                <a:gd name="T4" fmla="*/ 47 w 135"/>
                <a:gd name="T5" fmla="*/ 138 h 153"/>
                <a:gd name="T6" fmla="*/ 0 w 135"/>
                <a:gd name="T7" fmla="*/ 124 h 153"/>
                <a:gd name="T8" fmla="*/ 4 w 135"/>
                <a:gd name="T9" fmla="*/ 133 h 153"/>
                <a:gd name="T10" fmla="*/ 97 w 135"/>
                <a:gd name="T11" fmla="*/ 109 h 153"/>
                <a:gd name="T12" fmla="*/ 100 w 135"/>
                <a:gd name="T13" fmla="*/ 94 h 153"/>
                <a:gd name="T14" fmla="*/ 125 w 135"/>
                <a:gd name="T15" fmla="*/ 22 h 153"/>
                <a:gd name="T16" fmla="*/ 101 w 135"/>
                <a:gd name="T17" fmla="*/ 15 h 153"/>
                <a:gd name="T18" fmla="*/ 114 w 135"/>
                <a:gd name="T19" fmla="*/ 5 h 153"/>
                <a:gd name="T20" fmla="*/ 132 w 135"/>
                <a:gd name="T21" fmla="*/ 30 h 153"/>
                <a:gd name="T22" fmla="*/ 107 w 135"/>
                <a:gd name="T23" fmla="*/ 106 h 153"/>
                <a:gd name="T24" fmla="*/ 100 w 135"/>
                <a:gd name="T25" fmla="*/ 137 h 153"/>
                <a:gd name="T26" fmla="*/ 95 w 135"/>
                <a:gd name="T27" fmla="*/ 113 h 153"/>
                <a:gd name="T28" fmla="*/ 47 w 135"/>
                <a:gd name="T29" fmla="*/ 133 h 153"/>
                <a:gd name="T30" fmla="*/ 102 w 135"/>
                <a:gd name="T31" fmla="*/ 107 h 153"/>
                <a:gd name="T32" fmla="*/ 128 w 135"/>
                <a:gd name="T33" fmla="*/ 36 h 153"/>
                <a:gd name="T34" fmla="*/ 102 w 135"/>
                <a:gd name="T35" fmla="*/ 107 h 153"/>
                <a:gd name="T36" fmla="*/ 114 w 135"/>
                <a:gd name="T37" fmla="*/ 110 h 153"/>
                <a:gd name="T38" fmla="*/ 118 w 135"/>
                <a:gd name="T39" fmla="*/ 128 h 153"/>
                <a:gd name="T40" fmla="*/ 114 w 135"/>
                <a:gd name="T41" fmla="*/ 110 h 153"/>
                <a:gd name="T42" fmla="*/ 104 w 135"/>
                <a:gd name="T43" fmla="*/ 110 h 153"/>
                <a:gd name="T44" fmla="*/ 102 w 135"/>
                <a:gd name="T45" fmla="*/ 131 h 153"/>
                <a:gd name="T46" fmla="*/ 115 w 135"/>
                <a:gd name="T47" fmla="*/ 133 h 153"/>
                <a:gd name="T48" fmla="*/ 104 w 135"/>
                <a:gd name="T49" fmla="*/ 11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5" h="153">
                  <a:moveTo>
                    <a:pt x="47" y="133"/>
                  </a:moveTo>
                  <a:cubicBezTo>
                    <a:pt x="62" y="133"/>
                    <a:pt x="76" y="119"/>
                    <a:pt x="91" y="114"/>
                  </a:cubicBezTo>
                  <a:cubicBezTo>
                    <a:pt x="82" y="120"/>
                    <a:pt x="63" y="134"/>
                    <a:pt x="47" y="138"/>
                  </a:cubicBezTo>
                  <a:cubicBezTo>
                    <a:pt x="28" y="143"/>
                    <a:pt x="0" y="144"/>
                    <a:pt x="0" y="124"/>
                  </a:cubicBezTo>
                  <a:cubicBezTo>
                    <a:pt x="6" y="123"/>
                    <a:pt x="1" y="132"/>
                    <a:pt x="4" y="133"/>
                  </a:cubicBezTo>
                  <a:cubicBezTo>
                    <a:pt x="38" y="148"/>
                    <a:pt x="65" y="113"/>
                    <a:pt x="97" y="109"/>
                  </a:cubicBezTo>
                  <a:cubicBezTo>
                    <a:pt x="98" y="104"/>
                    <a:pt x="100" y="100"/>
                    <a:pt x="100" y="94"/>
                  </a:cubicBezTo>
                  <a:cubicBezTo>
                    <a:pt x="109" y="85"/>
                    <a:pt x="131" y="46"/>
                    <a:pt x="125" y="22"/>
                  </a:cubicBezTo>
                  <a:cubicBezTo>
                    <a:pt x="123" y="12"/>
                    <a:pt x="109" y="0"/>
                    <a:pt x="101" y="15"/>
                  </a:cubicBezTo>
                  <a:cubicBezTo>
                    <a:pt x="97" y="9"/>
                    <a:pt x="107" y="4"/>
                    <a:pt x="114" y="5"/>
                  </a:cubicBezTo>
                  <a:cubicBezTo>
                    <a:pt x="125" y="6"/>
                    <a:pt x="131" y="18"/>
                    <a:pt x="132" y="30"/>
                  </a:cubicBezTo>
                  <a:cubicBezTo>
                    <a:pt x="135" y="56"/>
                    <a:pt x="111" y="90"/>
                    <a:pt x="107" y="106"/>
                  </a:cubicBezTo>
                  <a:cubicBezTo>
                    <a:pt x="133" y="105"/>
                    <a:pt x="126" y="153"/>
                    <a:pt x="100" y="137"/>
                  </a:cubicBezTo>
                  <a:cubicBezTo>
                    <a:pt x="97" y="130"/>
                    <a:pt x="98" y="120"/>
                    <a:pt x="95" y="113"/>
                  </a:cubicBezTo>
                  <a:cubicBezTo>
                    <a:pt x="78" y="113"/>
                    <a:pt x="63" y="127"/>
                    <a:pt x="47" y="133"/>
                  </a:cubicBezTo>
                  <a:close/>
                  <a:moveTo>
                    <a:pt x="102" y="107"/>
                  </a:moveTo>
                  <a:cubicBezTo>
                    <a:pt x="112" y="84"/>
                    <a:pt x="130" y="63"/>
                    <a:pt x="128" y="36"/>
                  </a:cubicBezTo>
                  <a:cubicBezTo>
                    <a:pt x="126" y="65"/>
                    <a:pt x="105" y="83"/>
                    <a:pt x="102" y="107"/>
                  </a:cubicBezTo>
                  <a:close/>
                  <a:moveTo>
                    <a:pt x="114" y="110"/>
                  </a:moveTo>
                  <a:cubicBezTo>
                    <a:pt x="117" y="118"/>
                    <a:pt x="121" y="121"/>
                    <a:pt x="118" y="128"/>
                  </a:cubicBezTo>
                  <a:cubicBezTo>
                    <a:pt x="128" y="125"/>
                    <a:pt x="119" y="112"/>
                    <a:pt x="114" y="110"/>
                  </a:cubicBezTo>
                  <a:close/>
                  <a:moveTo>
                    <a:pt x="104" y="110"/>
                  </a:moveTo>
                  <a:cubicBezTo>
                    <a:pt x="100" y="114"/>
                    <a:pt x="100" y="125"/>
                    <a:pt x="102" y="131"/>
                  </a:cubicBezTo>
                  <a:cubicBezTo>
                    <a:pt x="108" y="132"/>
                    <a:pt x="110" y="135"/>
                    <a:pt x="115" y="133"/>
                  </a:cubicBezTo>
                  <a:cubicBezTo>
                    <a:pt x="120" y="121"/>
                    <a:pt x="114" y="111"/>
                    <a:pt x="104" y="110"/>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21" name="Voľný tvar 52"/>
            <p:cNvSpPr>
              <a:spLocks noEditPoints="1"/>
            </p:cNvSpPr>
            <p:nvPr/>
          </p:nvSpPr>
          <p:spPr bwMode="auto">
            <a:xfrm>
              <a:off x="4202113" y="5762625"/>
              <a:ext cx="306388" cy="311150"/>
            </a:xfrm>
            <a:custGeom>
              <a:avLst/>
              <a:gdLst>
                <a:gd name="T0" fmla="*/ 0 w 136"/>
                <a:gd name="T1" fmla="*/ 120 h 138"/>
                <a:gd name="T2" fmla="*/ 4 w 136"/>
                <a:gd name="T3" fmla="*/ 120 h 138"/>
                <a:gd name="T4" fmla="*/ 23 w 136"/>
                <a:gd name="T5" fmla="*/ 132 h 138"/>
                <a:gd name="T6" fmla="*/ 97 w 136"/>
                <a:gd name="T7" fmla="*/ 104 h 138"/>
                <a:gd name="T8" fmla="*/ 100 w 136"/>
                <a:gd name="T9" fmla="*/ 90 h 138"/>
                <a:gd name="T10" fmla="*/ 103 w 136"/>
                <a:gd name="T11" fmla="*/ 11 h 138"/>
                <a:gd name="T12" fmla="*/ 101 w 136"/>
                <a:gd name="T13" fmla="*/ 6 h 138"/>
                <a:gd name="T14" fmla="*/ 134 w 136"/>
                <a:gd name="T15" fmla="*/ 26 h 138"/>
                <a:gd name="T16" fmla="*/ 125 w 136"/>
                <a:gd name="T17" fmla="*/ 119 h 138"/>
                <a:gd name="T18" fmla="*/ 100 w 136"/>
                <a:gd name="T19" fmla="*/ 133 h 138"/>
                <a:gd name="T20" fmla="*/ 96 w 136"/>
                <a:gd name="T21" fmla="*/ 110 h 138"/>
                <a:gd name="T22" fmla="*/ 87 w 136"/>
                <a:gd name="T23" fmla="*/ 115 h 138"/>
                <a:gd name="T24" fmla="*/ 5 w 136"/>
                <a:gd name="T25" fmla="*/ 129 h 138"/>
                <a:gd name="T26" fmla="*/ 48 w 136"/>
                <a:gd name="T27" fmla="*/ 134 h 138"/>
                <a:gd name="T28" fmla="*/ 48 w 136"/>
                <a:gd name="T29" fmla="*/ 129 h 138"/>
                <a:gd name="T30" fmla="*/ 65 w 136"/>
                <a:gd name="T31" fmla="*/ 120 h 138"/>
                <a:gd name="T32" fmla="*/ 97 w 136"/>
                <a:gd name="T33" fmla="*/ 108 h 138"/>
                <a:gd name="T34" fmla="*/ 97 w 136"/>
                <a:gd name="T35" fmla="*/ 109 h 138"/>
                <a:gd name="T36" fmla="*/ 111 w 136"/>
                <a:gd name="T37" fmla="*/ 135 h 138"/>
                <a:gd name="T38" fmla="*/ 118 w 136"/>
                <a:gd name="T39" fmla="*/ 125 h 138"/>
                <a:gd name="T40" fmla="*/ 117 w 136"/>
                <a:gd name="T41" fmla="*/ 129 h 138"/>
                <a:gd name="T42" fmla="*/ 108 w 136"/>
                <a:gd name="T43" fmla="*/ 129 h 138"/>
                <a:gd name="T44" fmla="*/ 103 w 136"/>
                <a:gd name="T45" fmla="*/ 128 h 138"/>
                <a:gd name="T46" fmla="*/ 105 w 136"/>
                <a:gd name="T47" fmla="*/ 105 h 138"/>
                <a:gd name="T48" fmla="*/ 118 w 136"/>
                <a:gd name="T49" fmla="*/ 124 h 138"/>
                <a:gd name="T50" fmla="*/ 114 w 136"/>
                <a:gd name="T51" fmla="*/ 105 h 138"/>
                <a:gd name="T52" fmla="*/ 108 w 136"/>
                <a:gd name="T53" fmla="*/ 102 h 138"/>
                <a:gd name="T54" fmla="*/ 115 w 136"/>
                <a:gd name="T55" fmla="*/ 82 h 138"/>
                <a:gd name="T56" fmla="*/ 102 w 136"/>
                <a:gd name="T57" fmla="*/ 7 h 138"/>
                <a:gd name="T58" fmla="*/ 127 w 136"/>
                <a:gd name="T59" fmla="*/ 18 h 138"/>
                <a:gd name="T60" fmla="*/ 98 w 136"/>
                <a:gd name="T61" fmla="*/ 105 h 138"/>
                <a:gd name="T62" fmla="*/ 23 w 136"/>
                <a:gd name="T63" fmla="*/ 133 h 138"/>
                <a:gd name="T64" fmla="*/ 104 w 136"/>
                <a:gd name="T65" fmla="*/ 127 h 138"/>
                <a:gd name="T66" fmla="*/ 115 w 136"/>
                <a:gd name="T67" fmla="*/ 113 h 138"/>
                <a:gd name="T68" fmla="*/ 89 w 136"/>
                <a:gd name="T69" fmla="*/ 110 h 138"/>
                <a:gd name="T70" fmla="*/ 74 w 136"/>
                <a:gd name="T71" fmla="*/ 118 h 138"/>
                <a:gd name="T72" fmla="*/ 4 w 136"/>
                <a:gd name="T73" fmla="*/ 127 h 138"/>
                <a:gd name="T74" fmla="*/ 2 w 136"/>
                <a:gd name="T75" fmla="*/ 121 h 138"/>
                <a:gd name="T76" fmla="*/ 120 w 136"/>
                <a:gd name="T77" fmla="*/ 123 h 138"/>
                <a:gd name="T78" fmla="*/ 102 w 136"/>
                <a:gd name="T79" fmla="*/ 108 h 138"/>
                <a:gd name="T80" fmla="*/ 128 w 136"/>
                <a:gd name="T81" fmla="*/ 32 h 138"/>
                <a:gd name="T82" fmla="*/ 104 w 136"/>
                <a:gd name="T83" fmla="*/ 103 h 138"/>
                <a:gd name="T84" fmla="*/ 116 w 136"/>
                <a:gd name="T85" fmla="*/ 72 h 138"/>
                <a:gd name="T86" fmla="*/ 128 w 136"/>
                <a:gd name="T87" fmla="*/ 4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6" h="138">
                  <a:moveTo>
                    <a:pt x="26" y="138"/>
                  </a:moveTo>
                  <a:cubicBezTo>
                    <a:pt x="16" y="138"/>
                    <a:pt x="9" y="136"/>
                    <a:pt x="5" y="131"/>
                  </a:cubicBezTo>
                  <a:cubicBezTo>
                    <a:pt x="2" y="129"/>
                    <a:pt x="0" y="125"/>
                    <a:pt x="0" y="120"/>
                  </a:cubicBezTo>
                  <a:cubicBezTo>
                    <a:pt x="0" y="120"/>
                    <a:pt x="0" y="120"/>
                    <a:pt x="0" y="120"/>
                  </a:cubicBezTo>
                  <a:cubicBezTo>
                    <a:pt x="1" y="119"/>
                    <a:pt x="1" y="119"/>
                    <a:pt x="1" y="119"/>
                  </a:cubicBezTo>
                  <a:cubicBezTo>
                    <a:pt x="2" y="119"/>
                    <a:pt x="3" y="119"/>
                    <a:pt x="4" y="120"/>
                  </a:cubicBezTo>
                  <a:cubicBezTo>
                    <a:pt x="5" y="121"/>
                    <a:pt x="5" y="123"/>
                    <a:pt x="5" y="124"/>
                  </a:cubicBezTo>
                  <a:cubicBezTo>
                    <a:pt x="5" y="126"/>
                    <a:pt x="5" y="128"/>
                    <a:pt x="6" y="128"/>
                  </a:cubicBezTo>
                  <a:cubicBezTo>
                    <a:pt x="11" y="131"/>
                    <a:pt x="17" y="132"/>
                    <a:pt x="23" y="132"/>
                  </a:cubicBezTo>
                  <a:cubicBezTo>
                    <a:pt x="37" y="132"/>
                    <a:pt x="49" y="125"/>
                    <a:pt x="63" y="118"/>
                  </a:cubicBezTo>
                  <a:cubicBezTo>
                    <a:pt x="74" y="112"/>
                    <a:pt x="85" y="106"/>
                    <a:pt x="97" y="104"/>
                  </a:cubicBezTo>
                  <a:cubicBezTo>
                    <a:pt x="97" y="104"/>
                    <a:pt x="97" y="104"/>
                    <a:pt x="97" y="104"/>
                  </a:cubicBezTo>
                  <a:cubicBezTo>
                    <a:pt x="99" y="100"/>
                    <a:pt x="100" y="96"/>
                    <a:pt x="100" y="90"/>
                  </a:cubicBezTo>
                  <a:cubicBezTo>
                    <a:pt x="100" y="90"/>
                    <a:pt x="100" y="90"/>
                    <a:pt x="100" y="90"/>
                  </a:cubicBezTo>
                  <a:cubicBezTo>
                    <a:pt x="100" y="90"/>
                    <a:pt x="100" y="90"/>
                    <a:pt x="100" y="90"/>
                  </a:cubicBezTo>
                  <a:cubicBezTo>
                    <a:pt x="109" y="81"/>
                    <a:pt x="132" y="42"/>
                    <a:pt x="125" y="18"/>
                  </a:cubicBezTo>
                  <a:cubicBezTo>
                    <a:pt x="124" y="12"/>
                    <a:pt x="117" y="4"/>
                    <a:pt x="111" y="4"/>
                  </a:cubicBezTo>
                  <a:cubicBezTo>
                    <a:pt x="108" y="4"/>
                    <a:pt x="105" y="7"/>
                    <a:pt x="103" y="11"/>
                  </a:cubicBezTo>
                  <a:cubicBezTo>
                    <a:pt x="102" y="12"/>
                    <a:pt x="102" y="12"/>
                    <a:pt x="102" y="12"/>
                  </a:cubicBezTo>
                  <a:cubicBezTo>
                    <a:pt x="101" y="11"/>
                    <a:pt x="101" y="11"/>
                    <a:pt x="101" y="11"/>
                  </a:cubicBezTo>
                  <a:cubicBezTo>
                    <a:pt x="100" y="9"/>
                    <a:pt x="100" y="8"/>
                    <a:pt x="101" y="6"/>
                  </a:cubicBezTo>
                  <a:cubicBezTo>
                    <a:pt x="103" y="2"/>
                    <a:pt x="109" y="0"/>
                    <a:pt x="114" y="0"/>
                  </a:cubicBezTo>
                  <a:cubicBezTo>
                    <a:pt x="114" y="0"/>
                    <a:pt x="114" y="0"/>
                    <a:pt x="115" y="0"/>
                  </a:cubicBezTo>
                  <a:cubicBezTo>
                    <a:pt x="127" y="1"/>
                    <a:pt x="133" y="14"/>
                    <a:pt x="134" y="26"/>
                  </a:cubicBezTo>
                  <a:cubicBezTo>
                    <a:pt x="136" y="44"/>
                    <a:pt x="125" y="66"/>
                    <a:pt x="117" y="83"/>
                  </a:cubicBezTo>
                  <a:cubicBezTo>
                    <a:pt x="113" y="90"/>
                    <a:pt x="110" y="96"/>
                    <a:pt x="109" y="101"/>
                  </a:cubicBezTo>
                  <a:cubicBezTo>
                    <a:pt x="120" y="101"/>
                    <a:pt x="125" y="110"/>
                    <a:pt x="125" y="119"/>
                  </a:cubicBezTo>
                  <a:cubicBezTo>
                    <a:pt x="125" y="128"/>
                    <a:pt x="120" y="137"/>
                    <a:pt x="111" y="137"/>
                  </a:cubicBezTo>
                  <a:cubicBezTo>
                    <a:pt x="107" y="137"/>
                    <a:pt x="104" y="136"/>
                    <a:pt x="100" y="134"/>
                  </a:cubicBezTo>
                  <a:cubicBezTo>
                    <a:pt x="100" y="133"/>
                    <a:pt x="100" y="133"/>
                    <a:pt x="100" y="133"/>
                  </a:cubicBezTo>
                  <a:cubicBezTo>
                    <a:pt x="100" y="133"/>
                    <a:pt x="100" y="133"/>
                    <a:pt x="100" y="133"/>
                  </a:cubicBezTo>
                  <a:cubicBezTo>
                    <a:pt x="98" y="130"/>
                    <a:pt x="98" y="125"/>
                    <a:pt x="97" y="120"/>
                  </a:cubicBezTo>
                  <a:cubicBezTo>
                    <a:pt x="97" y="116"/>
                    <a:pt x="97" y="113"/>
                    <a:pt x="96" y="110"/>
                  </a:cubicBezTo>
                  <a:cubicBezTo>
                    <a:pt x="95" y="110"/>
                    <a:pt x="95" y="110"/>
                    <a:pt x="94" y="110"/>
                  </a:cubicBezTo>
                  <a:cubicBezTo>
                    <a:pt x="92" y="111"/>
                    <a:pt x="92" y="111"/>
                    <a:pt x="92" y="111"/>
                  </a:cubicBezTo>
                  <a:cubicBezTo>
                    <a:pt x="91" y="112"/>
                    <a:pt x="89" y="113"/>
                    <a:pt x="87" y="115"/>
                  </a:cubicBezTo>
                  <a:cubicBezTo>
                    <a:pt x="77" y="121"/>
                    <a:pt x="61" y="132"/>
                    <a:pt x="48" y="135"/>
                  </a:cubicBezTo>
                  <a:cubicBezTo>
                    <a:pt x="41" y="137"/>
                    <a:pt x="33" y="138"/>
                    <a:pt x="26" y="138"/>
                  </a:cubicBezTo>
                  <a:close/>
                  <a:moveTo>
                    <a:pt x="5" y="129"/>
                  </a:moveTo>
                  <a:cubicBezTo>
                    <a:pt x="5" y="130"/>
                    <a:pt x="5" y="130"/>
                    <a:pt x="6" y="130"/>
                  </a:cubicBezTo>
                  <a:cubicBezTo>
                    <a:pt x="10" y="134"/>
                    <a:pt x="17" y="137"/>
                    <a:pt x="26" y="137"/>
                  </a:cubicBezTo>
                  <a:cubicBezTo>
                    <a:pt x="33" y="137"/>
                    <a:pt x="41" y="135"/>
                    <a:pt x="48" y="134"/>
                  </a:cubicBezTo>
                  <a:cubicBezTo>
                    <a:pt x="61" y="130"/>
                    <a:pt x="76" y="120"/>
                    <a:pt x="86" y="114"/>
                  </a:cubicBezTo>
                  <a:cubicBezTo>
                    <a:pt x="82" y="115"/>
                    <a:pt x="78" y="117"/>
                    <a:pt x="75" y="119"/>
                  </a:cubicBezTo>
                  <a:cubicBezTo>
                    <a:pt x="66" y="124"/>
                    <a:pt x="57" y="129"/>
                    <a:pt x="48" y="129"/>
                  </a:cubicBezTo>
                  <a:cubicBezTo>
                    <a:pt x="44" y="129"/>
                    <a:pt x="44" y="129"/>
                    <a:pt x="44" y="129"/>
                  </a:cubicBezTo>
                  <a:cubicBezTo>
                    <a:pt x="48" y="128"/>
                    <a:pt x="48" y="128"/>
                    <a:pt x="48" y="128"/>
                  </a:cubicBezTo>
                  <a:cubicBezTo>
                    <a:pt x="54" y="126"/>
                    <a:pt x="59" y="123"/>
                    <a:pt x="65" y="120"/>
                  </a:cubicBezTo>
                  <a:cubicBezTo>
                    <a:pt x="75" y="114"/>
                    <a:pt x="85" y="108"/>
                    <a:pt x="96" y="108"/>
                  </a:cubicBezTo>
                  <a:cubicBezTo>
                    <a:pt x="96" y="108"/>
                    <a:pt x="96" y="108"/>
                    <a:pt x="96" y="108"/>
                  </a:cubicBezTo>
                  <a:cubicBezTo>
                    <a:pt x="97" y="108"/>
                    <a:pt x="97" y="108"/>
                    <a:pt x="97" y="108"/>
                  </a:cubicBezTo>
                  <a:cubicBezTo>
                    <a:pt x="97" y="108"/>
                    <a:pt x="97" y="108"/>
                    <a:pt x="97" y="108"/>
                  </a:cubicBezTo>
                  <a:cubicBezTo>
                    <a:pt x="97" y="108"/>
                    <a:pt x="97" y="108"/>
                    <a:pt x="97" y="108"/>
                  </a:cubicBezTo>
                  <a:cubicBezTo>
                    <a:pt x="97" y="109"/>
                    <a:pt x="97" y="109"/>
                    <a:pt x="97" y="109"/>
                  </a:cubicBezTo>
                  <a:cubicBezTo>
                    <a:pt x="98" y="112"/>
                    <a:pt x="99" y="116"/>
                    <a:pt x="99" y="120"/>
                  </a:cubicBezTo>
                  <a:cubicBezTo>
                    <a:pt x="99" y="124"/>
                    <a:pt x="100" y="129"/>
                    <a:pt x="101" y="132"/>
                  </a:cubicBezTo>
                  <a:cubicBezTo>
                    <a:pt x="104" y="134"/>
                    <a:pt x="108" y="135"/>
                    <a:pt x="111" y="135"/>
                  </a:cubicBezTo>
                  <a:cubicBezTo>
                    <a:pt x="118" y="135"/>
                    <a:pt x="122" y="129"/>
                    <a:pt x="123" y="123"/>
                  </a:cubicBezTo>
                  <a:cubicBezTo>
                    <a:pt x="122" y="124"/>
                    <a:pt x="121" y="125"/>
                    <a:pt x="119" y="125"/>
                  </a:cubicBezTo>
                  <a:cubicBezTo>
                    <a:pt x="118" y="125"/>
                    <a:pt x="118" y="125"/>
                    <a:pt x="118" y="125"/>
                  </a:cubicBezTo>
                  <a:cubicBezTo>
                    <a:pt x="118" y="127"/>
                    <a:pt x="117" y="128"/>
                    <a:pt x="117" y="129"/>
                  </a:cubicBezTo>
                  <a:cubicBezTo>
                    <a:pt x="117" y="129"/>
                    <a:pt x="117" y="129"/>
                    <a:pt x="117" y="129"/>
                  </a:cubicBezTo>
                  <a:cubicBezTo>
                    <a:pt x="117" y="129"/>
                    <a:pt x="117" y="129"/>
                    <a:pt x="117" y="129"/>
                  </a:cubicBezTo>
                  <a:cubicBezTo>
                    <a:pt x="115" y="130"/>
                    <a:pt x="114" y="130"/>
                    <a:pt x="113" y="130"/>
                  </a:cubicBezTo>
                  <a:cubicBezTo>
                    <a:pt x="113" y="130"/>
                    <a:pt x="113" y="130"/>
                    <a:pt x="113" y="130"/>
                  </a:cubicBezTo>
                  <a:cubicBezTo>
                    <a:pt x="111" y="130"/>
                    <a:pt x="109" y="130"/>
                    <a:pt x="108" y="129"/>
                  </a:cubicBezTo>
                  <a:cubicBezTo>
                    <a:pt x="106" y="129"/>
                    <a:pt x="105" y="128"/>
                    <a:pt x="103" y="128"/>
                  </a:cubicBezTo>
                  <a:cubicBezTo>
                    <a:pt x="103" y="128"/>
                    <a:pt x="103" y="128"/>
                    <a:pt x="103" y="128"/>
                  </a:cubicBezTo>
                  <a:cubicBezTo>
                    <a:pt x="103" y="128"/>
                    <a:pt x="103" y="128"/>
                    <a:pt x="103" y="128"/>
                  </a:cubicBezTo>
                  <a:cubicBezTo>
                    <a:pt x="100" y="122"/>
                    <a:pt x="100" y="110"/>
                    <a:pt x="104" y="105"/>
                  </a:cubicBezTo>
                  <a:cubicBezTo>
                    <a:pt x="105" y="105"/>
                    <a:pt x="105" y="105"/>
                    <a:pt x="105" y="105"/>
                  </a:cubicBezTo>
                  <a:cubicBezTo>
                    <a:pt x="105" y="105"/>
                    <a:pt x="105" y="105"/>
                    <a:pt x="105" y="105"/>
                  </a:cubicBezTo>
                  <a:cubicBezTo>
                    <a:pt x="110" y="106"/>
                    <a:pt x="114" y="108"/>
                    <a:pt x="116" y="112"/>
                  </a:cubicBezTo>
                  <a:cubicBezTo>
                    <a:pt x="118" y="116"/>
                    <a:pt x="119" y="120"/>
                    <a:pt x="118" y="124"/>
                  </a:cubicBezTo>
                  <a:cubicBezTo>
                    <a:pt x="118" y="124"/>
                    <a:pt x="118" y="124"/>
                    <a:pt x="118" y="124"/>
                  </a:cubicBezTo>
                  <a:cubicBezTo>
                    <a:pt x="121" y="119"/>
                    <a:pt x="119" y="116"/>
                    <a:pt x="117" y="112"/>
                  </a:cubicBezTo>
                  <a:cubicBezTo>
                    <a:pt x="116" y="110"/>
                    <a:pt x="115" y="109"/>
                    <a:pt x="114" y="106"/>
                  </a:cubicBezTo>
                  <a:cubicBezTo>
                    <a:pt x="114" y="105"/>
                    <a:pt x="114" y="105"/>
                    <a:pt x="114" y="105"/>
                  </a:cubicBezTo>
                  <a:cubicBezTo>
                    <a:pt x="115" y="105"/>
                    <a:pt x="115" y="105"/>
                    <a:pt x="115" y="105"/>
                  </a:cubicBezTo>
                  <a:cubicBezTo>
                    <a:pt x="117" y="106"/>
                    <a:pt x="121" y="109"/>
                    <a:pt x="123" y="113"/>
                  </a:cubicBezTo>
                  <a:cubicBezTo>
                    <a:pt x="121" y="107"/>
                    <a:pt x="116" y="102"/>
                    <a:pt x="108" y="102"/>
                  </a:cubicBezTo>
                  <a:cubicBezTo>
                    <a:pt x="107" y="102"/>
                    <a:pt x="107" y="102"/>
                    <a:pt x="107" y="102"/>
                  </a:cubicBezTo>
                  <a:cubicBezTo>
                    <a:pt x="107" y="101"/>
                    <a:pt x="107" y="101"/>
                    <a:pt x="107" y="101"/>
                  </a:cubicBezTo>
                  <a:cubicBezTo>
                    <a:pt x="108" y="97"/>
                    <a:pt x="112" y="90"/>
                    <a:pt x="115" y="82"/>
                  </a:cubicBezTo>
                  <a:cubicBezTo>
                    <a:pt x="124" y="65"/>
                    <a:pt x="134" y="44"/>
                    <a:pt x="133" y="26"/>
                  </a:cubicBezTo>
                  <a:cubicBezTo>
                    <a:pt x="131" y="15"/>
                    <a:pt x="126" y="3"/>
                    <a:pt x="115" y="2"/>
                  </a:cubicBezTo>
                  <a:cubicBezTo>
                    <a:pt x="110" y="1"/>
                    <a:pt x="104" y="4"/>
                    <a:pt x="102" y="7"/>
                  </a:cubicBezTo>
                  <a:cubicBezTo>
                    <a:pt x="102" y="7"/>
                    <a:pt x="102" y="8"/>
                    <a:pt x="102" y="9"/>
                  </a:cubicBezTo>
                  <a:cubicBezTo>
                    <a:pt x="105" y="4"/>
                    <a:pt x="109" y="3"/>
                    <a:pt x="111" y="3"/>
                  </a:cubicBezTo>
                  <a:cubicBezTo>
                    <a:pt x="118" y="3"/>
                    <a:pt x="125" y="11"/>
                    <a:pt x="127" y="18"/>
                  </a:cubicBezTo>
                  <a:cubicBezTo>
                    <a:pt x="133" y="42"/>
                    <a:pt x="110" y="81"/>
                    <a:pt x="101" y="91"/>
                  </a:cubicBezTo>
                  <a:cubicBezTo>
                    <a:pt x="102" y="96"/>
                    <a:pt x="100" y="100"/>
                    <a:pt x="99" y="104"/>
                  </a:cubicBezTo>
                  <a:cubicBezTo>
                    <a:pt x="98" y="105"/>
                    <a:pt x="98" y="105"/>
                    <a:pt x="98" y="105"/>
                  </a:cubicBezTo>
                  <a:cubicBezTo>
                    <a:pt x="98" y="105"/>
                    <a:pt x="98" y="105"/>
                    <a:pt x="98" y="105"/>
                  </a:cubicBezTo>
                  <a:cubicBezTo>
                    <a:pt x="86" y="107"/>
                    <a:pt x="75" y="113"/>
                    <a:pt x="64" y="119"/>
                  </a:cubicBezTo>
                  <a:cubicBezTo>
                    <a:pt x="51" y="126"/>
                    <a:pt x="37" y="133"/>
                    <a:pt x="23" y="133"/>
                  </a:cubicBezTo>
                  <a:cubicBezTo>
                    <a:pt x="17" y="133"/>
                    <a:pt x="11" y="132"/>
                    <a:pt x="5" y="129"/>
                  </a:cubicBezTo>
                  <a:cubicBezTo>
                    <a:pt x="5" y="129"/>
                    <a:pt x="5" y="129"/>
                    <a:pt x="5" y="129"/>
                  </a:cubicBezTo>
                  <a:close/>
                  <a:moveTo>
                    <a:pt x="104" y="127"/>
                  </a:moveTo>
                  <a:cubicBezTo>
                    <a:pt x="106" y="127"/>
                    <a:pt x="107" y="127"/>
                    <a:pt x="108" y="128"/>
                  </a:cubicBezTo>
                  <a:cubicBezTo>
                    <a:pt x="111" y="129"/>
                    <a:pt x="113" y="129"/>
                    <a:pt x="116" y="128"/>
                  </a:cubicBezTo>
                  <a:cubicBezTo>
                    <a:pt x="118" y="123"/>
                    <a:pt x="118" y="117"/>
                    <a:pt x="115" y="113"/>
                  </a:cubicBezTo>
                  <a:cubicBezTo>
                    <a:pt x="113" y="110"/>
                    <a:pt x="109" y="107"/>
                    <a:pt x="105" y="107"/>
                  </a:cubicBezTo>
                  <a:cubicBezTo>
                    <a:pt x="102" y="111"/>
                    <a:pt x="102" y="121"/>
                    <a:pt x="104" y="127"/>
                  </a:cubicBezTo>
                  <a:close/>
                  <a:moveTo>
                    <a:pt x="89" y="110"/>
                  </a:moveTo>
                  <a:cubicBezTo>
                    <a:pt x="81" y="112"/>
                    <a:pt x="73" y="117"/>
                    <a:pt x="65" y="121"/>
                  </a:cubicBezTo>
                  <a:cubicBezTo>
                    <a:pt x="61" y="123"/>
                    <a:pt x="57" y="125"/>
                    <a:pt x="53" y="127"/>
                  </a:cubicBezTo>
                  <a:cubicBezTo>
                    <a:pt x="60" y="126"/>
                    <a:pt x="67" y="122"/>
                    <a:pt x="74" y="118"/>
                  </a:cubicBezTo>
                  <a:cubicBezTo>
                    <a:pt x="79" y="115"/>
                    <a:pt x="84" y="112"/>
                    <a:pt x="89" y="110"/>
                  </a:cubicBezTo>
                  <a:close/>
                  <a:moveTo>
                    <a:pt x="2" y="121"/>
                  </a:moveTo>
                  <a:cubicBezTo>
                    <a:pt x="2" y="123"/>
                    <a:pt x="3" y="125"/>
                    <a:pt x="4" y="127"/>
                  </a:cubicBezTo>
                  <a:cubicBezTo>
                    <a:pt x="3" y="127"/>
                    <a:pt x="3" y="125"/>
                    <a:pt x="3" y="124"/>
                  </a:cubicBezTo>
                  <a:cubicBezTo>
                    <a:pt x="3" y="123"/>
                    <a:pt x="4" y="122"/>
                    <a:pt x="3" y="121"/>
                  </a:cubicBezTo>
                  <a:cubicBezTo>
                    <a:pt x="3" y="121"/>
                    <a:pt x="3" y="121"/>
                    <a:pt x="2" y="121"/>
                  </a:cubicBezTo>
                  <a:close/>
                  <a:moveTo>
                    <a:pt x="116" y="108"/>
                  </a:moveTo>
                  <a:cubicBezTo>
                    <a:pt x="117" y="109"/>
                    <a:pt x="118" y="110"/>
                    <a:pt x="118" y="111"/>
                  </a:cubicBezTo>
                  <a:cubicBezTo>
                    <a:pt x="120" y="115"/>
                    <a:pt x="122" y="118"/>
                    <a:pt x="120" y="123"/>
                  </a:cubicBezTo>
                  <a:cubicBezTo>
                    <a:pt x="122" y="122"/>
                    <a:pt x="123" y="121"/>
                    <a:pt x="123" y="119"/>
                  </a:cubicBezTo>
                  <a:cubicBezTo>
                    <a:pt x="123" y="115"/>
                    <a:pt x="119" y="110"/>
                    <a:pt x="116" y="108"/>
                  </a:cubicBezTo>
                  <a:close/>
                  <a:moveTo>
                    <a:pt x="102" y="108"/>
                  </a:moveTo>
                  <a:cubicBezTo>
                    <a:pt x="103" y="103"/>
                    <a:pt x="103" y="103"/>
                    <a:pt x="103" y="103"/>
                  </a:cubicBezTo>
                  <a:cubicBezTo>
                    <a:pt x="104" y="92"/>
                    <a:pt x="109" y="82"/>
                    <a:pt x="114" y="72"/>
                  </a:cubicBezTo>
                  <a:cubicBezTo>
                    <a:pt x="121" y="60"/>
                    <a:pt x="127" y="47"/>
                    <a:pt x="128" y="32"/>
                  </a:cubicBezTo>
                  <a:cubicBezTo>
                    <a:pt x="130" y="32"/>
                    <a:pt x="130" y="32"/>
                    <a:pt x="130" y="32"/>
                  </a:cubicBezTo>
                  <a:cubicBezTo>
                    <a:pt x="131" y="51"/>
                    <a:pt x="122" y="68"/>
                    <a:pt x="114" y="84"/>
                  </a:cubicBezTo>
                  <a:cubicBezTo>
                    <a:pt x="110" y="90"/>
                    <a:pt x="107" y="97"/>
                    <a:pt x="104" y="103"/>
                  </a:cubicBezTo>
                  <a:lnTo>
                    <a:pt x="102" y="108"/>
                  </a:lnTo>
                  <a:close/>
                  <a:moveTo>
                    <a:pt x="128" y="44"/>
                  </a:moveTo>
                  <a:cubicBezTo>
                    <a:pt x="125" y="54"/>
                    <a:pt x="120" y="63"/>
                    <a:pt x="116" y="72"/>
                  </a:cubicBezTo>
                  <a:cubicBezTo>
                    <a:pt x="111" y="81"/>
                    <a:pt x="107" y="89"/>
                    <a:pt x="105" y="97"/>
                  </a:cubicBezTo>
                  <a:cubicBezTo>
                    <a:pt x="108" y="92"/>
                    <a:pt x="110" y="88"/>
                    <a:pt x="112" y="83"/>
                  </a:cubicBezTo>
                  <a:cubicBezTo>
                    <a:pt x="119" y="71"/>
                    <a:pt x="126" y="58"/>
                    <a:pt x="128" y="44"/>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grpSp>
      <p:sp>
        <p:nvSpPr>
          <p:cNvPr id="36" name="Zástupný obrázok 33" descr="Prázdny zástupný objekt na pridanie obrázka. Kliknite na zástupný objekt a vyberte požadovaný obrázok."/>
          <p:cNvSpPr>
            <a:spLocks noGrp="1" noChangeAspect="1"/>
          </p:cNvSpPr>
          <p:nvPr>
            <p:ph type="pic" sz="quarter" idx="17"/>
          </p:nvPr>
        </p:nvSpPr>
        <p:spPr>
          <a:xfrm>
            <a:off x="1265028" y="1900210"/>
            <a:ext cx="3935536" cy="2571736"/>
          </a:xfrm>
          <a:solidFill>
            <a:schemeClr val="bg2"/>
          </a:solidFill>
          <a:ln w="38100">
            <a:solidFill>
              <a:schemeClr val="bg1"/>
            </a:solidFill>
          </a:ln>
        </p:spPr>
        <p:txBody>
          <a:bodyPr rtlCol="0"/>
          <a:lstStyle>
            <a:lvl1pPr marL="0" indent="0" algn="ctr" rtl="0">
              <a:buNone/>
              <a:defRPr/>
            </a:lvl1pPr>
          </a:lstStyle>
          <a:p>
            <a:pPr rtl="0"/>
            <a:r>
              <a:rPr lang="sk-SK"/>
              <a:t>Ak chcete pridať obrázok, kliknite na ikonu</a:t>
            </a:r>
            <a:endParaRPr dirty="0"/>
          </a:p>
        </p:txBody>
      </p:sp>
      <p:sp>
        <p:nvSpPr>
          <p:cNvPr id="39" name="Zástupný text 3"/>
          <p:cNvSpPr>
            <a:spLocks noGrp="1"/>
          </p:cNvSpPr>
          <p:nvPr>
            <p:ph type="body" sz="half" idx="2"/>
          </p:nvPr>
        </p:nvSpPr>
        <p:spPr>
          <a:xfrm>
            <a:off x="1052423" y="4935990"/>
            <a:ext cx="4368980" cy="1007610"/>
          </a:xfrm>
        </p:spPr>
        <p:txBody>
          <a:bodyPr rtlCol="0">
            <a:normAutofit/>
          </a:bodyPr>
          <a:lstStyle>
            <a:lvl1pPr marL="0" indent="0" algn="l" rtl="0">
              <a:spcBef>
                <a:spcPts val="1600"/>
              </a:spcBef>
              <a:buNone/>
              <a:defRPr sz="1600"/>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sk-SK"/>
              <a:t>Kliknite sem a upravte štýly predlohy textu.</a:t>
            </a:r>
          </a:p>
        </p:txBody>
      </p:sp>
      <p:grpSp>
        <p:nvGrpSpPr>
          <p:cNvPr id="22" name="Skupina 21"/>
          <p:cNvGrpSpPr/>
          <p:nvPr/>
        </p:nvGrpSpPr>
        <p:grpSpPr>
          <a:xfrm>
            <a:off x="6763111" y="1733550"/>
            <a:ext cx="4360503" cy="3050038"/>
            <a:chOff x="895350" y="3313113"/>
            <a:chExt cx="3613151" cy="2790825"/>
          </a:xfrm>
          <a:solidFill>
            <a:schemeClr val="tx1">
              <a:lumMod val="50000"/>
            </a:schemeClr>
          </a:solidFill>
        </p:grpSpPr>
        <p:sp>
          <p:nvSpPr>
            <p:cNvPr id="23" name="Voľný tvar 41"/>
            <p:cNvSpPr>
              <a:spLocks/>
            </p:cNvSpPr>
            <p:nvPr/>
          </p:nvSpPr>
          <p:spPr bwMode="auto">
            <a:xfrm>
              <a:off x="963613" y="3725863"/>
              <a:ext cx="11113" cy="1952625"/>
            </a:xfrm>
            <a:custGeom>
              <a:avLst/>
              <a:gdLst>
                <a:gd name="T0" fmla="*/ 3 w 5"/>
                <a:gd name="T1" fmla="*/ 0 h 868"/>
                <a:gd name="T2" fmla="*/ 4 w 5"/>
                <a:gd name="T3" fmla="*/ 217 h 868"/>
                <a:gd name="T4" fmla="*/ 3 w 5"/>
                <a:gd name="T5" fmla="*/ 326 h 868"/>
                <a:gd name="T6" fmla="*/ 4 w 5"/>
                <a:gd name="T7" fmla="*/ 434 h 868"/>
                <a:gd name="T8" fmla="*/ 4 w 5"/>
                <a:gd name="T9" fmla="*/ 651 h 868"/>
                <a:gd name="T10" fmla="*/ 4 w 5"/>
                <a:gd name="T11" fmla="*/ 760 h 868"/>
                <a:gd name="T12" fmla="*/ 3 w 5"/>
                <a:gd name="T13" fmla="*/ 868 h 868"/>
                <a:gd name="T14" fmla="*/ 2 w 5"/>
                <a:gd name="T15" fmla="*/ 868 h 868"/>
                <a:gd name="T16" fmla="*/ 1 w 5"/>
                <a:gd name="T17" fmla="*/ 760 h 868"/>
                <a:gd name="T18" fmla="*/ 0 w 5"/>
                <a:gd name="T19" fmla="*/ 651 h 868"/>
                <a:gd name="T20" fmla="*/ 1 w 5"/>
                <a:gd name="T21" fmla="*/ 434 h 868"/>
                <a:gd name="T22" fmla="*/ 2 w 5"/>
                <a:gd name="T23" fmla="*/ 326 h 868"/>
                <a:gd name="T24" fmla="*/ 1 w 5"/>
                <a:gd name="T25" fmla="*/ 217 h 868"/>
                <a:gd name="T26" fmla="*/ 2 w 5"/>
                <a:gd name="T27" fmla="*/ 0 h 868"/>
                <a:gd name="T28" fmla="*/ 3 w 5"/>
                <a:gd name="T29" fmla="*/ 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868">
                  <a:moveTo>
                    <a:pt x="3" y="0"/>
                  </a:moveTo>
                  <a:cubicBezTo>
                    <a:pt x="4" y="73"/>
                    <a:pt x="4" y="145"/>
                    <a:pt x="4" y="217"/>
                  </a:cubicBezTo>
                  <a:cubicBezTo>
                    <a:pt x="4" y="253"/>
                    <a:pt x="3" y="290"/>
                    <a:pt x="3" y="326"/>
                  </a:cubicBezTo>
                  <a:cubicBezTo>
                    <a:pt x="3" y="362"/>
                    <a:pt x="3" y="398"/>
                    <a:pt x="4" y="434"/>
                  </a:cubicBezTo>
                  <a:cubicBezTo>
                    <a:pt x="4" y="507"/>
                    <a:pt x="5" y="579"/>
                    <a:pt x="4" y="651"/>
                  </a:cubicBezTo>
                  <a:cubicBezTo>
                    <a:pt x="5" y="687"/>
                    <a:pt x="4" y="724"/>
                    <a:pt x="4" y="760"/>
                  </a:cubicBezTo>
                  <a:cubicBezTo>
                    <a:pt x="4" y="796"/>
                    <a:pt x="3" y="832"/>
                    <a:pt x="3" y="868"/>
                  </a:cubicBezTo>
                  <a:cubicBezTo>
                    <a:pt x="2" y="868"/>
                    <a:pt x="2" y="868"/>
                    <a:pt x="2" y="868"/>
                  </a:cubicBezTo>
                  <a:cubicBezTo>
                    <a:pt x="2" y="832"/>
                    <a:pt x="1" y="796"/>
                    <a:pt x="1" y="760"/>
                  </a:cubicBezTo>
                  <a:cubicBezTo>
                    <a:pt x="1" y="724"/>
                    <a:pt x="0" y="687"/>
                    <a:pt x="0" y="651"/>
                  </a:cubicBezTo>
                  <a:cubicBezTo>
                    <a:pt x="0" y="579"/>
                    <a:pt x="1" y="507"/>
                    <a:pt x="1" y="434"/>
                  </a:cubicBezTo>
                  <a:cubicBezTo>
                    <a:pt x="2" y="398"/>
                    <a:pt x="2" y="362"/>
                    <a:pt x="2" y="326"/>
                  </a:cubicBezTo>
                  <a:cubicBezTo>
                    <a:pt x="2" y="290"/>
                    <a:pt x="1" y="253"/>
                    <a:pt x="1" y="217"/>
                  </a:cubicBezTo>
                  <a:cubicBezTo>
                    <a:pt x="0" y="145"/>
                    <a:pt x="1" y="73"/>
                    <a:pt x="2" y="0"/>
                  </a:cubicBezTo>
                  <a:lnTo>
                    <a:pt x="3" y="0"/>
                  </a:ln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24" name="Voľný tvar 42"/>
            <p:cNvSpPr>
              <a:spLocks/>
            </p:cNvSpPr>
            <p:nvPr/>
          </p:nvSpPr>
          <p:spPr bwMode="auto">
            <a:xfrm>
              <a:off x="1350963" y="6038850"/>
              <a:ext cx="2736850" cy="11113"/>
            </a:xfrm>
            <a:custGeom>
              <a:avLst/>
              <a:gdLst>
                <a:gd name="T0" fmla="*/ 0 w 1216"/>
                <a:gd name="T1" fmla="*/ 2 h 5"/>
                <a:gd name="T2" fmla="*/ 304 w 1216"/>
                <a:gd name="T3" fmla="*/ 1 h 5"/>
                <a:gd name="T4" fmla="*/ 456 w 1216"/>
                <a:gd name="T5" fmla="*/ 2 h 5"/>
                <a:gd name="T6" fmla="*/ 608 w 1216"/>
                <a:gd name="T7" fmla="*/ 1 h 5"/>
                <a:gd name="T8" fmla="*/ 912 w 1216"/>
                <a:gd name="T9" fmla="*/ 0 h 5"/>
                <a:gd name="T10" fmla="*/ 1064 w 1216"/>
                <a:gd name="T11" fmla="*/ 1 h 5"/>
                <a:gd name="T12" fmla="*/ 1216 w 1216"/>
                <a:gd name="T13" fmla="*/ 2 h 5"/>
                <a:gd name="T14" fmla="*/ 1216 w 1216"/>
                <a:gd name="T15" fmla="*/ 2 h 5"/>
                <a:gd name="T16" fmla="*/ 1064 w 1216"/>
                <a:gd name="T17" fmla="*/ 4 h 5"/>
                <a:gd name="T18" fmla="*/ 912 w 1216"/>
                <a:gd name="T19" fmla="*/ 4 h 5"/>
                <a:gd name="T20" fmla="*/ 608 w 1216"/>
                <a:gd name="T21" fmla="*/ 3 h 5"/>
                <a:gd name="T22" fmla="*/ 456 w 1216"/>
                <a:gd name="T23" fmla="*/ 3 h 5"/>
                <a:gd name="T24" fmla="*/ 304 w 1216"/>
                <a:gd name="T25" fmla="*/ 4 h 5"/>
                <a:gd name="T26" fmla="*/ 0 w 1216"/>
                <a:gd name="T2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6" h="5">
                  <a:moveTo>
                    <a:pt x="0" y="2"/>
                  </a:moveTo>
                  <a:cubicBezTo>
                    <a:pt x="101" y="1"/>
                    <a:pt x="202" y="0"/>
                    <a:pt x="304" y="1"/>
                  </a:cubicBezTo>
                  <a:cubicBezTo>
                    <a:pt x="354" y="1"/>
                    <a:pt x="405" y="2"/>
                    <a:pt x="456" y="2"/>
                  </a:cubicBezTo>
                  <a:cubicBezTo>
                    <a:pt x="506" y="2"/>
                    <a:pt x="557" y="1"/>
                    <a:pt x="608" y="1"/>
                  </a:cubicBezTo>
                  <a:cubicBezTo>
                    <a:pt x="709" y="1"/>
                    <a:pt x="810" y="0"/>
                    <a:pt x="912" y="0"/>
                  </a:cubicBezTo>
                  <a:cubicBezTo>
                    <a:pt x="962" y="0"/>
                    <a:pt x="1013" y="1"/>
                    <a:pt x="1064" y="1"/>
                  </a:cubicBezTo>
                  <a:cubicBezTo>
                    <a:pt x="1114" y="1"/>
                    <a:pt x="1165" y="1"/>
                    <a:pt x="1216" y="2"/>
                  </a:cubicBezTo>
                  <a:cubicBezTo>
                    <a:pt x="1216" y="2"/>
                    <a:pt x="1216" y="2"/>
                    <a:pt x="1216" y="2"/>
                  </a:cubicBezTo>
                  <a:cubicBezTo>
                    <a:pt x="1165" y="3"/>
                    <a:pt x="1114" y="3"/>
                    <a:pt x="1064" y="4"/>
                  </a:cubicBezTo>
                  <a:cubicBezTo>
                    <a:pt x="1013" y="4"/>
                    <a:pt x="962" y="4"/>
                    <a:pt x="912" y="4"/>
                  </a:cubicBezTo>
                  <a:cubicBezTo>
                    <a:pt x="810" y="5"/>
                    <a:pt x="709" y="4"/>
                    <a:pt x="608" y="3"/>
                  </a:cubicBezTo>
                  <a:cubicBezTo>
                    <a:pt x="557" y="3"/>
                    <a:pt x="506" y="3"/>
                    <a:pt x="456" y="3"/>
                  </a:cubicBezTo>
                  <a:cubicBezTo>
                    <a:pt x="405" y="3"/>
                    <a:pt x="354" y="4"/>
                    <a:pt x="304" y="4"/>
                  </a:cubicBezTo>
                  <a:cubicBezTo>
                    <a:pt x="202" y="4"/>
                    <a:pt x="101" y="4"/>
                    <a:pt x="0" y="2"/>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25" name="Voľný tvar 43"/>
            <p:cNvSpPr>
              <a:spLocks/>
            </p:cNvSpPr>
            <p:nvPr/>
          </p:nvSpPr>
          <p:spPr bwMode="auto">
            <a:xfrm>
              <a:off x="1330325" y="3378200"/>
              <a:ext cx="2743200" cy="11113"/>
            </a:xfrm>
            <a:custGeom>
              <a:avLst/>
              <a:gdLst>
                <a:gd name="T0" fmla="*/ 0 w 1219"/>
                <a:gd name="T1" fmla="*/ 2 h 5"/>
                <a:gd name="T2" fmla="*/ 304 w 1219"/>
                <a:gd name="T3" fmla="*/ 1 h 5"/>
                <a:gd name="T4" fmla="*/ 457 w 1219"/>
                <a:gd name="T5" fmla="*/ 2 h 5"/>
                <a:gd name="T6" fmla="*/ 609 w 1219"/>
                <a:gd name="T7" fmla="*/ 1 h 5"/>
                <a:gd name="T8" fmla="*/ 914 w 1219"/>
                <a:gd name="T9" fmla="*/ 0 h 5"/>
                <a:gd name="T10" fmla="*/ 1067 w 1219"/>
                <a:gd name="T11" fmla="*/ 1 h 5"/>
                <a:gd name="T12" fmla="*/ 1219 w 1219"/>
                <a:gd name="T13" fmla="*/ 2 h 5"/>
                <a:gd name="T14" fmla="*/ 1219 w 1219"/>
                <a:gd name="T15" fmla="*/ 3 h 5"/>
                <a:gd name="T16" fmla="*/ 1067 w 1219"/>
                <a:gd name="T17" fmla="*/ 4 h 5"/>
                <a:gd name="T18" fmla="*/ 914 w 1219"/>
                <a:gd name="T19" fmla="*/ 4 h 5"/>
                <a:gd name="T20" fmla="*/ 609 w 1219"/>
                <a:gd name="T21" fmla="*/ 3 h 5"/>
                <a:gd name="T22" fmla="*/ 457 w 1219"/>
                <a:gd name="T23" fmla="*/ 3 h 5"/>
                <a:gd name="T24" fmla="*/ 304 w 1219"/>
                <a:gd name="T25" fmla="*/ 4 h 5"/>
                <a:gd name="T26" fmla="*/ 0 w 1219"/>
                <a:gd name="T27" fmla="*/ 3 h 5"/>
                <a:gd name="T28" fmla="*/ 0 w 1219"/>
                <a:gd name="T29"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9" h="5">
                  <a:moveTo>
                    <a:pt x="0" y="2"/>
                  </a:moveTo>
                  <a:cubicBezTo>
                    <a:pt x="101" y="1"/>
                    <a:pt x="203" y="0"/>
                    <a:pt x="304" y="1"/>
                  </a:cubicBezTo>
                  <a:cubicBezTo>
                    <a:pt x="355" y="1"/>
                    <a:pt x="406" y="2"/>
                    <a:pt x="457" y="2"/>
                  </a:cubicBezTo>
                  <a:cubicBezTo>
                    <a:pt x="508" y="2"/>
                    <a:pt x="559" y="1"/>
                    <a:pt x="609" y="1"/>
                  </a:cubicBezTo>
                  <a:cubicBezTo>
                    <a:pt x="711" y="1"/>
                    <a:pt x="813" y="0"/>
                    <a:pt x="914" y="0"/>
                  </a:cubicBezTo>
                  <a:cubicBezTo>
                    <a:pt x="965" y="0"/>
                    <a:pt x="1016" y="1"/>
                    <a:pt x="1067" y="1"/>
                  </a:cubicBezTo>
                  <a:cubicBezTo>
                    <a:pt x="1117" y="1"/>
                    <a:pt x="1168" y="1"/>
                    <a:pt x="1219" y="2"/>
                  </a:cubicBezTo>
                  <a:cubicBezTo>
                    <a:pt x="1219" y="3"/>
                    <a:pt x="1219" y="3"/>
                    <a:pt x="1219" y="3"/>
                  </a:cubicBezTo>
                  <a:cubicBezTo>
                    <a:pt x="1168" y="3"/>
                    <a:pt x="1117" y="4"/>
                    <a:pt x="1067" y="4"/>
                  </a:cubicBezTo>
                  <a:cubicBezTo>
                    <a:pt x="1016" y="4"/>
                    <a:pt x="965" y="4"/>
                    <a:pt x="914" y="4"/>
                  </a:cubicBezTo>
                  <a:cubicBezTo>
                    <a:pt x="813" y="5"/>
                    <a:pt x="711" y="4"/>
                    <a:pt x="609" y="3"/>
                  </a:cubicBezTo>
                  <a:cubicBezTo>
                    <a:pt x="559" y="3"/>
                    <a:pt x="508" y="3"/>
                    <a:pt x="457" y="3"/>
                  </a:cubicBezTo>
                  <a:cubicBezTo>
                    <a:pt x="406" y="3"/>
                    <a:pt x="355" y="4"/>
                    <a:pt x="304" y="4"/>
                  </a:cubicBezTo>
                  <a:cubicBezTo>
                    <a:pt x="203" y="4"/>
                    <a:pt x="101" y="4"/>
                    <a:pt x="0" y="3"/>
                  </a:cubicBezTo>
                  <a:lnTo>
                    <a:pt x="0" y="2"/>
                  </a:ln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26" name="Voľný tvar 44"/>
            <p:cNvSpPr>
              <a:spLocks/>
            </p:cNvSpPr>
            <p:nvPr/>
          </p:nvSpPr>
          <p:spPr bwMode="auto">
            <a:xfrm>
              <a:off x="4443413" y="3759200"/>
              <a:ext cx="9525" cy="1919288"/>
            </a:xfrm>
            <a:custGeom>
              <a:avLst/>
              <a:gdLst>
                <a:gd name="T0" fmla="*/ 2 w 4"/>
                <a:gd name="T1" fmla="*/ 853 h 853"/>
                <a:gd name="T2" fmla="*/ 0 w 4"/>
                <a:gd name="T3" fmla="*/ 640 h 853"/>
                <a:gd name="T4" fmla="*/ 1 w 4"/>
                <a:gd name="T5" fmla="*/ 533 h 853"/>
                <a:gd name="T6" fmla="*/ 1 w 4"/>
                <a:gd name="T7" fmla="*/ 427 h 853"/>
                <a:gd name="T8" fmla="*/ 0 w 4"/>
                <a:gd name="T9" fmla="*/ 213 h 853"/>
                <a:gd name="T10" fmla="*/ 0 w 4"/>
                <a:gd name="T11" fmla="*/ 107 h 853"/>
                <a:gd name="T12" fmla="*/ 2 w 4"/>
                <a:gd name="T13" fmla="*/ 0 h 853"/>
                <a:gd name="T14" fmla="*/ 2 w 4"/>
                <a:gd name="T15" fmla="*/ 0 h 853"/>
                <a:gd name="T16" fmla="*/ 3 w 4"/>
                <a:gd name="T17" fmla="*/ 107 h 853"/>
                <a:gd name="T18" fmla="*/ 4 w 4"/>
                <a:gd name="T19" fmla="*/ 213 h 853"/>
                <a:gd name="T20" fmla="*/ 3 w 4"/>
                <a:gd name="T21" fmla="*/ 427 h 853"/>
                <a:gd name="T22" fmla="*/ 2 w 4"/>
                <a:gd name="T23" fmla="*/ 533 h 853"/>
                <a:gd name="T24" fmla="*/ 3 w 4"/>
                <a:gd name="T25" fmla="*/ 640 h 853"/>
                <a:gd name="T26" fmla="*/ 2 w 4"/>
                <a:gd name="T27" fmla="*/ 853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 h="853">
                  <a:moveTo>
                    <a:pt x="2" y="853"/>
                  </a:moveTo>
                  <a:cubicBezTo>
                    <a:pt x="0" y="782"/>
                    <a:pt x="0" y="711"/>
                    <a:pt x="0" y="640"/>
                  </a:cubicBezTo>
                  <a:cubicBezTo>
                    <a:pt x="0" y="604"/>
                    <a:pt x="1" y="569"/>
                    <a:pt x="1" y="533"/>
                  </a:cubicBezTo>
                  <a:cubicBezTo>
                    <a:pt x="1" y="498"/>
                    <a:pt x="1" y="462"/>
                    <a:pt x="1" y="427"/>
                  </a:cubicBezTo>
                  <a:cubicBezTo>
                    <a:pt x="0" y="356"/>
                    <a:pt x="0" y="284"/>
                    <a:pt x="0" y="213"/>
                  </a:cubicBezTo>
                  <a:cubicBezTo>
                    <a:pt x="0" y="178"/>
                    <a:pt x="0" y="142"/>
                    <a:pt x="0" y="107"/>
                  </a:cubicBezTo>
                  <a:cubicBezTo>
                    <a:pt x="1" y="71"/>
                    <a:pt x="1" y="36"/>
                    <a:pt x="2" y="0"/>
                  </a:cubicBezTo>
                  <a:cubicBezTo>
                    <a:pt x="2" y="0"/>
                    <a:pt x="2" y="0"/>
                    <a:pt x="2" y="0"/>
                  </a:cubicBezTo>
                  <a:cubicBezTo>
                    <a:pt x="3" y="36"/>
                    <a:pt x="3" y="71"/>
                    <a:pt x="3" y="107"/>
                  </a:cubicBezTo>
                  <a:cubicBezTo>
                    <a:pt x="4" y="142"/>
                    <a:pt x="4" y="178"/>
                    <a:pt x="4" y="213"/>
                  </a:cubicBezTo>
                  <a:cubicBezTo>
                    <a:pt x="4" y="284"/>
                    <a:pt x="3" y="356"/>
                    <a:pt x="3" y="427"/>
                  </a:cubicBezTo>
                  <a:cubicBezTo>
                    <a:pt x="3" y="462"/>
                    <a:pt x="2" y="498"/>
                    <a:pt x="2" y="533"/>
                  </a:cubicBezTo>
                  <a:cubicBezTo>
                    <a:pt x="3" y="569"/>
                    <a:pt x="3" y="604"/>
                    <a:pt x="3" y="640"/>
                  </a:cubicBezTo>
                  <a:cubicBezTo>
                    <a:pt x="4" y="711"/>
                    <a:pt x="3" y="782"/>
                    <a:pt x="2" y="853"/>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27" name="Voľný tvar 45"/>
            <p:cNvSpPr>
              <a:spLocks noEditPoints="1"/>
            </p:cNvSpPr>
            <p:nvPr/>
          </p:nvSpPr>
          <p:spPr bwMode="auto">
            <a:xfrm>
              <a:off x="903288" y="5772150"/>
              <a:ext cx="341313" cy="331788"/>
            </a:xfrm>
            <a:custGeom>
              <a:avLst/>
              <a:gdLst>
                <a:gd name="T0" fmla="*/ 127 w 152"/>
                <a:gd name="T1" fmla="*/ 122 h 148"/>
                <a:gd name="T2" fmla="*/ 84 w 152"/>
                <a:gd name="T3" fmla="*/ 134 h 148"/>
                <a:gd name="T4" fmla="*/ 112 w 152"/>
                <a:gd name="T5" fmla="*/ 131 h 148"/>
                <a:gd name="T6" fmla="*/ 48 w 152"/>
                <a:gd name="T7" fmla="*/ 142 h 148"/>
                <a:gd name="T8" fmla="*/ 4 w 152"/>
                <a:gd name="T9" fmla="*/ 95 h 148"/>
                <a:gd name="T10" fmla="*/ 20 w 152"/>
                <a:gd name="T11" fmla="*/ 61 h 148"/>
                <a:gd name="T12" fmla="*/ 26 w 152"/>
                <a:gd name="T13" fmla="*/ 58 h 148"/>
                <a:gd name="T14" fmla="*/ 31 w 152"/>
                <a:gd name="T15" fmla="*/ 23 h 148"/>
                <a:gd name="T16" fmla="*/ 19 w 152"/>
                <a:gd name="T17" fmla="*/ 0 h 148"/>
                <a:gd name="T18" fmla="*/ 33 w 152"/>
                <a:gd name="T19" fmla="*/ 57 h 148"/>
                <a:gd name="T20" fmla="*/ 41 w 152"/>
                <a:gd name="T21" fmla="*/ 63 h 148"/>
                <a:gd name="T22" fmla="*/ 36 w 152"/>
                <a:gd name="T23" fmla="*/ 80 h 148"/>
                <a:gd name="T24" fmla="*/ 26 w 152"/>
                <a:gd name="T25" fmla="*/ 67 h 148"/>
                <a:gd name="T26" fmla="*/ 64 w 152"/>
                <a:gd name="T27" fmla="*/ 132 h 148"/>
                <a:gd name="T28" fmla="*/ 84 w 152"/>
                <a:gd name="T29" fmla="*/ 112 h 148"/>
                <a:gd name="T30" fmla="*/ 77 w 152"/>
                <a:gd name="T31" fmla="*/ 131 h 148"/>
                <a:gd name="T32" fmla="*/ 152 w 152"/>
                <a:gd name="T33" fmla="*/ 129 h 148"/>
                <a:gd name="T34" fmla="*/ 114 w 152"/>
                <a:gd name="T35" fmla="*/ 131 h 148"/>
                <a:gd name="T36" fmla="*/ 127 w 152"/>
                <a:gd name="T37" fmla="*/ 122 h 148"/>
                <a:gd name="T38" fmla="*/ 74 w 152"/>
                <a:gd name="T39" fmla="*/ 128 h 148"/>
                <a:gd name="T40" fmla="*/ 68 w 152"/>
                <a:gd name="T41" fmla="*/ 112 h 148"/>
                <a:gd name="T42" fmla="*/ 66 w 152"/>
                <a:gd name="T43" fmla="*/ 117 h 148"/>
                <a:gd name="T44" fmla="*/ 66 w 152"/>
                <a:gd name="T45" fmla="*/ 125 h 148"/>
                <a:gd name="T46" fmla="*/ 73 w 152"/>
                <a:gd name="T47" fmla="*/ 128 h 148"/>
                <a:gd name="T48" fmla="*/ 74 w 152"/>
                <a:gd name="T49" fmla="*/ 114 h 148"/>
                <a:gd name="T50" fmla="*/ 74 w 152"/>
                <a:gd name="T51" fmla="*/ 128 h 148"/>
                <a:gd name="T52" fmla="*/ 9 w 152"/>
                <a:gd name="T53" fmla="*/ 88 h 148"/>
                <a:gd name="T54" fmla="*/ 56 w 152"/>
                <a:gd name="T55" fmla="*/ 135 h 148"/>
                <a:gd name="T56" fmla="*/ 9 w 152"/>
                <a:gd name="T57" fmla="*/ 88 h 148"/>
                <a:gd name="T58" fmla="*/ 37 w 152"/>
                <a:gd name="T59" fmla="*/ 61 h 148"/>
                <a:gd name="T60" fmla="*/ 31 w 152"/>
                <a:gd name="T61" fmla="*/ 77 h 148"/>
                <a:gd name="T62" fmla="*/ 37 w 152"/>
                <a:gd name="T63" fmla="*/ 61 h 148"/>
                <a:gd name="T64" fmla="*/ 30 w 152"/>
                <a:gd name="T65" fmla="*/ 57 h 148"/>
                <a:gd name="T66" fmla="*/ 33 w 152"/>
                <a:gd name="T67" fmla="*/ 31 h 148"/>
                <a:gd name="T68" fmla="*/ 30 w 152"/>
                <a:gd name="T69" fmla="*/ 57 h 148"/>
                <a:gd name="T70" fmla="*/ 30 w 152"/>
                <a:gd name="T71" fmla="*/ 61 h 148"/>
                <a:gd name="T72" fmla="*/ 30 w 152"/>
                <a:gd name="T73" fmla="*/ 74 h 148"/>
                <a:gd name="T74" fmla="*/ 30 w 152"/>
                <a:gd name="T75" fmla="*/ 61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2" h="148">
                  <a:moveTo>
                    <a:pt x="127" y="122"/>
                  </a:moveTo>
                  <a:cubicBezTo>
                    <a:pt x="115" y="118"/>
                    <a:pt x="99" y="137"/>
                    <a:pt x="84" y="134"/>
                  </a:cubicBezTo>
                  <a:cubicBezTo>
                    <a:pt x="92" y="142"/>
                    <a:pt x="106" y="130"/>
                    <a:pt x="112" y="131"/>
                  </a:cubicBezTo>
                  <a:cubicBezTo>
                    <a:pt x="95" y="147"/>
                    <a:pt x="66" y="127"/>
                    <a:pt x="48" y="142"/>
                  </a:cubicBezTo>
                  <a:cubicBezTo>
                    <a:pt x="19" y="142"/>
                    <a:pt x="1" y="123"/>
                    <a:pt x="4" y="95"/>
                  </a:cubicBezTo>
                  <a:cubicBezTo>
                    <a:pt x="6" y="82"/>
                    <a:pt x="19" y="74"/>
                    <a:pt x="20" y="61"/>
                  </a:cubicBezTo>
                  <a:cubicBezTo>
                    <a:pt x="23" y="58"/>
                    <a:pt x="22" y="60"/>
                    <a:pt x="26" y="58"/>
                  </a:cubicBezTo>
                  <a:cubicBezTo>
                    <a:pt x="25" y="45"/>
                    <a:pt x="33" y="34"/>
                    <a:pt x="31" y="23"/>
                  </a:cubicBezTo>
                  <a:cubicBezTo>
                    <a:pt x="30" y="12"/>
                    <a:pt x="19" y="8"/>
                    <a:pt x="19" y="0"/>
                  </a:cubicBezTo>
                  <a:cubicBezTo>
                    <a:pt x="36" y="7"/>
                    <a:pt x="41" y="36"/>
                    <a:pt x="33" y="57"/>
                  </a:cubicBezTo>
                  <a:cubicBezTo>
                    <a:pt x="34" y="60"/>
                    <a:pt x="40" y="59"/>
                    <a:pt x="41" y="63"/>
                  </a:cubicBezTo>
                  <a:cubicBezTo>
                    <a:pt x="43" y="69"/>
                    <a:pt x="40" y="75"/>
                    <a:pt x="36" y="80"/>
                  </a:cubicBezTo>
                  <a:cubicBezTo>
                    <a:pt x="27" y="79"/>
                    <a:pt x="20" y="74"/>
                    <a:pt x="26" y="67"/>
                  </a:cubicBezTo>
                  <a:cubicBezTo>
                    <a:pt x="1" y="88"/>
                    <a:pt x="14" y="148"/>
                    <a:pt x="64" y="132"/>
                  </a:cubicBezTo>
                  <a:cubicBezTo>
                    <a:pt x="54" y="118"/>
                    <a:pt x="73" y="97"/>
                    <a:pt x="84" y="112"/>
                  </a:cubicBezTo>
                  <a:cubicBezTo>
                    <a:pt x="86" y="123"/>
                    <a:pt x="81" y="126"/>
                    <a:pt x="77" y="131"/>
                  </a:cubicBezTo>
                  <a:cubicBezTo>
                    <a:pt x="101" y="137"/>
                    <a:pt x="133" y="102"/>
                    <a:pt x="152" y="129"/>
                  </a:cubicBezTo>
                  <a:cubicBezTo>
                    <a:pt x="143" y="117"/>
                    <a:pt x="124" y="124"/>
                    <a:pt x="114" y="131"/>
                  </a:cubicBezTo>
                  <a:cubicBezTo>
                    <a:pt x="116" y="126"/>
                    <a:pt x="123" y="126"/>
                    <a:pt x="127" y="122"/>
                  </a:cubicBezTo>
                  <a:close/>
                  <a:moveTo>
                    <a:pt x="74" y="128"/>
                  </a:moveTo>
                  <a:cubicBezTo>
                    <a:pt x="91" y="127"/>
                    <a:pt x="78" y="98"/>
                    <a:pt x="68" y="112"/>
                  </a:cubicBezTo>
                  <a:cubicBezTo>
                    <a:pt x="75" y="112"/>
                    <a:pt x="69" y="117"/>
                    <a:pt x="66" y="117"/>
                  </a:cubicBezTo>
                  <a:cubicBezTo>
                    <a:pt x="66" y="119"/>
                    <a:pt x="66" y="122"/>
                    <a:pt x="66" y="125"/>
                  </a:cubicBezTo>
                  <a:cubicBezTo>
                    <a:pt x="68" y="126"/>
                    <a:pt x="69" y="128"/>
                    <a:pt x="73" y="128"/>
                  </a:cubicBezTo>
                  <a:cubicBezTo>
                    <a:pt x="75" y="124"/>
                    <a:pt x="80" y="117"/>
                    <a:pt x="74" y="114"/>
                  </a:cubicBezTo>
                  <a:cubicBezTo>
                    <a:pt x="84" y="115"/>
                    <a:pt x="78" y="125"/>
                    <a:pt x="74" y="128"/>
                  </a:cubicBezTo>
                  <a:close/>
                  <a:moveTo>
                    <a:pt x="9" y="88"/>
                  </a:moveTo>
                  <a:cubicBezTo>
                    <a:pt x="0" y="121"/>
                    <a:pt x="28" y="148"/>
                    <a:pt x="56" y="135"/>
                  </a:cubicBezTo>
                  <a:cubicBezTo>
                    <a:pt x="20" y="145"/>
                    <a:pt x="13" y="115"/>
                    <a:pt x="9" y="88"/>
                  </a:cubicBezTo>
                  <a:close/>
                  <a:moveTo>
                    <a:pt x="37" y="61"/>
                  </a:moveTo>
                  <a:cubicBezTo>
                    <a:pt x="38" y="69"/>
                    <a:pt x="34" y="72"/>
                    <a:pt x="31" y="77"/>
                  </a:cubicBezTo>
                  <a:cubicBezTo>
                    <a:pt x="40" y="78"/>
                    <a:pt x="42" y="66"/>
                    <a:pt x="37" y="61"/>
                  </a:cubicBezTo>
                  <a:close/>
                  <a:moveTo>
                    <a:pt x="30" y="57"/>
                  </a:moveTo>
                  <a:cubicBezTo>
                    <a:pt x="30" y="49"/>
                    <a:pt x="38" y="40"/>
                    <a:pt x="33" y="31"/>
                  </a:cubicBezTo>
                  <a:cubicBezTo>
                    <a:pt x="34" y="41"/>
                    <a:pt x="26" y="49"/>
                    <a:pt x="30" y="57"/>
                  </a:cubicBezTo>
                  <a:close/>
                  <a:moveTo>
                    <a:pt x="30" y="61"/>
                  </a:moveTo>
                  <a:cubicBezTo>
                    <a:pt x="28" y="63"/>
                    <a:pt x="27" y="72"/>
                    <a:pt x="30" y="74"/>
                  </a:cubicBezTo>
                  <a:cubicBezTo>
                    <a:pt x="33" y="70"/>
                    <a:pt x="36" y="63"/>
                    <a:pt x="30" y="61"/>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28" name="Voľný tvar 46"/>
            <p:cNvSpPr>
              <a:spLocks noEditPoints="1"/>
            </p:cNvSpPr>
            <p:nvPr/>
          </p:nvSpPr>
          <p:spPr bwMode="auto">
            <a:xfrm>
              <a:off x="906463" y="5768975"/>
              <a:ext cx="341313" cy="323850"/>
            </a:xfrm>
            <a:custGeom>
              <a:avLst/>
              <a:gdLst>
                <a:gd name="T0" fmla="*/ 2 w 151"/>
                <a:gd name="T1" fmla="*/ 96 h 144"/>
                <a:gd name="T2" fmla="*/ 21 w 151"/>
                <a:gd name="T3" fmla="*/ 59 h 144"/>
                <a:gd name="T4" fmla="*/ 22 w 151"/>
                <a:gd name="T5" fmla="*/ 12 h 144"/>
                <a:gd name="T6" fmla="*/ 32 w 151"/>
                <a:gd name="T7" fmla="*/ 58 h 144"/>
                <a:gd name="T8" fmla="*/ 34 w 151"/>
                <a:gd name="T9" fmla="*/ 81 h 144"/>
                <a:gd name="T10" fmla="*/ 15 w 151"/>
                <a:gd name="T11" fmla="*/ 112 h 144"/>
                <a:gd name="T12" fmla="*/ 73 w 151"/>
                <a:gd name="T13" fmla="*/ 107 h 144"/>
                <a:gd name="T14" fmla="*/ 76 w 151"/>
                <a:gd name="T15" fmla="*/ 131 h 144"/>
                <a:gd name="T16" fmla="*/ 151 w 151"/>
                <a:gd name="T17" fmla="*/ 130 h 144"/>
                <a:gd name="T18" fmla="*/ 110 w 151"/>
                <a:gd name="T19" fmla="*/ 134 h 144"/>
                <a:gd name="T20" fmla="*/ 66 w 151"/>
                <a:gd name="T21" fmla="*/ 138 h 144"/>
                <a:gd name="T22" fmla="*/ 12 w 151"/>
                <a:gd name="T23" fmla="*/ 128 h 144"/>
                <a:gd name="T24" fmla="*/ 86 w 151"/>
                <a:gd name="T25" fmla="*/ 138 h 144"/>
                <a:gd name="T26" fmla="*/ 86 w 151"/>
                <a:gd name="T27" fmla="*/ 134 h 144"/>
                <a:gd name="T28" fmla="*/ 75 w 151"/>
                <a:gd name="T29" fmla="*/ 133 h 144"/>
                <a:gd name="T30" fmla="*/ 77 w 151"/>
                <a:gd name="T31" fmla="*/ 128 h 144"/>
                <a:gd name="T32" fmla="*/ 66 w 151"/>
                <a:gd name="T33" fmla="*/ 128 h 144"/>
                <a:gd name="T34" fmla="*/ 64 w 151"/>
                <a:gd name="T35" fmla="*/ 117 h 144"/>
                <a:gd name="T36" fmla="*/ 65 w 151"/>
                <a:gd name="T37" fmla="*/ 114 h 144"/>
                <a:gd name="T38" fmla="*/ 63 w 151"/>
                <a:gd name="T39" fmla="*/ 133 h 144"/>
                <a:gd name="T40" fmla="*/ 54 w 151"/>
                <a:gd name="T41" fmla="*/ 137 h 144"/>
                <a:gd name="T42" fmla="*/ 7 w 151"/>
                <a:gd name="T43" fmla="*/ 86 h 144"/>
                <a:gd name="T44" fmla="*/ 41 w 151"/>
                <a:gd name="T45" fmla="*/ 139 h 144"/>
                <a:gd name="T46" fmla="*/ 92 w 151"/>
                <a:gd name="T47" fmla="*/ 138 h 144"/>
                <a:gd name="T48" fmla="*/ 41 w 151"/>
                <a:gd name="T49" fmla="*/ 137 h 144"/>
                <a:gd name="T50" fmla="*/ 26 w 151"/>
                <a:gd name="T51" fmla="*/ 65 h 144"/>
                <a:gd name="T52" fmla="*/ 32 w 151"/>
                <a:gd name="T53" fmla="*/ 64 h 144"/>
                <a:gd name="T54" fmla="*/ 26 w 151"/>
                <a:gd name="T55" fmla="*/ 72 h 144"/>
                <a:gd name="T56" fmla="*/ 33 w 151"/>
                <a:gd name="T57" fmla="*/ 80 h 144"/>
                <a:gd name="T58" fmla="*/ 38 w 151"/>
                <a:gd name="T59" fmla="*/ 73 h 144"/>
                <a:gd name="T60" fmla="*/ 28 w 151"/>
                <a:gd name="T61" fmla="*/ 78 h 144"/>
                <a:gd name="T62" fmla="*/ 34 w 151"/>
                <a:gd name="T63" fmla="*/ 61 h 144"/>
                <a:gd name="T64" fmla="*/ 18 w 151"/>
                <a:gd name="T65" fmla="*/ 2 h 144"/>
                <a:gd name="T66" fmla="*/ 31 w 151"/>
                <a:gd name="T67" fmla="*/ 32 h 144"/>
                <a:gd name="T68" fmla="*/ 27 w 151"/>
                <a:gd name="T69" fmla="*/ 58 h 144"/>
                <a:gd name="T70" fmla="*/ 28 w 151"/>
                <a:gd name="T71" fmla="*/ 42 h 144"/>
                <a:gd name="T72" fmla="*/ 21 w 151"/>
                <a:gd name="T73" fmla="*/ 61 h 144"/>
                <a:gd name="T74" fmla="*/ 7 w 151"/>
                <a:gd name="T75" fmla="*/ 86 h 144"/>
                <a:gd name="T76" fmla="*/ 110 w 151"/>
                <a:gd name="T77" fmla="*/ 131 h 144"/>
                <a:gd name="T78" fmla="*/ 121 w 151"/>
                <a:gd name="T79" fmla="*/ 123 h 144"/>
                <a:gd name="T80" fmla="*/ 67 w 151"/>
                <a:gd name="T81" fmla="*/ 127 h 144"/>
                <a:gd name="T82" fmla="*/ 74 w 151"/>
                <a:gd name="T83" fmla="*/ 118 h 144"/>
                <a:gd name="T84" fmla="*/ 64 w 151"/>
                <a:gd name="T85" fmla="*/ 118 h 144"/>
                <a:gd name="T86" fmla="*/ 75 w 151"/>
                <a:gd name="T87" fmla="*/ 118 h 144"/>
                <a:gd name="T88" fmla="*/ 70 w 151"/>
                <a:gd name="T89" fmla="*/ 114 h 144"/>
                <a:gd name="T90" fmla="*/ 79 w 151"/>
                <a:gd name="T91" fmla="*/ 120 h 144"/>
                <a:gd name="T92" fmla="*/ 122 w 151"/>
                <a:gd name="T93" fmla="*/ 122 h 144"/>
                <a:gd name="T94" fmla="*/ 123 w 151"/>
                <a:gd name="T95" fmla="*/ 125 h 144"/>
                <a:gd name="T96" fmla="*/ 122 w 151"/>
                <a:gd name="T97" fmla="*/ 122 h 144"/>
                <a:gd name="T98" fmla="*/ 81 w 151"/>
                <a:gd name="T99" fmla="*/ 114 h 144"/>
                <a:gd name="T100" fmla="*/ 32 w 151"/>
                <a:gd name="T101" fmla="*/ 74 h 144"/>
                <a:gd name="T102" fmla="*/ 28 w 151"/>
                <a:gd name="T103" fmla="*/ 63 h 144"/>
                <a:gd name="T104" fmla="*/ 28 w 151"/>
                <a:gd name="T105" fmla="*/ 63 h 144"/>
                <a:gd name="T106" fmla="*/ 29 w 151"/>
                <a:gd name="T107" fmla="*/ 4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1" h="144">
                  <a:moveTo>
                    <a:pt x="47" y="144"/>
                  </a:moveTo>
                  <a:cubicBezTo>
                    <a:pt x="46" y="144"/>
                    <a:pt x="46" y="144"/>
                    <a:pt x="46" y="144"/>
                  </a:cubicBezTo>
                  <a:cubicBezTo>
                    <a:pt x="32" y="144"/>
                    <a:pt x="19" y="139"/>
                    <a:pt x="11" y="129"/>
                  </a:cubicBezTo>
                  <a:cubicBezTo>
                    <a:pt x="3" y="121"/>
                    <a:pt x="0" y="109"/>
                    <a:pt x="2" y="96"/>
                  </a:cubicBezTo>
                  <a:cubicBezTo>
                    <a:pt x="3" y="90"/>
                    <a:pt x="6" y="84"/>
                    <a:pt x="10" y="79"/>
                  </a:cubicBezTo>
                  <a:cubicBezTo>
                    <a:pt x="13" y="73"/>
                    <a:pt x="17" y="68"/>
                    <a:pt x="17" y="62"/>
                  </a:cubicBezTo>
                  <a:cubicBezTo>
                    <a:pt x="17" y="62"/>
                    <a:pt x="17" y="62"/>
                    <a:pt x="17" y="62"/>
                  </a:cubicBezTo>
                  <a:cubicBezTo>
                    <a:pt x="19" y="60"/>
                    <a:pt x="20" y="59"/>
                    <a:pt x="21" y="59"/>
                  </a:cubicBezTo>
                  <a:cubicBezTo>
                    <a:pt x="21" y="59"/>
                    <a:pt x="22" y="59"/>
                    <a:pt x="23" y="59"/>
                  </a:cubicBezTo>
                  <a:cubicBezTo>
                    <a:pt x="23" y="53"/>
                    <a:pt x="24" y="47"/>
                    <a:pt x="26" y="41"/>
                  </a:cubicBezTo>
                  <a:cubicBezTo>
                    <a:pt x="28" y="35"/>
                    <a:pt x="30" y="30"/>
                    <a:pt x="29" y="24"/>
                  </a:cubicBezTo>
                  <a:cubicBezTo>
                    <a:pt x="28" y="19"/>
                    <a:pt x="25" y="15"/>
                    <a:pt x="22" y="12"/>
                  </a:cubicBezTo>
                  <a:cubicBezTo>
                    <a:pt x="19" y="8"/>
                    <a:pt x="16" y="5"/>
                    <a:pt x="16" y="1"/>
                  </a:cubicBezTo>
                  <a:cubicBezTo>
                    <a:pt x="16" y="0"/>
                    <a:pt x="16" y="0"/>
                    <a:pt x="16" y="0"/>
                  </a:cubicBezTo>
                  <a:cubicBezTo>
                    <a:pt x="17" y="0"/>
                    <a:pt x="17" y="0"/>
                    <a:pt x="17" y="0"/>
                  </a:cubicBezTo>
                  <a:cubicBezTo>
                    <a:pt x="35" y="8"/>
                    <a:pt x="40" y="37"/>
                    <a:pt x="32" y="58"/>
                  </a:cubicBezTo>
                  <a:cubicBezTo>
                    <a:pt x="32" y="59"/>
                    <a:pt x="34" y="59"/>
                    <a:pt x="35" y="60"/>
                  </a:cubicBezTo>
                  <a:cubicBezTo>
                    <a:pt x="37" y="61"/>
                    <a:pt x="39" y="61"/>
                    <a:pt x="40" y="63"/>
                  </a:cubicBezTo>
                  <a:cubicBezTo>
                    <a:pt x="43" y="72"/>
                    <a:pt x="37" y="78"/>
                    <a:pt x="34" y="81"/>
                  </a:cubicBezTo>
                  <a:cubicBezTo>
                    <a:pt x="34" y="81"/>
                    <a:pt x="34" y="81"/>
                    <a:pt x="34" y="81"/>
                  </a:cubicBezTo>
                  <a:cubicBezTo>
                    <a:pt x="34" y="81"/>
                    <a:pt x="34" y="81"/>
                    <a:pt x="34" y="81"/>
                  </a:cubicBezTo>
                  <a:cubicBezTo>
                    <a:pt x="28" y="81"/>
                    <a:pt x="23" y="79"/>
                    <a:pt x="22" y="76"/>
                  </a:cubicBezTo>
                  <a:cubicBezTo>
                    <a:pt x="21" y="75"/>
                    <a:pt x="21" y="73"/>
                    <a:pt x="21" y="71"/>
                  </a:cubicBezTo>
                  <a:cubicBezTo>
                    <a:pt x="12" y="82"/>
                    <a:pt x="10" y="98"/>
                    <a:pt x="15" y="112"/>
                  </a:cubicBezTo>
                  <a:cubicBezTo>
                    <a:pt x="20" y="127"/>
                    <a:pt x="32" y="135"/>
                    <a:pt x="46" y="135"/>
                  </a:cubicBezTo>
                  <a:cubicBezTo>
                    <a:pt x="51" y="135"/>
                    <a:pt x="56" y="134"/>
                    <a:pt x="61" y="133"/>
                  </a:cubicBezTo>
                  <a:cubicBezTo>
                    <a:pt x="58" y="128"/>
                    <a:pt x="57" y="122"/>
                    <a:pt x="60" y="116"/>
                  </a:cubicBezTo>
                  <a:cubicBezTo>
                    <a:pt x="63" y="111"/>
                    <a:pt x="68" y="107"/>
                    <a:pt x="73" y="107"/>
                  </a:cubicBezTo>
                  <a:cubicBezTo>
                    <a:pt x="75" y="107"/>
                    <a:pt x="79" y="108"/>
                    <a:pt x="83" y="113"/>
                  </a:cubicBezTo>
                  <a:cubicBezTo>
                    <a:pt x="83" y="113"/>
                    <a:pt x="83" y="113"/>
                    <a:pt x="83" y="113"/>
                  </a:cubicBezTo>
                  <a:cubicBezTo>
                    <a:pt x="84" y="122"/>
                    <a:pt x="81" y="126"/>
                    <a:pt x="77" y="130"/>
                  </a:cubicBezTo>
                  <a:cubicBezTo>
                    <a:pt x="77" y="130"/>
                    <a:pt x="77" y="131"/>
                    <a:pt x="76" y="131"/>
                  </a:cubicBezTo>
                  <a:cubicBezTo>
                    <a:pt x="78" y="132"/>
                    <a:pt x="80" y="132"/>
                    <a:pt x="82" y="132"/>
                  </a:cubicBezTo>
                  <a:cubicBezTo>
                    <a:pt x="90" y="132"/>
                    <a:pt x="98" y="129"/>
                    <a:pt x="107" y="125"/>
                  </a:cubicBezTo>
                  <a:cubicBezTo>
                    <a:pt x="115" y="122"/>
                    <a:pt x="123" y="119"/>
                    <a:pt x="131" y="119"/>
                  </a:cubicBezTo>
                  <a:cubicBezTo>
                    <a:pt x="139" y="119"/>
                    <a:pt x="146" y="123"/>
                    <a:pt x="151" y="130"/>
                  </a:cubicBezTo>
                  <a:cubicBezTo>
                    <a:pt x="150" y="131"/>
                    <a:pt x="150" y="131"/>
                    <a:pt x="150" y="131"/>
                  </a:cubicBezTo>
                  <a:cubicBezTo>
                    <a:pt x="146" y="127"/>
                    <a:pt x="142" y="124"/>
                    <a:pt x="136" y="124"/>
                  </a:cubicBezTo>
                  <a:cubicBezTo>
                    <a:pt x="126" y="124"/>
                    <a:pt x="115" y="131"/>
                    <a:pt x="112" y="132"/>
                  </a:cubicBezTo>
                  <a:cubicBezTo>
                    <a:pt x="110" y="134"/>
                    <a:pt x="110" y="134"/>
                    <a:pt x="110" y="134"/>
                  </a:cubicBezTo>
                  <a:cubicBezTo>
                    <a:pt x="110" y="133"/>
                    <a:pt x="110" y="133"/>
                    <a:pt x="110" y="133"/>
                  </a:cubicBezTo>
                  <a:cubicBezTo>
                    <a:pt x="105" y="137"/>
                    <a:pt x="99" y="139"/>
                    <a:pt x="90" y="139"/>
                  </a:cubicBezTo>
                  <a:cubicBezTo>
                    <a:pt x="86" y="139"/>
                    <a:pt x="82" y="139"/>
                    <a:pt x="78" y="139"/>
                  </a:cubicBezTo>
                  <a:cubicBezTo>
                    <a:pt x="74" y="138"/>
                    <a:pt x="70" y="138"/>
                    <a:pt x="66" y="138"/>
                  </a:cubicBezTo>
                  <a:cubicBezTo>
                    <a:pt x="58" y="138"/>
                    <a:pt x="52" y="140"/>
                    <a:pt x="47" y="144"/>
                  </a:cubicBezTo>
                  <a:close/>
                  <a:moveTo>
                    <a:pt x="7" y="86"/>
                  </a:moveTo>
                  <a:cubicBezTo>
                    <a:pt x="5" y="89"/>
                    <a:pt x="4" y="93"/>
                    <a:pt x="3" y="96"/>
                  </a:cubicBezTo>
                  <a:cubicBezTo>
                    <a:pt x="2" y="109"/>
                    <a:pt x="5" y="120"/>
                    <a:pt x="12" y="128"/>
                  </a:cubicBezTo>
                  <a:cubicBezTo>
                    <a:pt x="20" y="137"/>
                    <a:pt x="32" y="142"/>
                    <a:pt x="46" y="142"/>
                  </a:cubicBezTo>
                  <a:cubicBezTo>
                    <a:pt x="51" y="138"/>
                    <a:pt x="57" y="136"/>
                    <a:pt x="66" y="136"/>
                  </a:cubicBezTo>
                  <a:cubicBezTo>
                    <a:pt x="70" y="136"/>
                    <a:pt x="74" y="137"/>
                    <a:pt x="78" y="137"/>
                  </a:cubicBezTo>
                  <a:cubicBezTo>
                    <a:pt x="81" y="137"/>
                    <a:pt x="83" y="138"/>
                    <a:pt x="86" y="138"/>
                  </a:cubicBezTo>
                  <a:cubicBezTo>
                    <a:pt x="84" y="137"/>
                    <a:pt x="83" y="136"/>
                    <a:pt x="81" y="135"/>
                  </a:cubicBezTo>
                  <a:cubicBezTo>
                    <a:pt x="80" y="133"/>
                    <a:pt x="80" y="133"/>
                    <a:pt x="80" y="133"/>
                  </a:cubicBezTo>
                  <a:cubicBezTo>
                    <a:pt x="82" y="134"/>
                    <a:pt x="82" y="134"/>
                    <a:pt x="82" y="134"/>
                  </a:cubicBezTo>
                  <a:cubicBezTo>
                    <a:pt x="83" y="134"/>
                    <a:pt x="84" y="134"/>
                    <a:pt x="86" y="134"/>
                  </a:cubicBezTo>
                  <a:cubicBezTo>
                    <a:pt x="92" y="134"/>
                    <a:pt x="99" y="131"/>
                    <a:pt x="105" y="128"/>
                  </a:cubicBezTo>
                  <a:cubicBezTo>
                    <a:pt x="105" y="128"/>
                    <a:pt x="105" y="128"/>
                    <a:pt x="105" y="128"/>
                  </a:cubicBezTo>
                  <a:cubicBezTo>
                    <a:pt x="97" y="131"/>
                    <a:pt x="89" y="133"/>
                    <a:pt x="82" y="133"/>
                  </a:cubicBezTo>
                  <a:cubicBezTo>
                    <a:pt x="79" y="133"/>
                    <a:pt x="77" y="133"/>
                    <a:pt x="75" y="133"/>
                  </a:cubicBezTo>
                  <a:cubicBezTo>
                    <a:pt x="74" y="132"/>
                    <a:pt x="74" y="132"/>
                    <a:pt x="74" y="132"/>
                  </a:cubicBezTo>
                  <a:cubicBezTo>
                    <a:pt x="74" y="131"/>
                    <a:pt x="74" y="131"/>
                    <a:pt x="74" y="131"/>
                  </a:cubicBezTo>
                  <a:cubicBezTo>
                    <a:pt x="75" y="131"/>
                    <a:pt x="76" y="130"/>
                    <a:pt x="76" y="129"/>
                  </a:cubicBezTo>
                  <a:cubicBezTo>
                    <a:pt x="77" y="129"/>
                    <a:pt x="77" y="128"/>
                    <a:pt x="77" y="128"/>
                  </a:cubicBezTo>
                  <a:cubicBezTo>
                    <a:pt x="76" y="129"/>
                    <a:pt x="74" y="130"/>
                    <a:pt x="72" y="130"/>
                  </a:cubicBezTo>
                  <a:cubicBezTo>
                    <a:pt x="70" y="130"/>
                    <a:pt x="70" y="130"/>
                    <a:pt x="70" y="130"/>
                  </a:cubicBezTo>
                  <a:cubicBezTo>
                    <a:pt x="70" y="130"/>
                    <a:pt x="70" y="130"/>
                    <a:pt x="70" y="130"/>
                  </a:cubicBezTo>
                  <a:cubicBezTo>
                    <a:pt x="68" y="130"/>
                    <a:pt x="67" y="129"/>
                    <a:pt x="66" y="128"/>
                  </a:cubicBezTo>
                  <a:cubicBezTo>
                    <a:pt x="65" y="128"/>
                    <a:pt x="64" y="127"/>
                    <a:pt x="63" y="127"/>
                  </a:cubicBezTo>
                  <a:cubicBezTo>
                    <a:pt x="63" y="127"/>
                    <a:pt x="63" y="127"/>
                    <a:pt x="63" y="127"/>
                  </a:cubicBezTo>
                  <a:cubicBezTo>
                    <a:pt x="63" y="117"/>
                    <a:pt x="63" y="117"/>
                    <a:pt x="63" y="117"/>
                  </a:cubicBezTo>
                  <a:cubicBezTo>
                    <a:pt x="64" y="117"/>
                    <a:pt x="64" y="117"/>
                    <a:pt x="64" y="117"/>
                  </a:cubicBezTo>
                  <a:cubicBezTo>
                    <a:pt x="64" y="117"/>
                    <a:pt x="64" y="117"/>
                    <a:pt x="64" y="117"/>
                  </a:cubicBezTo>
                  <a:cubicBezTo>
                    <a:pt x="66" y="117"/>
                    <a:pt x="68" y="115"/>
                    <a:pt x="68" y="114"/>
                  </a:cubicBezTo>
                  <a:cubicBezTo>
                    <a:pt x="68" y="114"/>
                    <a:pt x="68" y="114"/>
                    <a:pt x="66" y="114"/>
                  </a:cubicBezTo>
                  <a:cubicBezTo>
                    <a:pt x="65" y="114"/>
                    <a:pt x="65" y="114"/>
                    <a:pt x="65" y="114"/>
                  </a:cubicBezTo>
                  <a:cubicBezTo>
                    <a:pt x="66" y="113"/>
                    <a:pt x="66" y="113"/>
                    <a:pt x="66" y="113"/>
                  </a:cubicBezTo>
                  <a:cubicBezTo>
                    <a:pt x="67" y="110"/>
                    <a:pt x="69" y="109"/>
                    <a:pt x="71" y="109"/>
                  </a:cubicBezTo>
                  <a:cubicBezTo>
                    <a:pt x="67" y="110"/>
                    <a:pt x="64" y="113"/>
                    <a:pt x="62" y="117"/>
                  </a:cubicBezTo>
                  <a:cubicBezTo>
                    <a:pt x="59" y="122"/>
                    <a:pt x="59" y="128"/>
                    <a:pt x="63" y="133"/>
                  </a:cubicBezTo>
                  <a:cubicBezTo>
                    <a:pt x="63" y="134"/>
                    <a:pt x="63" y="134"/>
                    <a:pt x="63" y="134"/>
                  </a:cubicBezTo>
                  <a:cubicBezTo>
                    <a:pt x="62" y="134"/>
                    <a:pt x="62" y="134"/>
                    <a:pt x="62" y="134"/>
                  </a:cubicBezTo>
                  <a:cubicBezTo>
                    <a:pt x="59" y="135"/>
                    <a:pt x="56" y="136"/>
                    <a:pt x="54" y="136"/>
                  </a:cubicBezTo>
                  <a:cubicBezTo>
                    <a:pt x="54" y="137"/>
                    <a:pt x="54" y="137"/>
                    <a:pt x="54" y="137"/>
                  </a:cubicBezTo>
                  <a:cubicBezTo>
                    <a:pt x="49" y="139"/>
                    <a:pt x="44" y="140"/>
                    <a:pt x="39" y="140"/>
                  </a:cubicBezTo>
                  <a:cubicBezTo>
                    <a:pt x="29" y="140"/>
                    <a:pt x="19" y="135"/>
                    <a:pt x="13" y="127"/>
                  </a:cubicBezTo>
                  <a:cubicBezTo>
                    <a:pt x="5" y="116"/>
                    <a:pt x="2" y="103"/>
                    <a:pt x="6" y="89"/>
                  </a:cubicBezTo>
                  <a:lnTo>
                    <a:pt x="7" y="86"/>
                  </a:lnTo>
                  <a:close/>
                  <a:moveTo>
                    <a:pt x="7" y="93"/>
                  </a:moveTo>
                  <a:cubicBezTo>
                    <a:pt x="4" y="105"/>
                    <a:pt x="7" y="117"/>
                    <a:pt x="14" y="126"/>
                  </a:cubicBezTo>
                  <a:cubicBezTo>
                    <a:pt x="21" y="135"/>
                    <a:pt x="31" y="139"/>
                    <a:pt x="41" y="139"/>
                  </a:cubicBezTo>
                  <a:cubicBezTo>
                    <a:pt x="41" y="139"/>
                    <a:pt x="41" y="139"/>
                    <a:pt x="41" y="139"/>
                  </a:cubicBezTo>
                  <a:cubicBezTo>
                    <a:pt x="16" y="139"/>
                    <a:pt x="10" y="113"/>
                    <a:pt x="7" y="93"/>
                  </a:cubicBezTo>
                  <a:close/>
                  <a:moveTo>
                    <a:pt x="108" y="133"/>
                  </a:moveTo>
                  <a:cubicBezTo>
                    <a:pt x="106" y="133"/>
                    <a:pt x="104" y="134"/>
                    <a:pt x="102" y="135"/>
                  </a:cubicBezTo>
                  <a:cubicBezTo>
                    <a:pt x="99" y="136"/>
                    <a:pt x="95" y="137"/>
                    <a:pt x="92" y="138"/>
                  </a:cubicBezTo>
                  <a:cubicBezTo>
                    <a:pt x="99" y="138"/>
                    <a:pt x="104" y="136"/>
                    <a:pt x="108" y="133"/>
                  </a:cubicBezTo>
                  <a:close/>
                  <a:moveTo>
                    <a:pt x="7" y="86"/>
                  </a:moveTo>
                  <a:cubicBezTo>
                    <a:pt x="7" y="89"/>
                    <a:pt x="7" y="89"/>
                    <a:pt x="7" y="89"/>
                  </a:cubicBezTo>
                  <a:cubicBezTo>
                    <a:pt x="12" y="114"/>
                    <a:pt x="17" y="137"/>
                    <a:pt x="41" y="137"/>
                  </a:cubicBezTo>
                  <a:cubicBezTo>
                    <a:pt x="43" y="137"/>
                    <a:pt x="45" y="137"/>
                    <a:pt x="48" y="137"/>
                  </a:cubicBezTo>
                  <a:cubicBezTo>
                    <a:pt x="32" y="137"/>
                    <a:pt x="19" y="128"/>
                    <a:pt x="13" y="113"/>
                  </a:cubicBezTo>
                  <a:cubicBezTo>
                    <a:pt x="7" y="96"/>
                    <a:pt x="12" y="77"/>
                    <a:pt x="23" y="67"/>
                  </a:cubicBezTo>
                  <a:cubicBezTo>
                    <a:pt x="26" y="65"/>
                    <a:pt x="26" y="65"/>
                    <a:pt x="26" y="65"/>
                  </a:cubicBezTo>
                  <a:cubicBezTo>
                    <a:pt x="26" y="63"/>
                    <a:pt x="27" y="62"/>
                    <a:pt x="27" y="62"/>
                  </a:cubicBezTo>
                  <a:cubicBezTo>
                    <a:pt x="28" y="61"/>
                    <a:pt x="28" y="61"/>
                    <a:pt x="28" y="61"/>
                  </a:cubicBezTo>
                  <a:cubicBezTo>
                    <a:pt x="28" y="61"/>
                    <a:pt x="28" y="61"/>
                    <a:pt x="28" y="61"/>
                  </a:cubicBezTo>
                  <a:cubicBezTo>
                    <a:pt x="30" y="62"/>
                    <a:pt x="31" y="63"/>
                    <a:pt x="32" y="64"/>
                  </a:cubicBezTo>
                  <a:cubicBezTo>
                    <a:pt x="33" y="68"/>
                    <a:pt x="30" y="73"/>
                    <a:pt x="29" y="75"/>
                  </a:cubicBezTo>
                  <a:cubicBezTo>
                    <a:pt x="28" y="76"/>
                    <a:pt x="28" y="76"/>
                    <a:pt x="28" y="76"/>
                  </a:cubicBezTo>
                  <a:cubicBezTo>
                    <a:pt x="28" y="76"/>
                    <a:pt x="28" y="76"/>
                    <a:pt x="28" y="76"/>
                  </a:cubicBezTo>
                  <a:cubicBezTo>
                    <a:pt x="27" y="75"/>
                    <a:pt x="26" y="74"/>
                    <a:pt x="26" y="72"/>
                  </a:cubicBezTo>
                  <a:cubicBezTo>
                    <a:pt x="25" y="70"/>
                    <a:pt x="26" y="68"/>
                    <a:pt x="26" y="66"/>
                  </a:cubicBezTo>
                  <a:cubicBezTo>
                    <a:pt x="24" y="68"/>
                    <a:pt x="24" y="68"/>
                    <a:pt x="24" y="68"/>
                  </a:cubicBezTo>
                  <a:cubicBezTo>
                    <a:pt x="22" y="71"/>
                    <a:pt x="22" y="73"/>
                    <a:pt x="23" y="75"/>
                  </a:cubicBezTo>
                  <a:cubicBezTo>
                    <a:pt x="24" y="78"/>
                    <a:pt x="28" y="80"/>
                    <a:pt x="33" y="80"/>
                  </a:cubicBezTo>
                  <a:cubicBezTo>
                    <a:pt x="36" y="77"/>
                    <a:pt x="41" y="71"/>
                    <a:pt x="39" y="64"/>
                  </a:cubicBezTo>
                  <a:cubicBezTo>
                    <a:pt x="38" y="63"/>
                    <a:pt x="37" y="62"/>
                    <a:pt x="35" y="62"/>
                  </a:cubicBezTo>
                  <a:cubicBezTo>
                    <a:pt x="36" y="62"/>
                    <a:pt x="36" y="62"/>
                    <a:pt x="36" y="62"/>
                  </a:cubicBezTo>
                  <a:cubicBezTo>
                    <a:pt x="38" y="64"/>
                    <a:pt x="39" y="69"/>
                    <a:pt x="38" y="73"/>
                  </a:cubicBezTo>
                  <a:cubicBezTo>
                    <a:pt x="36" y="77"/>
                    <a:pt x="34" y="79"/>
                    <a:pt x="30" y="79"/>
                  </a:cubicBezTo>
                  <a:cubicBezTo>
                    <a:pt x="30" y="79"/>
                    <a:pt x="30" y="79"/>
                    <a:pt x="30" y="79"/>
                  </a:cubicBezTo>
                  <a:cubicBezTo>
                    <a:pt x="30" y="79"/>
                    <a:pt x="30" y="79"/>
                    <a:pt x="29" y="79"/>
                  </a:cubicBezTo>
                  <a:cubicBezTo>
                    <a:pt x="28" y="78"/>
                    <a:pt x="28" y="78"/>
                    <a:pt x="28" y="78"/>
                  </a:cubicBezTo>
                  <a:cubicBezTo>
                    <a:pt x="29" y="78"/>
                    <a:pt x="29" y="78"/>
                    <a:pt x="29" y="78"/>
                  </a:cubicBezTo>
                  <a:cubicBezTo>
                    <a:pt x="29" y="76"/>
                    <a:pt x="30" y="75"/>
                    <a:pt x="31" y="74"/>
                  </a:cubicBezTo>
                  <a:cubicBezTo>
                    <a:pt x="33" y="71"/>
                    <a:pt x="35" y="68"/>
                    <a:pt x="34" y="62"/>
                  </a:cubicBezTo>
                  <a:cubicBezTo>
                    <a:pt x="34" y="61"/>
                    <a:pt x="34" y="61"/>
                    <a:pt x="34" y="61"/>
                  </a:cubicBezTo>
                  <a:cubicBezTo>
                    <a:pt x="33" y="61"/>
                    <a:pt x="31" y="60"/>
                    <a:pt x="30" y="58"/>
                  </a:cubicBezTo>
                  <a:cubicBezTo>
                    <a:pt x="30" y="58"/>
                    <a:pt x="30" y="58"/>
                    <a:pt x="30" y="58"/>
                  </a:cubicBezTo>
                  <a:cubicBezTo>
                    <a:pt x="30" y="58"/>
                    <a:pt x="30" y="58"/>
                    <a:pt x="30" y="58"/>
                  </a:cubicBezTo>
                  <a:cubicBezTo>
                    <a:pt x="38" y="39"/>
                    <a:pt x="34" y="10"/>
                    <a:pt x="18" y="2"/>
                  </a:cubicBezTo>
                  <a:cubicBezTo>
                    <a:pt x="18" y="5"/>
                    <a:pt x="20" y="8"/>
                    <a:pt x="23" y="11"/>
                  </a:cubicBezTo>
                  <a:cubicBezTo>
                    <a:pt x="26" y="14"/>
                    <a:pt x="29" y="18"/>
                    <a:pt x="30" y="24"/>
                  </a:cubicBezTo>
                  <a:cubicBezTo>
                    <a:pt x="30" y="26"/>
                    <a:pt x="30" y="28"/>
                    <a:pt x="30" y="30"/>
                  </a:cubicBezTo>
                  <a:cubicBezTo>
                    <a:pt x="31" y="32"/>
                    <a:pt x="31" y="32"/>
                    <a:pt x="31" y="32"/>
                  </a:cubicBezTo>
                  <a:cubicBezTo>
                    <a:pt x="35" y="38"/>
                    <a:pt x="33" y="44"/>
                    <a:pt x="31" y="49"/>
                  </a:cubicBezTo>
                  <a:cubicBezTo>
                    <a:pt x="30" y="52"/>
                    <a:pt x="29" y="55"/>
                    <a:pt x="29" y="58"/>
                  </a:cubicBezTo>
                  <a:cubicBezTo>
                    <a:pt x="29" y="61"/>
                    <a:pt x="29" y="61"/>
                    <a:pt x="29" y="61"/>
                  </a:cubicBezTo>
                  <a:cubicBezTo>
                    <a:pt x="27" y="58"/>
                    <a:pt x="27" y="58"/>
                    <a:pt x="27" y="58"/>
                  </a:cubicBezTo>
                  <a:cubicBezTo>
                    <a:pt x="25" y="53"/>
                    <a:pt x="26" y="49"/>
                    <a:pt x="28" y="44"/>
                  </a:cubicBezTo>
                  <a:cubicBezTo>
                    <a:pt x="29" y="40"/>
                    <a:pt x="31" y="36"/>
                    <a:pt x="30" y="32"/>
                  </a:cubicBezTo>
                  <a:cubicBezTo>
                    <a:pt x="30" y="32"/>
                    <a:pt x="30" y="32"/>
                    <a:pt x="30" y="32"/>
                  </a:cubicBezTo>
                  <a:cubicBezTo>
                    <a:pt x="30" y="35"/>
                    <a:pt x="29" y="38"/>
                    <a:pt x="28" y="42"/>
                  </a:cubicBezTo>
                  <a:cubicBezTo>
                    <a:pt x="26" y="47"/>
                    <a:pt x="24" y="53"/>
                    <a:pt x="24" y="59"/>
                  </a:cubicBezTo>
                  <a:cubicBezTo>
                    <a:pt x="25" y="60"/>
                    <a:pt x="25" y="60"/>
                    <a:pt x="25" y="60"/>
                  </a:cubicBezTo>
                  <a:cubicBezTo>
                    <a:pt x="24" y="60"/>
                    <a:pt x="24" y="60"/>
                    <a:pt x="24" y="60"/>
                  </a:cubicBezTo>
                  <a:cubicBezTo>
                    <a:pt x="23" y="61"/>
                    <a:pt x="22" y="61"/>
                    <a:pt x="21" y="61"/>
                  </a:cubicBezTo>
                  <a:cubicBezTo>
                    <a:pt x="21" y="61"/>
                    <a:pt x="21" y="61"/>
                    <a:pt x="21" y="61"/>
                  </a:cubicBezTo>
                  <a:cubicBezTo>
                    <a:pt x="20" y="61"/>
                    <a:pt x="20" y="61"/>
                    <a:pt x="19" y="62"/>
                  </a:cubicBezTo>
                  <a:cubicBezTo>
                    <a:pt x="18" y="69"/>
                    <a:pt x="14" y="74"/>
                    <a:pt x="11" y="79"/>
                  </a:cubicBezTo>
                  <a:cubicBezTo>
                    <a:pt x="10" y="82"/>
                    <a:pt x="8" y="84"/>
                    <a:pt x="7" y="86"/>
                  </a:cubicBezTo>
                  <a:close/>
                  <a:moveTo>
                    <a:pt x="85" y="136"/>
                  </a:moveTo>
                  <a:cubicBezTo>
                    <a:pt x="86" y="136"/>
                    <a:pt x="87" y="137"/>
                    <a:pt x="89" y="137"/>
                  </a:cubicBezTo>
                  <a:cubicBezTo>
                    <a:pt x="93" y="137"/>
                    <a:pt x="97" y="135"/>
                    <a:pt x="101" y="133"/>
                  </a:cubicBezTo>
                  <a:cubicBezTo>
                    <a:pt x="105" y="132"/>
                    <a:pt x="108" y="131"/>
                    <a:pt x="110" y="131"/>
                  </a:cubicBezTo>
                  <a:cubicBezTo>
                    <a:pt x="111" y="131"/>
                    <a:pt x="111" y="131"/>
                    <a:pt x="111" y="131"/>
                  </a:cubicBezTo>
                  <a:cubicBezTo>
                    <a:pt x="113" y="129"/>
                    <a:pt x="116" y="127"/>
                    <a:pt x="118" y="126"/>
                  </a:cubicBezTo>
                  <a:cubicBezTo>
                    <a:pt x="120" y="125"/>
                    <a:pt x="122" y="125"/>
                    <a:pt x="123" y="124"/>
                  </a:cubicBezTo>
                  <a:cubicBezTo>
                    <a:pt x="122" y="124"/>
                    <a:pt x="122" y="123"/>
                    <a:pt x="121" y="123"/>
                  </a:cubicBezTo>
                  <a:cubicBezTo>
                    <a:pt x="117" y="123"/>
                    <a:pt x="111" y="126"/>
                    <a:pt x="106" y="129"/>
                  </a:cubicBezTo>
                  <a:cubicBezTo>
                    <a:pt x="99" y="132"/>
                    <a:pt x="92" y="136"/>
                    <a:pt x="85" y="136"/>
                  </a:cubicBezTo>
                  <a:close/>
                  <a:moveTo>
                    <a:pt x="64" y="126"/>
                  </a:moveTo>
                  <a:cubicBezTo>
                    <a:pt x="65" y="126"/>
                    <a:pt x="66" y="126"/>
                    <a:pt x="67" y="127"/>
                  </a:cubicBezTo>
                  <a:cubicBezTo>
                    <a:pt x="68" y="128"/>
                    <a:pt x="69" y="128"/>
                    <a:pt x="70" y="128"/>
                  </a:cubicBezTo>
                  <a:cubicBezTo>
                    <a:pt x="70" y="128"/>
                    <a:pt x="70" y="128"/>
                    <a:pt x="70" y="128"/>
                  </a:cubicBezTo>
                  <a:cubicBezTo>
                    <a:pt x="70" y="128"/>
                    <a:pt x="71" y="128"/>
                    <a:pt x="71" y="127"/>
                  </a:cubicBezTo>
                  <a:cubicBezTo>
                    <a:pt x="72" y="125"/>
                    <a:pt x="75" y="121"/>
                    <a:pt x="74" y="118"/>
                  </a:cubicBezTo>
                  <a:cubicBezTo>
                    <a:pt x="74" y="117"/>
                    <a:pt x="73" y="116"/>
                    <a:pt x="72" y="115"/>
                  </a:cubicBezTo>
                  <a:cubicBezTo>
                    <a:pt x="70" y="114"/>
                    <a:pt x="70" y="114"/>
                    <a:pt x="70" y="114"/>
                  </a:cubicBezTo>
                  <a:cubicBezTo>
                    <a:pt x="70" y="114"/>
                    <a:pt x="70" y="114"/>
                    <a:pt x="70" y="114"/>
                  </a:cubicBezTo>
                  <a:cubicBezTo>
                    <a:pt x="70" y="116"/>
                    <a:pt x="67" y="118"/>
                    <a:pt x="64" y="118"/>
                  </a:cubicBezTo>
                  <a:cubicBezTo>
                    <a:pt x="64" y="118"/>
                    <a:pt x="64" y="118"/>
                    <a:pt x="64" y="118"/>
                  </a:cubicBezTo>
                  <a:lnTo>
                    <a:pt x="64" y="126"/>
                  </a:lnTo>
                  <a:close/>
                  <a:moveTo>
                    <a:pt x="75" y="116"/>
                  </a:moveTo>
                  <a:cubicBezTo>
                    <a:pt x="75" y="117"/>
                    <a:pt x="75" y="117"/>
                    <a:pt x="75" y="118"/>
                  </a:cubicBezTo>
                  <a:cubicBezTo>
                    <a:pt x="76" y="121"/>
                    <a:pt x="74" y="125"/>
                    <a:pt x="72" y="128"/>
                  </a:cubicBezTo>
                  <a:cubicBezTo>
                    <a:pt x="75" y="126"/>
                    <a:pt x="77" y="121"/>
                    <a:pt x="77" y="118"/>
                  </a:cubicBezTo>
                  <a:cubicBezTo>
                    <a:pt x="76" y="118"/>
                    <a:pt x="76" y="117"/>
                    <a:pt x="75" y="116"/>
                  </a:cubicBezTo>
                  <a:close/>
                  <a:moveTo>
                    <a:pt x="70" y="114"/>
                  </a:moveTo>
                  <a:cubicBezTo>
                    <a:pt x="72" y="114"/>
                    <a:pt x="72" y="114"/>
                    <a:pt x="72" y="114"/>
                  </a:cubicBezTo>
                  <a:cubicBezTo>
                    <a:pt x="76" y="115"/>
                    <a:pt x="78" y="117"/>
                    <a:pt x="78" y="118"/>
                  </a:cubicBezTo>
                  <a:cubicBezTo>
                    <a:pt x="79" y="121"/>
                    <a:pt x="77" y="125"/>
                    <a:pt x="74" y="128"/>
                  </a:cubicBezTo>
                  <a:cubicBezTo>
                    <a:pt x="79" y="126"/>
                    <a:pt x="79" y="122"/>
                    <a:pt x="79" y="120"/>
                  </a:cubicBezTo>
                  <a:cubicBezTo>
                    <a:pt x="79" y="116"/>
                    <a:pt x="76" y="110"/>
                    <a:pt x="72" y="110"/>
                  </a:cubicBezTo>
                  <a:cubicBezTo>
                    <a:pt x="71" y="110"/>
                    <a:pt x="69" y="111"/>
                    <a:pt x="68" y="113"/>
                  </a:cubicBezTo>
                  <a:cubicBezTo>
                    <a:pt x="69" y="113"/>
                    <a:pt x="69" y="113"/>
                    <a:pt x="70" y="114"/>
                  </a:cubicBezTo>
                  <a:close/>
                  <a:moveTo>
                    <a:pt x="122" y="122"/>
                  </a:moveTo>
                  <a:cubicBezTo>
                    <a:pt x="123" y="122"/>
                    <a:pt x="124" y="122"/>
                    <a:pt x="125" y="123"/>
                  </a:cubicBezTo>
                  <a:cubicBezTo>
                    <a:pt x="126" y="123"/>
                    <a:pt x="126" y="123"/>
                    <a:pt x="126" y="123"/>
                  </a:cubicBezTo>
                  <a:cubicBezTo>
                    <a:pt x="125" y="124"/>
                    <a:pt x="125" y="124"/>
                    <a:pt x="125" y="124"/>
                  </a:cubicBezTo>
                  <a:cubicBezTo>
                    <a:pt x="125" y="124"/>
                    <a:pt x="124" y="125"/>
                    <a:pt x="123" y="125"/>
                  </a:cubicBezTo>
                  <a:cubicBezTo>
                    <a:pt x="127" y="124"/>
                    <a:pt x="131" y="123"/>
                    <a:pt x="136" y="123"/>
                  </a:cubicBezTo>
                  <a:cubicBezTo>
                    <a:pt x="139" y="123"/>
                    <a:pt x="141" y="123"/>
                    <a:pt x="143" y="124"/>
                  </a:cubicBezTo>
                  <a:cubicBezTo>
                    <a:pt x="140" y="122"/>
                    <a:pt x="136" y="121"/>
                    <a:pt x="131" y="121"/>
                  </a:cubicBezTo>
                  <a:cubicBezTo>
                    <a:pt x="128" y="121"/>
                    <a:pt x="125" y="121"/>
                    <a:pt x="122" y="122"/>
                  </a:cubicBezTo>
                  <a:close/>
                  <a:moveTo>
                    <a:pt x="72" y="109"/>
                  </a:moveTo>
                  <a:cubicBezTo>
                    <a:pt x="77" y="109"/>
                    <a:pt x="81" y="115"/>
                    <a:pt x="81" y="120"/>
                  </a:cubicBezTo>
                  <a:cubicBezTo>
                    <a:pt x="81" y="121"/>
                    <a:pt x="81" y="122"/>
                    <a:pt x="81" y="123"/>
                  </a:cubicBezTo>
                  <a:cubicBezTo>
                    <a:pt x="82" y="121"/>
                    <a:pt x="82" y="118"/>
                    <a:pt x="81" y="114"/>
                  </a:cubicBezTo>
                  <a:cubicBezTo>
                    <a:pt x="79" y="110"/>
                    <a:pt x="75" y="108"/>
                    <a:pt x="71" y="109"/>
                  </a:cubicBezTo>
                  <a:cubicBezTo>
                    <a:pt x="72" y="109"/>
                    <a:pt x="72" y="109"/>
                    <a:pt x="72" y="109"/>
                  </a:cubicBezTo>
                  <a:close/>
                  <a:moveTo>
                    <a:pt x="36" y="65"/>
                  </a:moveTo>
                  <a:cubicBezTo>
                    <a:pt x="36" y="69"/>
                    <a:pt x="34" y="72"/>
                    <a:pt x="32" y="74"/>
                  </a:cubicBezTo>
                  <a:cubicBezTo>
                    <a:pt x="32" y="75"/>
                    <a:pt x="31" y="76"/>
                    <a:pt x="31" y="77"/>
                  </a:cubicBezTo>
                  <a:cubicBezTo>
                    <a:pt x="34" y="77"/>
                    <a:pt x="36" y="74"/>
                    <a:pt x="36" y="73"/>
                  </a:cubicBezTo>
                  <a:cubicBezTo>
                    <a:pt x="37" y="70"/>
                    <a:pt x="37" y="67"/>
                    <a:pt x="36" y="65"/>
                  </a:cubicBezTo>
                  <a:close/>
                  <a:moveTo>
                    <a:pt x="28" y="63"/>
                  </a:moveTo>
                  <a:cubicBezTo>
                    <a:pt x="27" y="65"/>
                    <a:pt x="27" y="69"/>
                    <a:pt x="27" y="72"/>
                  </a:cubicBezTo>
                  <a:cubicBezTo>
                    <a:pt x="27" y="73"/>
                    <a:pt x="28" y="73"/>
                    <a:pt x="28" y="74"/>
                  </a:cubicBezTo>
                  <a:cubicBezTo>
                    <a:pt x="30" y="71"/>
                    <a:pt x="32" y="67"/>
                    <a:pt x="31" y="65"/>
                  </a:cubicBezTo>
                  <a:cubicBezTo>
                    <a:pt x="30" y="64"/>
                    <a:pt x="30" y="63"/>
                    <a:pt x="28" y="63"/>
                  </a:cubicBezTo>
                  <a:close/>
                  <a:moveTo>
                    <a:pt x="32" y="36"/>
                  </a:moveTo>
                  <a:cubicBezTo>
                    <a:pt x="31" y="39"/>
                    <a:pt x="30" y="42"/>
                    <a:pt x="29" y="44"/>
                  </a:cubicBezTo>
                  <a:cubicBezTo>
                    <a:pt x="28" y="48"/>
                    <a:pt x="27" y="51"/>
                    <a:pt x="28" y="55"/>
                  </a:cubicBezTo>
                  <a:cubicBezTo>
                    <a:pt x="28" y="53"/>
                    <a:pt x="29" y="51"/>
                    <a:pt x="29" y="49"/>
                  </a:cubicBezTo>
                  <a:cubicBezTo>
                    <a:pt x="31" y="45"/>
                    <a:pt x="32" y="41"/>
                    <a:pt x="32" y="36"/>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29" name="Voľný tvar 47"/>
            <p:cNvSpPr>
              <a:spLocks noEditPoints="1"/>
            </p:cNvSpPr>
            <p:nvPr/>
          </p:nvSpPr>
          <p:spPr bwMode="auto">
            <a:xfrm>
              <a:off x="895350" y="3316288"/>
              <a:ext cx="363538" cy="328613"/>
            </a:xfrm>
            <a:custGeom>
              <a:avLst/>
              <a:gdLst>
                <a:gd name="T0" fmla="*/ 50 w 161"/>
                <a:gd name="T1" fmla="*/ 8 h 146"/>
                <a:gd name="T2" fmla="*/ 60 w 161"/>
                <a:gd name="T3" fmla="*/ 25 h 146"/>
                <a:gd name="T4" fmla="*/ 54 w 161"/>
                <a:gd name="T5" fmla="*/ 17 h 146"/>
                <a:gd name="T6" fmla="*/ 63 w 161"/>
                <a:gd name="T7" fmla="*/ 34 h 146"/>
                <a:gd name="T8" fmla="*/ 49 w 161"/>
                <a:gd name="T9" fmla="*/ 37 h 146"/>
                <a:gd name="T10" fmla="*/ 41 w 161"/>
                <a:gd name="T11" fmla="*/ 13 h 146"/>
                <a:gd name="T12" fmla="*/ 16 w 161"/>
                <a:gd name="T13" fmla="*/ 62 h 146"/>
                <a:gd name="T14" fmla="*/ 34 w 161"/>
                <a:gd name="T15" fmla="*/ 92 h 146"/>
                <a:gd name="T16" fmla="*/ 27 w 161"/>
                <a:gd name="T17" fmla="*/ 146 h 146"/>
                <a:gd name="T18" fmla="*/ 33 w 161"/>
                <a:gd name="T19" fmla="*/ 104 h 146"/>
                <a:gd name="T20" fmla="*/ 26 w 161"/>
                <a:gd name="T21" fmla="*/ 102 h 146"/>
                <a:gd name="T22" fmla="*/ 30 w 161"/>
                <a:gd name="T23" fmla="*/ 101 h 146"/>
                <a:gd name="T24" fmla="*/ 4 w 161"/>
                <a:gd name="T25" fmla="*/ 60 h 146"/>
                <a:gd name="T26" fmla="*/ 41 w 161"/>
                <a:gd name="T27" fmla="*/ 10 h 146"/>
                <a:gd name="T28" fmla="*/ 51 w 161"/>
                <a:gd name="T29" fmla="*/ 4 h 146"/>
                <a:gd name="T30" fmla="*/ 145 w 161"/>
                <a:gd name="T31" fmla="*/ 13 h 146"/>
                <a:gd name="T32" fmla="*/ 142 w 161"/>
                <a:gd name="T33" fmla="*/ 0 h 146"/>
                <a:gd name="T34" fmla="*/ 141 w 161"/>
                <a:gd name="T35" fmla="*/ 33 h 146"/>
                <a:gd name="T36" fmla="*/ 50 w 161"/>
                <a:gd name="T37" fmla="*/ 8 h 146"/>
                <a:gd name="T38" fmla="*/ 137 w 161"/>
                <a:gd name="T39" fmla="*/ 31 h 146"/>
                <a:gd name="T40" fmla="*/ 148 w 161"/>
                <a:gd name="T41" fmla="*/ 16 h 146"/>
                <a:gd name="T42" fmla="*/ 70 w 161"/>
                <a:gd name="T43" fmla="*/ 8 h 146"/>
                <a:gd name="T44" fmla="*/ 137 w 161"/>
                <a:gd name="T45" fmla="*/ 31 h 146"/>
                <a:gd name="T46" fmla="*/ 26 w 161"/>
                <a:gd name="T47" fmla="*/ 84 h 146"/>
                <a:gd name="T48" fmla="*/ 22 w 161"/>
                <a:gd name="T49" fmla="*/ 16 h 146"/>
                <a:gd name="T50" fmla="*/ 26 w 161"/>
                <a:gd name="T51" fmla="*/ 84 h 146"/>
                <a:gd name="T52" fmla="*/ 57 w 161"/>
                <a:gd name="T53" fmla="*/ 28 h 146"/>
                <a:gd name="T54" fmla="*/ 46 w 161"/>
                <a:gd name="T55" fmla="*/ 16 h 146"/>
                <a:gd name="T56" fmla="*/ 57 w 161"/>
                <a:gd name="T57" fmla="*/ 28 h 146"/>
                <a:gd name="T58" fmla="*/ 57 w 161"/>
                <a:gd name="T59" fmla="*/ 31 h 146"/>
                <a:gd name="T60" fmla="*/ 46 w 161"/>
                <a:gd name="T61" fmla="*/ 28 h 146"/>
                <a:gd name="T62" fmla="*/ 57 w 161"/>
                <a:gd name="T63" fmla="*/ 31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1" h="146">
                  <a:moveTo>
                    <a:pt x="50" y="8"/>
                  </a:moveTo>
                  <a:cubicBezTo>
                    <a:pt x="55" y="14"/>
                    <a:pt x="53" y="20"/>
                    <a:pt x="60" y="25"/>
                  </a:cubicBezTo>
                  <a:cubicBezTo>
                    <a:pt x="62" y="23"/>
                    <a:pt x="58" y="18"/>
                    <a:pt x="54" y="17"/>
                  </a:cubicBezTo>
                  <a:cubicBezTo>
                    <a:pt x="64" y="13"/>
                    <a:pt x="65" y="25"/>
                    <a:pt x="63" y="34"/>
                  </a:cubicBezTo>
                  <a:cubicBezTo>
                    <a:pt x="59" y="36"/>
                    <a:pt x="55" y="37"/>
                    <a:pt x="49" y="37"/>
                  </a:cubicBezTo>
                  <a:cubicBezTo>
                    <a:pt x="43" y="31"/>
                    <a:pt x="43" y="19"/>
                    <a:pt x="41" y="13"/>
                  </a:cubicBezTo>
                  <a:cubicBezTo>
                    <a:pt x="14" y="14"/>
                    <a:pt x="9" y="41"/>
                    <a:pt x="16" y="62"/>
                  </a:cubicBezTo>
                  <a:cubicBezTo>
                    <a:pt x="19" y="72"/>
                    <a:pt x="30" y="81"/>
                    <a:pt x="34" y="92"/>
                  </a:cubicBezTo>
                  <a:cubicBezTo>
                    <a:pt x="41" y="111"/>
                    <a:pt x="38" y="129"/>
                    <a:pt x="27" y="146"/>
                  </a:cubicBezTo>
                  <a:cubicBezTo>
                    <a:pt x="28" y="137"/>
                    <a:pt x="39" y="121"/>
                    <a:pt x="33" y="104"/>
                  </a:cubicBezTo>
                  <a:cubicBezTo>
                    <a:pt x="31" y="102"/>
                    <a:pt x="29" y="102"/>
                    <a:pt x="26" y="102"/>
                  </a:cubicBezTo>
                  <a:cubicBezTo>
                    <a:pt x="26" y="100"/>
                    <a:pt x="28" y="101"/>
                    <a:pt x="30" y="101"/>
                  </a:cubicBezTo>
                  <a:cubicBezTo>
                    <a:pt x="28" y="89"/>
                    <a:pt x="7" y="79"/>
                    <a:pt x="4" y="60"/>
                  </a:cubicBezTo>
                  <a:cubicBezTo>
                    <a:pt x="1" y="34"/>
                    <a:pt x="12" y="6"/>
                    <a:pt x="41" y="10"/>
                  </a:cubicBezTo>
                  <a:cubicBezTo>
                    <a:pt x="45" y="9"/>
                    <a:pt x="47" y="5"/>
                    <a:pt x="51" y="4"/>
                  </a:cubicBezTo>
                  <a:cubicBezTo>
                    <a:pt x="86" y="1"/>
                    <a:pt x="128" y="46"/>
                    <a:pt x="145" y="13"/>
                  </a:cubicBezTo>
                  <a:cubicBezTo>
                    <a:pt x="146" y="6"/>
                    <a:pt x="144" y="3"/>
                    <a:pt x="142" y="0"/>
                  </a:cubicBezTo>
                  <a:cubicBezTo>
                    <a:pt x="161" y="2"/>
                    <a:pt x="149" y="29"/>
                    <a:pt x="141" y="33"/>
                  </a:cubicBezTo>
                  <a:cubicBezTo>
                    <a:pt x="111" y="47"/>
                    <a:pt x="71" y="4"/>
                    <a:pt x="50" y="8"/>
                  </a:cubicBezTo>
                  <a:close/>
                  <a:moveTo>
                    <a:pt x="137" y="31"/>
                  </a:moveTo>
                  <a:cubicBezTo>
                    <a:pt x="142" y="29"/>
                    <a:pt x="151" y="17"/>
                    <a:pt x="148" y="16"/>
                  </a:cubicBezTo>
                  <a:cubicBezTo>
                    <a:pt x="130" y="43"/>
                    <a:pt x="93" y="14"/>
                    <a:pt x="70" y="8"/>
                  </a:cubicBezTo>
                  <a:cubicBezTo>
                    <a:pt x="87" y="21"/>
                    <a:pt x="105" y="33"/>
                    <a:pt x="137" y="31"/>
                  </a:cubicBezTo>
                  <a:close/>
                  <a:moveTo>
                    <a:pt x="26" y="84"/>
                  </a:moveTo>
                  <a:cubicBezTo>
                    <a:pt x="10" y="71"/>
                    <a:pt x="7" y="27"/>
                    <a:pt x="22" y="16"/>
                  </a:cubicBezTo>
                  <a:cubicBezTo>
                    <a:pt x="0" y="29"/>
                    <a:pt x="5" y="78"/>
                    <a:pt x="26" y="84"/>
                  </a:cubicBezTo>
                  <a:close/>
                  <a:moveTo>
                    <a:pt x="57" y="28"/>
                  </a:moveTo>
                  <a:cubicBezTo>
                    <a:pt x="55" y="22"/>
                    <a:pt x="53" y="16"/>
                    <a:pt x="46" y="16"/>
                  </a:cubicBezTo>
                  <a:cubicBezTo>
                    <a:pt x="46" y="23"/>
                    <a:pt x="50" y="27"/>
                    <a:pt x="57" y="28"/>
                  </a:cubicBezTo>
                  <a:close/>
                  <a:moveTo>
                    <a:pt x="57" y="31"/>
                  </a:moveTo>
                  <a:cubicBezTo>
                    <a:pt x="51" y="33"/>
                    <a:pt x="49" y="24"/>
                    <a:pt x="46" y="28"/>
                  </a:cubicBezTo>
                  <a:cubicBezTo>
                    <a:pt x="47" y="31"/>
                    <a:pt x="56" y="40"/>
                    <a:pt x="57" y="31"/>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30" name="Voľný tvar 48"/>
            <p:cNvSpPr>
              <a:spLocks noEditPoints="1"/>
            </p:cNvSpPr>
            <p:nvPr/>
          </p:nvSpPr>
          <p:spPr bwMode="auto">
            <a:xfrm>
              <a:off x="903288" y="3313113"/>
              <a:ext cx="336550" cy="338138"/>
            </a:xfrm>
            <a:custGeom>
              <a:avLst/>
              <a:gdLst>
                <a:gd name="T0" fmla="*/ 81 w 150"/>
                <a:gd name="T1" fmla="*/ 22 h 150"/>
                <a:gd name="T2" fmla="*/ 52 w 150"/>
                <a:gd name="T3" fmla="*/ 17 h 150"/>
                <a:gd name="T4" fmla="*/ 60 w 150"/>
                <a:gd name="T5" fmla="*/ 35 h 150"/>
                <a:gd name="T6" fmla="*/ 45 w 150"/>
                <a:gd name="T7" fmla="*/ 39 h 150"/>
                <a:gd name="T8" fmla="*/ 39 w 150"/>
                <a:gd name="T9" fmla="*/ 20 h 150"/>
                <a:gd name="T10" fmla="*/ 14 w 150"/>
                <a:gd name="T11" fmla="*/ 63 h 150"/>
                <a:gd name="T12" fmla="*/ 25 w 150"/>
                <a:gd name="T13" fmla="*/ 148 h 150"/>
                <a:gd name="T14" fmla="*/ 26 w 150"/>
                <a:gd name="T15" fmla="*/ 137 h 150"/>
                <a:gd name="T16" fmla="*/ 23 w 150"/>
                <a:gd name="T17" fmla="*/ 104 h 150"/>
                <a:gd name="T18" fmla="*/ 26 w 150"/>
                <a:gd name="T19" fmla="*/ 101 h 150"/>
                <a:gd name="T20" fmla="*/ 1 w 150"/>
                <a:gd name="T21" fmla="*/ 61 h 150"/>
                <a:gd name="T22" fmla="*/ 38 w 150"/>
                <a:gd name="T23" fmla="*/ 10 h 150"/>
                <a:gd name="T24" fmla="*/ 91 w 150"/>
                <a:gd name="T25" fmla="*/ 16 h 150"/>
                <a:gd name="T26" fmla="*/ 139 w 150"/>
                <a:gd name="T27" fmla="*/ 2 h 150"/>
                <a:gd name="T28" fmla="*/ 150 w 150"/>
                <a:gd name="T29" fmla="*/ 12 h 150"/>
                <a:gd name="T30" fmla="*/ 82 w 150"/>
                <a:gd name="T31" fmla="*/ 20 h 150"/>
                <a:gd name="T32" fmla="*/ 141 w 150"/>
                <a:gd name="T33" fmla="*/ 2 h 150"/>
                <a:gd name="T34" fmla="*/ 143 w 150"/>
                <a:gd name="T35" fmla="*/ 14 h 150"/>
                <a:gd name="T36" fmla="*/ 44 w 150"/>
                <a:gd name="T37" fmla="*/ 9 h 150"/>
                <a:gd name="T38" fmla="*/ 38 w 150"/>
                <a:gd name="T39" fmla="*/ 12 h 150"/>
                <a:gd name="T40" fmla="*/ 2 w 150"/>
                <a:gd name="T41" fmla="*/ 60 h 150"/>
                <a:gd name="T42" fmla="*/ 28 w 150"/>
                <a:gd name="T43" fmla="*/ 102 h 150"/>
                <a:gd name="T44" fmla="*/ 30 w 150"/>
                <a:gd name="T45" fmla="*/ 104 h 150"/>
                <a:gd name="T46" fmla="*/ 32 w 150"/>
                <a:gd name="T47" fmla="*/ 116 h 150"/>
                <a:gd name="T48" fmla="*/ 31 w 150"/>
                <a:gd name="T49" fmla="*/ 93 h 150"/>
                <a:gd name="T50" fmla="*/ 11 w 150"/>
                <a:gd name="T51" fmla="*/ 61 h 150"/>
                <a:gd name="T52" fmla="*/ 23 w 150"/>
                <a:gd name="T53" fmla="*/ 85 h 150"/>
                <a:gd name="T54" fmla="*/ 19 w 150"/>
                <a:gd name="T55" fmla="*/ 17 h 150"/>
                <a:gd name="T56" fmla="*/ 39 w 150"/>
                <a:gd name="T57" fmla="*/ 13 h 150"/>
                <a:gd name="T58" fmla="*/ 42 w 150"/>
                <a:gd name="T59" fmla="*/ 29 h 150"/>
                <a:gd name="T60" fmla="*/ 48 w 150"/>
                <a:gd name="T61" fmla="*/ 29 h 150"/>
                <a:gd name="T62" fmla="*/ 55 w 150"/>
                <a:gd name="T63" fmla="*/ 32 h 150"/>
                <a:gd name="T64" fmla="*/ 42 w 150"/>
                <a:gd name="T65" fmla="*/ 30 h 150"/>
                <a:gd name="T66" fmla="*/ 60 w 150"/>
                <a:gd name="T67" fmla="*/ 27 h 150"/>
                <a:gd name="T68" fmla="*/ 58 w 150"/>
                <a:gd name="T69" fmla="*/ 25 h 150"/>
                <a:gd name="T70" fmla="*/ 56 w 150"/>
                <a:gd name="T71" fmla="*/ 27 h 150"/>
                <a:gd name="T72" fmla="*/ 50 w 150"/>
                <a:gd name="T73" fmla="*/ 18 h 150"/>
                <a:gd name="T74" fmla="*/ 45 w 150"/>
                <a:gd name="T75" fmla="*/ 9 h 150"/>
                <a:gd name="T76" fmla="*/ 57 w 150"/>
                <a:gd name="T77" fmla="*/ 25 h 150"/>
                <a:gd name="T78" fmla="*/ 53 w 150"/>
                <a:gd name="T79" fmla="*/ 33 h 150"/>
                <a:gd name="T80" fmla="*/ 44 w 150"/>
                <a:gd name="T81" fmla="*/ 29 h 150"/>
                <a:gd name="T82" fmla="*/ 8 w 150"/>
                <a:gd name="T83" fmla="*/ 46 h 150"/>
                <a:gd name="T84" fmla="*/ 146 w 150"/>
                <a:gd name="T85" fmla="*/ 18 h 150"/>
                <a:gd name="T86" fmla="*/ 134 w 150"/>
                <a:gd name="T87" fmla="*/ 33 h 150"/>
                <a:gd name="T88" fmla="*/ 67 w 150"/>
                <a:gd name="T89" fmla="*/ 9 h 150"/>
                <a:gd name="T90" fmla="*/ 145 w 150"/>
                <a:gd name="T91" fmla="*/ 16 h 150"/>
                <a:gd name="T92" fmla="*/ 133 w 150"/>
                <a:gd name="T93" fmla="*/ 31 h 150"/>
                <a:gd name="T94" fmla="*/ 71 w 150"/>
                <a:gd name="T95" fmla="*/ 11 h 150"/>
                <a:gd name="T96" fmla="*/ 54 w 150"/>
                <a:gd name="T97" fmla="*/ 30 h 150"/>
                <a:gd name="T98" fmla="*/ 43 w 150"/>
                <a:gd name="T99" fmla="*/ 16 h 150"/>
                <a:gd name="T100" fmla="*/ 43 w 150"/>
                <a:gd name="T101" fmla="*/ 1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0" h="150">
                  <a:moveTo>
                    <a:pt x="150" y="12"/>
                  </a:moveTo>
                  <a:cubicBezTo>
                    <a:pt x="150" y="20"/>
                    <a:pt x="143" y="32"/>
                    <a:pt x="138" y="34"/>
                  </a:cubicBezTo>
                  <a:cubicBezTo>
                    <a:pt x="120" y="43"/>
                    <a:pt x="99" y="32"/>
                    <a:pt x="81" y="22"/>
                  </a:cubicBezTo>
                  <a:cubicBezTo>
                    <a:pt x="69" y="15"/>
                    <a:pt x="57" y="9"/>
                    <a:pt x="48" y="10"/>
                  </a:cubicBezTo>
                  <a:cubicBezTo>
                    <a:pt x="50" y="12"/>
                    <a:pt x="51" y="15"/>
                    <a:pt x="52" y="17"/>
                  </a:cubicBezTo>
                  <a:cubicBezTo>
                    <a:pt x="52" y="17"/>
                    <a:pt x="52" y="17"/>
                    <a:pt x="52" y="17"/>
                  </a:cubicBezTo>
                  <a:cubicBezTo>
                    <a:pt x="54" y="16"/>
                    <a:pt x="56" y="16"/>
                    <a:pt x="58" y="17"/>
                  </a:cubicBezTo>
                  <a:cubicBezTo>
                    <a:pt x="61" y="19"/>
                    <a:pt x="61" y="24"/>
                    <a:pt x="61" y="27"/>
                  </a:cubicBezTo>
                  <a:cubicBezTo>
                    <a:pt x="61" y="30"/>
                    <a:pt x="61" y="33"/>
                    <a:pt x="60" y="35"/>
                  </a:cubicBezTo>
                  <a:cubicBezTo>
                    <a:pt x="60" y="35"/>
                    <a:pt x="60" y="35"/>
                    <a:pt x="60" y="35"/>
                  </a:cubicBezTo>
                  <a:cubicBezTo>
                    <a:pt x="60" y="36"/>
                    <a:pt x="60" y="36"/>
                    <a:pt x="60" y="36"/>
                  </a:cubicBezTo>
                  <a:cubicBezTo>
                    <a:pt x="57" y="38"/>
                    <a:pt x="52" y="39"/>
                    <a:pt x="45" y="39"/>
                  </a:cubicBezTo>
                  <a:cubicBezTo>
                    <a:pt x="45" y="39"/>
                    <a:pt x="45" y="39"/>
                    <a:pt x="45" y="39"/>
                  </a:cubicBezTo>
                  <a:cubicBezTo>
                    <a:pt x="45" y="38"/>
                    <a:pt x="45" y="38"/>
                    <a:pt x="45" y="38"/>
                  </a:cubicBezTo>
                  <a:cubicBezTo>
                    <a:pt x="41" y="34"/>
                    <a:pt x="40" y="26"/>
                    <a:pt x="39" y="20"/>
                  </a:cubicBezTo>
                  <a:cubicBezTo>
                    <a:pt x="39" y="18"/>
                    <a:pt x="38" y="16"/>
                    <a:pt x="38" y="14"/>
                  </a:cubicBezTo>
                  <a:cubicBezTo>
                    <a:pt x="21" y="15"/>
                    <a:pt x="11" y="27"/>
                    <a:pt x="11" y="47"/>
                  </a:cubicBezTo>
                  <a:cubicBezTo>
                    <a:pt x="11" y="52"/>
                    <a:pt x="12" y="58"/>
                    <a:pt x="14" y="63"/>
                  </a:cubicBezTo>
                  <a:cubicBezTo>
                    <a:pt x="15" y="68"/>
                    <a:pt x="18" y="72"/>
                    <a:pt x="22" y="77"/>
                  </a:cubicBezTo>
                  <a:cubicBezTo>
                    <a:pt x="26" y="82"/>
                    <a:pt x="30" y="87"/>
                    <a:pt x="32" y="93"/>
                  </a:cubicBezTo>
                  <a:cubicBezTo>
                    <a:pt x="39" y="111"/>
                    <a:pt x="36" y="130"/>
                    <a:pt x="25" y="148"/>
                  </a:cubicBezTo>
                  <a:cubicBezTo>
                    <a:pt x="23" y="150"/>
                    <a:pt x="23" y="150"/>
                    <a:pt x="23" y="150"/>
                  </a:cubicBezTo>
                  <a:cubicBezTo>
                    <a:pt x="23" y="147"/>
                    <a:pt x="23" y="147"/>
                    <a:pt x="23" y="147"/>
                  </a:cubicBezTo>
                  <a:cubicBezTo>
                    <a:pt x="24" y="144"/>
                    <a:pt x="25" y="141"/>
                    <a:pt x="26" y="137"/>
                  </a:cubicBezTo>
                  <a:cubicBezTo>
                    <a:pt x="28" y="131"/>
                    <a:pt x="31" y="123"/>
                    <a:pt x="31" y="116"/>
                  </a:cubicBezTo>
                  <a:cubicBezTo>
                    <a:pt x="31" y="112"/>
                    <a:pt x="30" y="108"/>
                    <a:pt x="29" y="105"/>
                  </a:cubicBezTo>
                  <a:cubicBezTo>
                    <a:pt x="28" y="104"/>
                    <a:pt x="26" y="104"/>
                    <a:pt x="23" y="104"/>
                  </a:cubicBezTo>
                  <a:cubicBezTo>
                    <a:pt x="22" y="104"/>
                    <a:pt x="22" y="104"/>
                    <a:pt x="22" y="104"/>
                  </a:cubicBezTo>
                  <a:cubicBezTo>
                    <a:pt x="22" y="103"/>
                    <a:pt x="22" y="103"/>
                    <a:pt x="22" y="103"/>
                  </a:cubicBezTo>
                  <a:cubicBezTo>
                    <a:pt x="22" y="101"/>
                    <a:pt x="24" y="101"/>
                    <a:pt x="26" y="101"/>
                  </a:cubicBezTo>
                  <a:cubicBezTo>
                    <a:pt x="26" y="101"/>
                    <a:pt x="26" y="101"/>
                    <a:pt x="26" y="101"/>
                  </a:cubicBezTo>
                  <a:cubicBezTo>
                    <a:pt x="25" y="97"/>
                    <a:pt x="21" y="93"/>
                    <a:pt x="17" y="88"/>
                  </a:cubicBezTo>
                  <a:cubicBezTo>
                    <a:pt x="10" y="81"/>
                    <a:pt x="2" y="72"/>
                    <a:pt x="1" y="61"/>
                  </a:cubicBezTo>
                  <a:cubicBezTo>
                    <a:pt x="0" y="58"/>
                    <a:pt x="0" y="55"/>
                    <a:pt x="0" y="52"/>
                  </a:cubicBezTo>
                  <a:cubicBezTo>
                    <a:pt x="0" y="37"/>
                    <a:pt x="5" y="24"/>
                    <a:pt x="13" y="17"/>
                  </a:cubicBezTo>
                  <a:cubicBezTo>
                    <a:pt x="20" y="11"/>
                    <a:pt x="28" y="9"/>
                    <a:pt x="38" y="10"/>
                  </a:cubicBezTo>
                  <a:cubicBezTo>
                    <a:pt x="40" y="10"/>
                    <a:pt x="41" y="9"/>
                    <a:pt x="43" y="7"/>
                  </a:cubicBezTo>
                  <a:cubicBezTo>
                    <a:pt x="44" y="6"/>
                    <a:pt x="46" y="5"/>
                    <a:pt x="48" y="4"/>
                  </a:cubicBezTo>
                  <a:cubicBezTo>
                    <a:pt x="62" y="3"/>
                    <a:pt x="77" y="9"/>
                    <a:pt x="91" y="16"/>
                  </a:cubicBezTo>
                  <a:cubicBezTo>
                    <a:pt x="113" y="25"/>
                    <a:pt x="131" y="33"/>
                    <a:pt x="141" y="13"/>
                  </a:cubicBezTo>
                  <a:cubicBezTo>
                    <a:pt x="142" y="12"/>
                    <a:pt x="142" y="11"/>
                    <a:pt x="142" y="10"/>
                  </a:cubicBezTo>
                  <a:cubicBezTo>
                    <a:pt x="142" y="7"/>
                    <a:pt x="140" y="4"/>
                    <a:pt x="139" y="2"/>
                  </a:cubicBezTo>
                  <a:cubicBezTo>
                    <a:pt x="138" y="0"/>
                    <a:pt x="138" y="0"/>
                    <a:pt x="138" y="0"/>
                  </a:cubicBezTo>
                  <a:cubicBezTo>
                    <a:pt x="139" y="0"/>
                    <a:pt x="139" y="0"/>
                    <a:pt x="139" y="0"/>
                  </a:cubicBezTo>
                  <a:cubicBezTo>
                    <a:pt x="146" y="1"/>
                    <a:pt x="150" y="5"/>
                    <a:pt x="150" y="12"/>
                  </a:cubicBezTo>
                  <a:close/>
                  <a:moveTo>
                    <a:pt x="45" y="9"/>
                  </a:moveTo>
                  <a:cubicBezTo>
                    <a:pt x="47" y="9"/>
                    <a:pt x="47" y="9"/>
                    <a:pt x="47" y="9"/>
                  </a:cubicBezTo>
                  <a:cubicBezTo>
                    <a:pt x="56" y="7"/>
                    <a:pt x="68" y="13"/>
                    <a:pt x="82" y="20"/>
                  </a:cubicBezTo>
                  <a:cubicBezTo>
                    <a:pt x="100" y="30"/>
                    <a:pt x="120" y="41"/>
                    <a:pt x="138" y="33"/>
                  </a:cubicBezTo>
                  <a:cubicBezTo>
                    <a:pt x="142" y="31"/>
                    <a:pt x="148" y="20"/>
                    <a:pt x="148" y="12"/>
                  </a:cubicBezTo>
                  <a:cubicBezTo>
                    <a:pt x="148" y="8"/>
                    <a:pt x="147" y="3"/>
                    <a:pt x="141" y="2"/>
                  </a:cubicBezTo>
                  <a:cubicBezTo>
                    <a:pt x="142" y="4"/>
                    <a:pt x="143" y="7"/>
                    <a:pt x="143" y="10"/>
                  </a:cubicBezTo>
                  <a:cubicBezTo>
                    <a:pt x="143" y="11"/>
                    <a:pt x="143" y="13"/>
                    <a:pt x="143" y="14"/>
                  </a:cubicBezTo>
                  <a:cubicBezTo>
                    <a:pt x="143" y="14"/>
                    <a:pt x="143" y="14"/>
                    <a:pt x="143" y="14"/>
                  </a:cubicBezTo>
                  <a:cubicBezTo>
                    <a:pt x="132" y="35"/>
                    <a:pt x="112" y="26"/>
                    <a:pt x="91" y="17"/>
                  </a:cubicBezTo>
                  <a:cubicBezTo>
                    <a:pt x="76" y="11"/>
                    <a:pt x="62" y="5"/>
                    <a:pt x="48" y="6"/>
                  </a:cubicBezTo>
                  <a:cubicBezTo>
                    <a:pt x="46" y="6"/>
                    <a:pt x="45" y="7"/>
                    <a:pt x="44" y="9"/>
                  </a:cubicBezTo>
                  <a:cubicBezTo>
                    <a:pt x="42" y="10"/>
                    <a:pt x="41" y="11"/>
                    <a:pt x="39" y="12"/>
                  </a:cubicBezTo>
                  <a:cubicBezTo>
                    <a:pt x="38" y="12"/>
                    <a:pt x="38" y="12"/>
                    <a:pt x="38" y="12"/>
                  </a:cubicBezTo>
                  <a:cubicBezTo>
                    <a:pt x="38" y="12"/>
                    <a:pt x="38" y="12"/>
                    <a:pt x="38" y="12"/>
                  </a:cubicBezTo>
                  <a:cubicBezTo>
                    <a:pt x="29" y="10"/>
                    <a:pt x="20" y="13"/>
                    <a:pt x="14" y="18"/>
                  </a:cubicBezTo>
                  <a:cubicBezTo>
                    <a:pt x="6" y="25"/>
                    <a:pt x="2" y="37"/>
                    <a:pt x="2" y="52"/>
                  </a:cubicBezTo>
                  <a:cubicBezTo>
                    <a:pt x="2" y="55"/>
                    <a:pt x="2" y="58"/>
                    <a:pt x="2" y="60"/>
                  </a:cubicBezTo>
                  <a:cubicBezTo>
                    <a:pt x="4" y="72"/>
                    <a:pt x="11" y="80"/>
                    <a:pt x="18" y="87"/>
                  </a:cubicBezTo>
                  <a:cubicBezTo>
                    <a:pt x="23" y="92"/>
                    <a:pt x="27" y="97"/>
                    <a:pt x="28" y="102"/>
                  </a:cubicBezTo>
                  <a:cubicBezTo>
                    <a:pt x="28" y="102"/>
                    <a:pt x="28" y="102"/>
                    <a:pt x="28" y="102"/>
                  </a:cubicBezTo>
                  <a:cubicBezTo>
                    <a:pt x="27" y="102"/>
                    <a:pt x="27" y="102"/>
                    <a:pt x="27" y="102"/>
                  </a:cubicBezTo>
                  <a:cubicBezTo>
                    <a:pt x="27" y="102"/>
                    <a:pt x="27" y="102"/>
                    <a:pt x="27" y="102"/>
                  </a:cubicBezTo>
                  <a:cubicBezTo>
                    <a:pt x="28" y="103"/>
                    <a:pt x="29" y="103"/>
                    <a:pt x="30" y="104"/>
                  </a:cubicBezTo>
                  <a:cubicBezTo>
                    <a:pt x="31" y="104"/>
                    <a:pt x="31" y="104"/>
                    <a:pt x="31" y="104"/>
                  </a:cubicBezTo>
                  <a:cubicBezTo>
                    <a:pt x="31" y="104"/>
                    <a:pt x="31" y="104"/>
                    <a:pt x="31" y="104"/>
                  </a:cubicBezTo>
                  <a:cubicBezTo>
                    <a:pt x="32" y="108"/>
                    <a:pt x="32" y="112"/>
                    <a:pt x="32" y="116"/>
                  </a:cubicBezTo>
                  <a:cubicBezTo>
                    <a:pt x="32" y="124"/>
                    <a:pt x="30" y="131"/>
                    <a:pt x="28" y="138"/>
                  </a:cubicBezTo>
                  <a:cubicBezTo>
                    <a:pt x="27" y="140"/>
                    <a:pt x="26" y="141"/>
                    <a:pt x="26" y="143"/>
                  </a:cubicBezTo>
                  <a:cubicBezTo>
                    <a:pt x="35" y="127"/>
                    <a:pt x="37" y="110"/>
                    <a:pt x="31" y="93"/>
                  </a:cubicBezTo>
                  <a:cubicBezTo>
                    <a:pt x="28" y="88"/>
                    <a:pt x="25" y="83"/>
                    <a:pt x="21" y="78"/>
                  </a:cubicBezTo>
                  <a:cubicBezTo>
                    <a:pt x="17" y="73"/>
                    <a:pt x="14" y="69"/>
                    <a:pt x="12" y="64"/>
                  </a:cubicBezTo>
                  <a:cubicBezTo>
                    <a:pt x="12" y="63"/>
                    <a:pt x="12" y="62"/>
                    <a:pt x="11" y="61"/>
                  </a:cubicBezTo>
                  <a:cubicBezTo>
                    <a:pt x="13" y="71"/>
                    <a:pt x="17" y="79"/>
                    <a:pt x="23" y="84"/>
                  </a:cubicBezTo>
                  <a:cubicBezTo>
                    <a:pt x="26" y="86"/>
                    <a:pt x="26" y="86"/>
                    <a:pt x="26" y="86"/>
                  </a:cubicBezTo>
                  <a:cubicBezTo>
                    <a:pt x="23" y="85"/>
                    <a:pt x="23" y="85"/>
                    <a:pt x="23" y="85"/>
                  </a:cubicBezTo>
                  <a:cubicBezTo>
                    <a:pt x="10" y="82"/>
                    <a:pt x="4" y="64"/>
                    <a:pt x="4" y="49"/>
                  </a:cubicBezTo>
                  <a:cubicBezTo>
                    <a:pt x="4" y="34"/>
                    <a:pt x="9" y="21"/>
                    <a:pt x="18" y="16"/>
                  </a:cubicBezTo>
                  <a:cubicBezTo>
                    <a:pt x="19" y="17"/>
                    <a:pt x="19" y="17"/>
                    <a:pt x="19" y="17"/>
                  </a:cubicBezTo>
                  <a:cubicBezTo>
                    <a:pt x="15" y="21"/>
                    <a:pt x="12" y="28"/>
                    <a:pt x="10" y="37"/>
                  </a:cubicBezTo>
                  <a:cubicBezTo>
                    <a:pt x="13" y="22"/>
                    <a:pt x="23" y="14"/>
                    <a:pt x="38" y="13"/>
                  </a:cubicBezTo>
                  <a:cubicBezTo>
                    <a:pt x="39" y="13"/>
                    <a:pt x="39" y="13"/>
                    <a:pt x="39" y="13"/>
                  </a:cubicBezTo>
                  <a:cubicBezTo>
                    <a:pt x="39" y="13"/>
                    <a:pt x="39" y="13"/>
                    <a:pt x="39" y="13"/>
                  </a:cubicBezTo>
                  <a:cubicBezTo>
                    <a:pt x="40" y="15"/>
                    <a:pt x="40" y="18"/>
                    <a:pt x="40" y="20"/>
                  </a:cubicBezTo>
                  <a:cubicBezTo>
                    <a:pt x="41" y="23"/>
                    <a:pt x="41" y="26"/>
                    <a:pt x="42" y="29"/>
                  </a:cubicBezTo>
                  <a:cubicBezTo>
                    <a:pt x="42" y="29"/>
                    <a:pt x="42" y="29"/>
                    <a:pt x="42" y="29"/>
                  </a:cubicBezTo>
                  <a:cubicBezTo>
                    <a:pt x="43" y="28"/>
                    <a:pt x="44" y="27"/>
                    <a:pt x="44" y="27"/>
                  </a:cubicBezTo>
                  <a:cubicBezTo>
                    <a:pt x="46" y="27"/>
                    <a:pt x="47" y="28"/>
                    <a:pt x="48" y="29"/>
                  </a:cubicBezTo>
                  <a:cubicBezTo>
                    <a:pt x="50" y="31"/>
                    <a:pt x="52" y="32"/>
                    <a:pt x="54" y="31"/>
                  </a:cubicBezTo>
                  <a:cubicBezTo>
                    <a:pt x="55" y="31"/>
                    <a:pt x="55" y="31"/>
                    <a:pt x="55" y="31"/>
                  </a:cubicBezTo>
                  <a:cubicBezTo>
                    <a:pt x="55" y="32"/>
                    <a:pt x="55" y="32"/>
                    <a:pt x="55" y="32"/>
                  </a:cubicBezTo>
                  <a:cubicBezTo>
                    <a:pt x="54" y="35"/>
                    <a:pt x="53" y="36"/>
                    <a:pt x="52" y="37"/>
                  </a:cubicBezTo>
                  <a:cubicBezTo>
                    <a:pt x="48" y="38"/>
                    <a:pt x="43" y="32"/>
                    <a:pt x="42" y="30"/>
                  </a:cubicBezTo>
                  <a:cubicBezTo>
                    <a:pt x="42" y="30"/>
                    <a:pt x="42" y="30"/>
                    <a:pt x="42" y="30"/>
                  </a:cubicBezTo>
                  <a:cubicBezTo>
                    <a:pt x="43" y="33"/>
                    <a:pt x="44" y="35"/>
                    <a:pt x="46" y="37"/>
                  </a:cubicBezTo>
                  <a:cubicBezTo>
                    <a:pt x="52" y="38"/>
                    <a:pt x="56" y="37"/>
                    <a:pt x="59" y="35"/>
                  </a:cubicBezTo>
                  <a:cubicBezTo>
                    <a:pt x="60" y="32"/>
                    <a:pt x="60" y="30"/>
                    <a:pt x="60" y="27"/>
                  </a:cubicBezTo>
                  <a:cubicBezTo>
                    <a:pt x="60" y="23"/>
                    <a:pt x="59" y="20"/>
                    <a:pt x="57" y="18"/>
                  </a:cubicBezTo>
                  <a:cubicBezTo>
                    <a:pt x="56" y="18"/>
                    <a:pt x="55" y="18"/>
                    <a:pt x="53" y="18"/>
                  </a:cubicBezTo>
                  <a:cubicBezTo>
                    <a:pt x="56" y="19"/>
                    <a:pt x="58" y="22"/>
                    <a:pt x="58" y="25"/>
                  </a:cubicBezTo>
                  <a:cubicBezTo>
                    <a:pt x="58" y="26"/>
                    <a:pt x="58" y="26"/>
                    <a:pt x="57" y="27"/>
                  </a:cubicBezTo>
                  <a:cubicBezTo>
                    <a:pt x="57" y="27"/>
                    <a:pt x="57" y="27"/>
                    <a:pt x="57" y="27"/>
                  </a:cubicBezTo>
                  <a:cubicBezTo>
                    <a:pt x="56" y="27"/>
                    <a:pt x="56" y="27"/>
                    <a:pt x="56" y="27"/>
                  </a:cubicBezTo>
                  <a:cubicBezTo>
                    <a:pt x="53" y="24"/>
                    <a:pt x="52" y="21"/>
                    <a:pt x="51" y="19"/>
                  </a:cubicBezTo>
                  <a:cubicBezTo>
                    <a:pt x="49" y="18"/>
                    <a:pt x="49" y="18"/>
                    <a:pt x="49" y="18"/>
                  </a:cubicBezTo>
                  <a:cubicBezTo>
                    <a:pt x="50" y="18"/>
                    <a:pt x="50" y="18"/>
                    <a:pt x="50" y="18"/>
                  </a:cubicBezTo>
                  <a:cubicBezTo>
                    <a:pt x="50" y="17"/>
                    <a:pt x="50" y="17"/>
                    <a:pt x="50" y="17"/>
                  </a:cubicBezTo>
                  <a:cubicBezTo>
                    <a:pt x="49" y="15"/>
                    <a:pt x="49" y="12"/>
                    <a:pt x="46" y="10"/>
                  </a:cubicBezTo>
                  <a:lnTo>
                    <a:pt x="45" y="9"/>
                  </a:lnTo>
                  <a:close/>
                  <a:moveTo>
                    <a:pt x="57" y="25"/>
                  </a:moveTo>
                  <a:cubicBezTo>
                    <a:pt x="57" y="24"/>
                    <a:pt x="55" y="21"/>
                    <a:pt x="53" y="19"/>
                  </a:cubicBezTo>
                  <a:cubicBezTo>
                    <a:pt x="53" y="21"/>
                    <a:pt x="54" y="23"/>
                    <a:pt x="57" y="25"/>
                  </a:cubicBezTo>
                  <a:close/>
                  <a:moveTo>
                    <a:pt x="44" y="29"/>
                  </a:moveTo>
                  <a:cubicBezTo>
                    <a:pt x="45" y="32"/>
                    <a:pt x="49" y="36"/>
                    <a:pt x="51" y="35"/>
                  </a:cubicBezTo>
                  <a:cubicBezTo>
                    <a:pt x="52" y="35"/>
                    <a:pt x="53" y="34"/>
                    <a:pt x="53" y="33"/>
                  </a:cubicBezTo>
                  <a:cubicBezTo>
                    <a:pt x="51" y="33"/>
                    <a:pt x="49" y="32"/>
                    <a:pt x="47" y="30"/>
                  </a:cubicBezTo>
                  <a:cubicBezTo>
                    <a:pt x="46" y="30"/>
                    <a:pt x="45" y="29"/>
                    <a:pt x="45" y="29"/>
                  </a:cubicBezTo>
                  <a:cubicBezTo>
                    <a:pt x="44" y="29"/>
                    <a:pt x="44" y="29"/>
                    <a:pt x="44" y="29"/>
                  </a:cubicBezTo>
                  <a:close/>
                  <a:moveTo>
                    <a:pt x="5" y="49"/>
                  </a:moveTo>
                  <a:cubicBezTo>
                    <a:pt x="5" y="62"/>
                    <a:pt x="10" y="77"/>
                    <a:pt x="19" y="82"/>
                  </a:cubicBezTo>
                  <a:cubicBezTo>
                    <a:pt x="12" y="74"/>
                    <a:pt x="8" y="58"/>
                    <a:pt x="8" y="46"/>
                  </a:cubicBezTo>
                  <a:cubicBezTo>
                    <a:pt x="8" y="36"/>
                    <a:pt x="10" y="28"/>
                    <a:pt x="13" y="22"/>
                  </a:cubicBezTo>
                  <a:cubicBezTo>
                    <a:pt x="8" y="29"/>
                    <a:pt x="5" y="38"/>
                    <a:pt x="5" y="49"/>
                  </a:cubicBezTo>
                  <a:close/>
                  <a:moveTo>
                    <a:pt x="146" y="18"/>
                  </a:moveTo>
                  <a:cubicBezTo>
                    <a:pt x="146" y="18"/>
                    <a:pt x="146" y="18"/>
                    <a:pt x="146" y="18"/>
                  </a:cubicBezTo>
                  <a:cubicBezTo>
                    <a:pt x="146" y="21"/>
                    <a:pt x="139" y="31"/>
                    <a:pt x="134" y="33"/>
                  </a:cubicBezTo>
                  <a:cubicBezTo>
                    <a:pt x="134" y="33"/>
                    <a:pt x="134" y="33"/>
                    <a:pt x="134" y="33"/>
                  </a:cubicBezTo>
                  <a:cubicBezTo>
                    <a:pt x="103" y="35"/>
                    <a:pt x="85" y="24"/>
                    <a:pt x="66" y="10"/>
                  </a:cubicBezTo>
                  <a:cubicBezTo>
                    <a:pt x="63" y="8"/>
                    <a:pt x="63" y="8"/>
                    <a:pt x="63" y="8"/>
                  </a:cubicBezTo>
                  <a:cubicBezTo>
                    <a:pt x="67" y="9"/>
                    <a:pt x="67" y="9"/>
                    <a:pt x="67" y="9"/>
                  </a:cubicBezTo>
                  <a:cubicBezTo>
                    <a:pt x="73" y="10"/>
                    <a:pt x="80" y="13"/>
                    <a:pt x="88" y="17"/>
                  </a:cubicBezTo>
                  <a:cubicBezTo>
                    <a:pt x="108" y="26"/>
                    <a:pt x="131" y="36"/>
                    <a:pt x="144" y="16"/>
                  </a:cubicBezTo>
                  <a:cubicBezTo>
                    <a:pt x="145" y="16"/>
                    <a:pt x="145" y="16"/>
                    <a:pt x="145" y="16"/>
                  </a:cubicBezTo>
                  <a:cubicBezTo>
                    <a:pt x="145" y="16"/>
                    <a:pt x="145" y="16"/>
                    <a:pt x="145" y="16"/>
                  </a:cubicBezTo>
                  <a:cubicBezTo>
                    <a:pt x="146" y="16"/>
                    <a:pt x="146" y="16"/>
                    <a:pt x="146" y="18"/>
                  </a:cubicBezTo>
                  <a:close/>
                  <a:moveTo>
                    <a:pt x="133" y="31"/>
                  </a:moveTo>
                  <a:cubicBezTo>
                    <a:pt x="138" y="29"/>
                    <a:pt x="144" y="21"/>
                    <a:pt x="145" y="18"/>
                  </a:cubicBezTo>
                  <a:cubicBezTo>
                    <a:pt x="131" y="37"/>
                    <a:pt x="108" y="27"/>
                    <a:pt x="87" y="18"/>
                  </a:cubicBezTo>
                  <a:cubicBezTo>
                    <a:pt x="81" y="15"/>
                    <a:pt x="76" y="13"/>
                    <a:pt x="71" y="11"/>
                  </a:cubicBezTo>
                  <a:cubicBezTo>
                    <a:pt x="88" y="23"/>
                    <a:pt x="105" y="33"/>
                    <a:pt x="133" y="31"/>
                  </a:cubicBezTo>
                  <a:close/>
                  <a:moveTo>
                    <a:pt x="55" y="30"/>
                  </a:moveTo>
                  <a:cubicBezTo>
                    <a:pt x="54" y="30"/>
                    <a:pt x="54" y="30"/>
                    <a:pt x="54" y="30"/>
                  </a:cubicBezTo>
                  <a:cubicBezTo>
                    <a:pt x="47" y="29"/>
                    <a:pt x="42" y="25"/>
                    <a:pt x="42" y="17"/>
                  </a:cubicBezTo>
                  <a:cubicBezTo>
                    <a:pt x="42" y="16"/>
                    <a:pt x="42" y="16"/>
                    <a:pt x="42" y="16"/>
                  </a:cubicBezTo>
                  <a:cubicBezTo>
                    <a:pt x="43" y="16"/>
                    <a:pt x="43" y="16"/>
                    <a:pt x="43" y="16"/>
                  </a:cubicBezTo>
                  <a:cubicBezTo>
                    <a:pt x="50" y="17"/>
                    <a:pt x="53" y="23"/>
                    <a:pt x="55" y="29"/>
                  </a:cubicBezTo>
                  <a:lnTo>
                    <a:pt x="55" y="30"/>
                  </a:lnTo>
                  <a:close/>
                  <a:moveTo>
                    <a:pt x="43" y="17"/>
                  </a:moveTo>
                  <a:cubicBezTo>
                    <a:pt x="44" y="24"/>
                    <a:pt x="47" y="27"/>
                    <a:pt x="53" y="28"/>
                  </a:cubicBezTo>
                  <a:cubicBezTo>
                    <a:pt x="51" y="23"/>
                    <a:pt x="49" y="19"/>
                    <a:pt x="43" y="17"/>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31" name="Voľný tvar 49"/>
            <p:cNvSpPr>
              <a:spLocks noEditPoints="1"/>
            </p:cNvSpPr>
            <p:nvPr/>
          </p:nvSpPr>
          <p:spPr bwMode="auto">
            <a:xfrm>
              <a:off x="4162425" y="3344863"/>
              <a:ext cx="334963" cy="328613"/>
            </a:xfrm>
            <a:custGeom>
              <a:avLst/>
              <a:gdLst>
                <a:gd name="T0" fmla="*/ 61 w 149"/>
                <a:gd name="T1" fmla="*/ 17 h 146"/>
                <a:gd name="T2" fmla="*/ 70 w 149"/>
                <a:gd name="T3" fmla="*/ 13 h 146"/>
                <a:gd name="T4" fmla="*/ 67 w 149"/>
                <a:gd name="T5" fmla="*/ 22 h 146"/>
                <a:gd name="T6" fmla="*/ 71 w 149"/>
                <a:gd name="T7" fmla="*/ 8 h 146"/>
                <a:gd name="T8" fmla="*/ 77 w 149"/>
                <a:gd name="T9" fmla="*/ 20 h 146"/>
                <a:gd name="T10" fmla="*/ 146 w 149"/>
                <a:gd name="T11" fmla="*/ 39 h 146"/>
                <a:gd name="T12" fmla="*/ 125 w 149"/>
                <a:gd name="T13" fmla="*/ 103 h 146"/>
                <a:gd name="T14" fmla="*/ 146 w 149"/>
                <a:gd name="T15" fmla="*/ 99 h 146"/>
                <a:gd name="T16" fmla="*/ 148 w 149"/>
                <a:gd name="T17" fmla="*/ 120 h 146"/>
                <a:gd name="T18" fmla="*/ 129 w 149"/>
                <a:gd name="T19" fmla="*/ 119 h 146"/>
                <a:gd name="T20" fmla="*/ 141 w 149"/>
                <a:gd name="T21" fmla="*/ 143 h 146"/>
                <a:gd name="T22" fmla="*/ 124 w 149"/>
                <a:gd name="T23" fmla="*/ 108 h 146"/>
                <a:gd name="T24" fmla="*/ 121 w 149"/>
                <a:gd name="T25" fmla="*/ 76 h 146"/>
                <a:gd name="T26" fmla="*/ 132 w 149"/>
                <a:gd name="T27" fmla="*/ 18 h 146"/>
                <a:gd name="T28" fmla="*/ 46 w 149"/>
                <a:gd name="T29" fmla="*/ 31 h 146"/>
                <a:gd name="T30" fmla="*/ 0 w 149"/>
                <a:gd name="T31" fmla="*/ 27 h 146"/>
                <a:gd name="T32" fmla="*/ 60 w 149"/>
                <a:gd name="T33" fmla="*/ 24 h 146"/>
                <a:gd name="T34" fmla="*/ 58 w 149"/>
                <a:gd name="T35" fmla="*/ 11 h 146"/>
                <a:gd name="T36" fmla="*/ 68 w 149"/>
                <a:gd name="T37" fmla="*/ 8 h 146"/>
                <a:gd name="T38" fmla="*/ 61 w 149"/>
                <a:gd name="T39" fmla="*/ 17 h 146"/>
                <a:gd name="T40" fmla="*/ 58 w 149"/>
                <a:gd name="T41" fmla="*/ 27 h 146"/>
                <a:gd name="T42" fmla="*/ 31 w 149"/>
                <a:gd name="T43" fmla="*/ 25 h 146"/>
                <a:gd name="T44" fmla="*/ 58 w 149"/>
                <a:gd name="T45" fmla="*/ 27 h 146"/>
                <a:gd name="T46" fmla="*/ 101 w 149"/>
                <a:gd name="T47" fmla="*/ 11 h 146"/>
                <a:gd name="T48" fmla="*/ 88 w 149"/>
                <a:gd name="T49" fmla="*/ 20 h 146"/>
                <a:gd name="T50" fmla="*/ 101 w 149"/>
                <a:gd name="T51" fmla="*/ 11 h 146"/>
                <a:gd name="T52" fmla="*/ 142 w 149"/>
                <a:gd name="T53" fmla="*/ 32 h 146"/>
                <a:gd name="T54" fmla="*/ 141 w 149"/>
                <a:gd name="T55" fmla="*/ 34 h 146"/>
                <a:gd name="T56" fmla="*/ 122 w 149"/>
                <a:gd name="T57" fmla="*/ 95 h 146"/>
                <a:gd name="T58" fmla="*/ 142 w 149"/>
                <a:gd name="T59" fmla="*/ 32 h 146"/>
                <a:gd name="T60" fmla="*/ 145 w 149"/>
                <a:gd name="T61" fmla="*/ 119 h 146"/>
                <a:gd name="T62" fmla="*/ 142 w 149"/>
                <a:gd name="T63" fmla="*/ 106 h 146"/>
                <a:gd name="T64" fmla="*/ 132 w 149"/>
                <a:gd name="T65" fmla="*/ 106 h 146"/>
                <a:gd name="T66" fmla="*/ 145 w 149"/>
                <a:gd name="T67" fmla="*/ 119 h 146"/>
                <a:gd name="T68" fmla="*/ 146 w 149"/>
                <a:gd name="T69" fmla="*/ 103 h 146"/>
                <a:gd name="T70" fmla="*/ 134 w 149"/>
                <a:gd name="T71" fmla="*/ 103 h 146"/>
                <a:gd name="T72" fmla="*/ 146 w 149"/>
                <a:gd name="T73" fmla="*/ 10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9" h="146">
                  <a:moveTo>
                    <a:pt x="61" y="17"/>
                  </a:moveTo>
                  <a:cubicBezTo>
                    <a:pt x="64" y="17"/>
                    <a:pt x="67" y="9"/>
                    <a:pt x="70" y="13"/>
                  </a:cubicBezTo>
                  <a:cubicBezTo>
                    <a:pt x="68" y="15"/>
                    <a:pt x="65" y="17"/>
                    <a:pt x="67" y="22"/>
                  </a:cubicBezTo>
                  <a:cubicBezTo>
                    <a:pt x="78" y="22"/>
                    <a:pt x="72" y="11"/>
                    <a:pt x="71" y="8"/>
                  </a:cubicBezTo>
                  <a:cubicBezTo>
                    <a:pt x="75" y="4"/>
                    <a:pt x="81" y="15"/>
                    <a:pt x="77" y="20"/>
                  </a:cubicBezTo>
                  <a:cubicBezTo>
                    <a:pt x="103" y="0"/>
                    <a:pt x="144" y="7"/>
                    <a:pt x="146" y="39"/>
                  </a:cubicBezTo>
                  <a:cubicBezTo>
                    <a:pt x="148" y="63"/>
                    <a:pt x="123" y="79"/>
                    <a:pt x="125" y="103"/>
                  </a:cubicBezTo>
                  <a:cubicBezTo>
                    <a:pt x="130" y="105"/>
                    <a:pt x="138" y="94"/>
                    <a:pt x="146" y="99"/>
                  </a:cubicBezTo>
                  <a:cubicBezTo>
                    <a:pt x="149" y="104"/>
                    <a:pt x="147" y="114"/>
                    <a:pt x="148" y="120"/>
                  </a:cubicBezTo>
                  <a:cubicBezTo>
                    <a:pt x="142" y="125"/>
                    <a:pt x="135" y="122"/>
                    <a:pt x="129" y="119"/>
                  </a:cubicBezTo>
                  <a:cubicBezTo>
                    <a:pt x="129" y="131"/>
                    <a:pt x="129" y="143"/>
                    <a:pt x="141" y="143"/>
                  </a:cubicBezTo>
                  <a:cubicBezTo>
                    <a:pt x="120" y="146"/>
                    <a:pt x="125" y="125"/>
                    <a:pt x="124" y="108"/>
                  </a:cubicBezTo>
                  <a:cubicBezTo>
                    <a:pt x="123" y="95"/>
                    <a:pt x="118" y="88"/>
                    <a:pt x="121" y="76"/>
                  </a:cubicBezTo>
                  <a:cubicBezTo>
                    <a:pt x="125" y="57"/>
                    <a:pt x="149" y="40"/>
                    <a:pt x="132" y="18"/>
                  </a:cubicBezTo>
                  <a:cubicBezTo>
                    <a:pt x="101" y="5"/>
                    <a:pt x="76" y="33"/>
                    <a:pt x="46" y="31"/>
                  </a:cubicBezTo>
                  <a:cubicBezTo>
                    <a:pt x="31" y="30"/>
                    <a:pt x="16" y="16"/>
                    <a:pt x="0" y="27"/>
                  </a:cubicBezTo>
                  <a:cubicBezTo>
                    <a:pt x="14" y="12"/>
                    <a:pt x="37" y="23"/>
                    <a:pt x="60" y="24"/>
                  </a:cubicBezTo>
                  <a:cubicBezTo>
                    <a:pt x="62" y="22"/>
                    <a:pt x="58" y="15"/>
                    <a:pt x="58" y="11"/>
                  </a:cubicBezTo>
                  <a:cubicBezTo>
                    <a:pt x="61" y="10"/>
                    <a:pt x="64" y="4"/>
                    <a:pt x="68" y="8"/>
                  </a:cubicBezTo>
                  <a:cubicBezTo>
                    <a:pt x="67" y="9"/>
                    <a:pt x="59" y="9"/>
                    <a:pt x="61" y="17"/>
                  </a:cubicBezTo>
                  <a:close/>
                  <a:moveTo>
                    <a:pt x="58" y="27"/>
                  </a:moveTo>
                  <a:cubicBezTo>
                    <a:pt x="49" y="25"/>
                    <a:pt x="41" y="22"/>
                    <a:pt x="31" y="25"/>
                  </a:cubicBezTo>
                  <a:cubicBezTo>
                    <a:pt x="41" y="26"/>
                    <a:pt x="49" y="32"/>
                    <a:pt x="58" y="27"/>
                  </a:cubicBezTo>
                  <a:close/>
                  <a:moveTo>
                    <a:pt x="101" y="11"/>
                  </a:moveTo>
                  <a:cubicBezTo>
                    <a:pt x="98" y="14"/>
                    <a:pt x="85" y="15"/>
                    <a:pt x="88" y="20"/>
                  </a:cubicBezTo>
                  <a:cubicBezTo>
                    <a:pt x="90" y="15"/>
                    <a:pt x="104" y="16"/>
                    <a:pt x="101" y="11"/>
                  </a:cubicBezTo>
                  <a:close/>
                  <a:moveTo>
                    <a:pt x="142" y="32"/>
                  </a:moveTo>
                  <a:cubicBezTo>
                    <a:pt x="140" y="29"/>
                    <a:pt x="138" y="30"/>
                    <a:pt x="141" y="34"/>
                  </a:cubicBezTo>
                  <a:cubicBezTo>
                    <a:pt x="139" y="59"/>
                    <a:pt x="121" y="67"/>
                    <a:pt x="122" y="95"/>
                  </a:cubicBezTo>
                  <a:cubicBezTo>
                    <a:pt x="127" y="73"/>
                    <a:pt x="146" y="59"/>
                    <a:pt x="142" y="32"/>
                  </a:cubicBezTo>
                  <a:close/>
                  <a:moveTo>
                    <a:pt x="145" y="119"/>
                  </a:moveTo>
                  <a:cubicBezTo>
                    <a:pt x="145" y="113"/>
                    <a:pt x="145" y="109"/>
                    <a:pt x="142" y="106"/>
                  </a:cubicBezTo>
                  <a:cubicBezTo>
                    <a:pt x="139" y="106"/>
                    <a:pt x="135" y="106"/>
                    <a:pt x="132" y="106"/>
                  </a:cubicBezTo>
                  <a:cubicBezTo>
                    <a:pt x="126" y="113"/>
                    <a:pt x="134" y="121"/>
                    <a:pt x="145" y="119"/>
                  </a:cubicBezTo>
                  <a:close/>
                  <a:moveTo>
                    <a:pt x="146" y="103"/>
                  </a:moveTo>
                  <a:cubicBezTo>
                    <a:pt x="142" y="100"/>
                    <a:pt x="137" y="100"/>
                    <a:pt x="134" y="103"/>
                  </a:cubicBezTo>
                  <a:cubicBezTo>
                    <a:pt x="139" y="101"/>
                    <a:pt x="144" y="107"/>
                    <a:pt x="146" y="103"/>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32" name="Voľný tvar 50"/>
            <p:cNvSpPr>
              <a:spLocks noEditPoints="1"/>
            </p:cNvSpPr>
            <p:nvPr/>
          </p:nvSpPr>
          <p:spPr bwMode="auto">
            <a:xfrm>
              <a:off x="4162425" y="3359150"/>
              <a:ext cx="334963" cy="309563"/>
            </a:xfrm>
            <a:custGeom>
              <a:avLst/>
              <a:gdLst>
                <a:gd name="T0" fmla="*/ 69 w 149"/>
                <a:gd name="T1" fmla="*/ 3 h 138"/>
                <a:gd name="T2" fmla="*/ 64 w 149"/>
                <a:gd name="T3" fmla="*/ 7 h 138"/>
                <a:gd name="T4" fmla="*/ 70 w 149"/>
                <a:gd name="T5" fmla="*/ 7 h 138"/>
                <a:gd name="T6" fmla="*/ 70 w 149"/>
                <a:gd name="T7" fmla="*/ 3 h 138"/>
                <a:gd name="T8" fmla="*/ 73 w 149"/>
                <a:gd name="T9" fmla="*/ 1 h 138"/>
                <a:gd name="T10" fmla="*/ 147 w 149"/>
                <a:gd name="T11" fmla="*/ 33 h 138"/>
                <a:gd name="T12" fmla="*/ 142 w 149"/>
                <a:gd name="T13" fmla="*/ 91 h 138"/>
                <a:gd name="T14" fmla="*/ 149 w 149"/>
                <a:gd name="T15" fmla="*/ 114 h 138"/>
                <a:gd name="T16" fmla="*/ 130 w 149"/>
                <a:gd name="T17" fmla="*/ 114 h 138"/>
                <a:gd name="T18" fmla="*/ 137 w 149"/>
                <a:gd name="T19" fmla="*/ 138 h 138"/>
                <a:gd name="T20" fmla="*/ 122 w 149"/>
                <a:gd name="T21" fmla="*/ 94 h 138"/>
                <a:gd name="T22" fmla="*/ 129 w 149"/>
                <a:gd name="T23" fmla="*/ 51 h 138"/>
                <a:gd name="T24" fmla="*/ 49 w 149"/>
                <a:gd name="T25" fmla="*/ 26 h 138"/>
                <a:gd name="T26" fmla="*/ 1 w 149"/>
                <a:gd name="T27" fmla="*/ 21 h 138"/>
                <a:gd name="T28" fmla="*/ 39 w 149"/>
                <a:gd name="T29" fmla="*/ 15 h 138"/>
                <a:gd name="T30" fmla="*/ 58 w 149"/>
                <a:gd name="T31" fmla="*/ 5 h 138"/>
                <a:gd name="T32" fmla="*/ 67 w 149"/>
                <a:gd name="T33" fmla="*/ 2 h 138"/>
                <a:gd name="T34" fmla="*/ 60 w 149"/>
                <a:gd name="T35" fmla="*/ 10 h 138"/>
                <a:gd name="T36" fmla="*/ 77 w 149"/>
                <a:gd name="T37" fmla="*/ 14 h 138"/>
                <a:gd name="T38" fmla="*/ 73 w 149"/>
                <a:gd name="T39" fmla="*/ 15 h 138"/>
                <a:gd name="T40" fmla="*/ 68 w 149"/>
                <a:gd name="T41" fmla="*/ 8 h 138"/>
                <a:gd name="T42" fmla="*/ 61 w 149"/>
                <a:gd name="T43" fmla="*/ 12 h 138"/>
                <a:gd name="T44" fmla="*/ 60 w 149"/>
                <a:gd name="T45" fmla="*/ 19 h 138"/>
                <a:gd name="T46" fmla="*/ 7 w 149"/>
                <a:gd name="T47" fmla="*/ 17 h 138"/>
                <a:gd name="T48" fmla="*/ 40 w 149"/>
                <a:gd name="T49" fmla="*/ 17 h 138"/>
                <a:gd name="T50" fmla="*/ 60 w 149"/>
                <a:gd name="T51" fmla="*/ 20 h 138"/>
                <a:gd name="T52" fmla="*/ 31 w 149"/>
                <a:gd name="T53" fmla="*/ 20 h 138"/>
                <a:gd name="T54" fmla="*/ 49 w 149"/>
                <a:gd name="T55" fmla="*/ 24 h 138"/>
                <a:gd name="T56" fmla="*/ 87 w 149"/>
                <a:gd name="T57" fmla="*/ 12 h 138"/>
                <a:gd name="T58" fmla="*/ 77 w 149"/>
                <a:gd name="T59" fmla="*/ 14 h 138"/>
                <a:gd name="T60" fmla="*/ 124 w 149"/>
                <a:gd name="T61" fmla="*/ 97 h 138"/>
                <a:gd name="T62" fmla="*/ 101 w 149"/>
                <a:gd name="T63" fmla="*/ 4 h 138"/>
                <a:gd name="T64" fmla="*/ 89 w 149"/>
                <a:gd name="T65" fmla="*/ 14 h 138"/>
                <a:gd name="T66" fmla="*/ 133 w 149"/>
                <a:gd name="T67" fmla="*/ 12 h 138"/>
                <a:gd name="T68" fmla="*/ 131 w 149"/>
                <a:gd name="T69" fmla="*/ 55 h 138"/>
                <a:gd name="T70" fmla="*/ 140 w 149"/>
                <a:gd name="T71" fmla="*/ 24 h 138"/>
                <a:gd name="T72" fmla="*/ 123 w 149"/>
                <a:gd name="T73" fmla="*/ 89 h 138"/>
                <a:gd name="T74" fmla="*/ 135 w 149"/>
                <a:gd name="T75" fmla="*/ 137 h 138"/>
                <a:gd name="T76" fmla="*/ 141 w 149"/>
                <a:gd name="T77" fmla="*/ 116 h 138"/>
                <a:gd name="T78" fmla="*/ 147 w 149"/>
                <a:gd name="T79" fmla="*/ 98 h 138"/>
                <a:gd name="T80" fmla="*/ 131 w 149"/>
                <a:gd name="T81" fmla="*/ 99 h 138"/>
                <a:gd name="T82" fmla="*/ 146 w 149"/>
                <a:gd name="T83" fmla="*/ 94 h 138"/>
                <a:gd name="T84" fmla="*/ 88 w 149"/>
                <a:gd name="T85" fmla="*/ 12 h 138"/>
                <a:gd name="T86" fmla="*/ 95 w 149"/>
                <a:gd name="T87" fmla="*/ 9 h 138"/>
                <a:gd name="T88" fmla="*/ 40 w 149"/>
                <a:gd name="T89" fmla="*/ 19 h 138"/>
                <a:gd name="T90" fmla="*/ 56 w 149"/>
                <a:gd name="T91" fmla="*/ 21 h 138"/>
                <a:gd name="T92" fmla="*/ 141 w 149"/>
                <a:gd name="T93" fmla="*/ 28 h 138"/>
                <a:gd name="T94" fmla="*/ 131 w 149"/>
                <a:gd name="T95" fmla="*/ 66 h 138"/>
                <a:gd name="T96" fmla="*/ 141 w 149"/>
                <a:gd name="T97" fmla="*/ 97 h 138"/>
                <a:gd name="T98" fmla="*/ 143 w 149"/>
                <a:gd name="T99" fmla="*/ 100 h 138"/>
                <a:gd name="T100" fmla="*/ 130 w 149"/>
                <a:gd name="T101" fmla="*/ 108 h 138"/>
                <a:gd name="T102" fmla="*/ 131 w 149"/>
                <a:gd name="T103" fmla="*/ 107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9" h="138">
                  <a:moveTo>
                    <a:pt x="65" y="0"/>
                  </a:moveTo>
                  <a:cubicBezTo>
                    <a:pt x="66" y="0"/>
                    <a:pt x="68" y="1"/>
                    <a:pt x="69" y="2"/>
                  </a:cubicBezTo>
                  <a:cubicBezTo>
                    <a:pt x="69" y="2"/>
                    <a:pt x="69" y="2"/>
                    <a:pt x="69" y="2"/>
                  </a:cubicBezTo>
                  <a:cubicBezTo>
                    <a:pt x="69" y="3"/>
                    <a:pt x="69" y="3"/>
                    <a:pt x="69" y="3"/>
                  </a:cubicBezTo>
                  <a:cubicBezTo>
                    <a:pt x="68" y="3"/>
                    <a:pt x="68" y="3"/>
                    <a:pt x="67" y="4"/>
                  </a:cubicBezTo>
                  <a:cubicBezTo>
                    <a:pt x="65" y="4"/>
                    <a:pt x="63" y="4"/>
                    <a:pt x="62" y="6"/>
                  </a:cubicBezTo>
                  <a:cubicBezTo>
                    <a:pt x="62" y="7"/>
                    <a:pt x="61" y="8"/>
                    <a:pt x="62" y="10"/>
                  </a:cubicBezTo>
                  <a:cubicBezTo>
                    <a:pt x="63" y="9"/>
                    <a:pt x="63" y="8"/>
                    <a:pt x="64" y="7"/>
                  </a:cubicBezTo>
                  <a:cubicBezTo>
                    <a:pt x="66" y="6"/>
                    <a:pt x="67" y="5"/>
                    <a:pt x="68" y="5"/>
                  </a:cubicBezTo>
                  <a:cubicBezTo>
                    <a:pt x="69" y="5"/>
                    <a:pt x="70" y="5"/>
                    <a:pt x="70" y="6"/>
                  </a:cubicBezTo>
                  <a:cubicBezTo>
                    <a:pt x="71" y="6"/>
                    <a:pt x="71" y="6"/>
                    <a:pt x="71" y="6"/>
                  </a:cubicBezTo>
                  <a:cubicBezTo>
                    <a:pt x="70" y="7"/>
                    <a:pt x="70" y="7"/>
                    <a:pt x="70" y="7"/>
                  </a:cubicBezTo>
                  <a:cubicBezTo>
                    <a:pt x="70" y="8"/>
                    <a:pt x="69" y="8"/>
                    <a:pt x="69" y="9"/>
                  </a:cubicBezTo>
                  <a:cubicBezTo>
                    <a:pt x="68" y="11"/>
                    <a:pt x="67" y="12"/>
                    <a:pt x="67" y="16"/>
                  </a:cubicBezTo>
                  <a:cubicBezTo>
                    <a:pt x="70" y="16"/>
                    <a:pt x="71" y="15"/>
                    <a:pt x="72" y="14"/>
                  </a:cubicBezTo>
                  <a:cubicBezTo>
                    <a:pt x="74" y="11"/>
                    <a:pt x="71" y="5"/>
                    <a:pt x="70" y="3"/>
                  </a:cubicBezTo>
                  <a:cubicBezTo>
                    <a:pt x="70" y="2"/>
                    <a:pt x="70" y="2"/>
                    <a:pt x="70" y="2"/>
                  </a:cubicBezTo>
                  <a:cubicBezTo>
                    <a:pt x="71" y="2"/>
                    <a:pt x="71" y="2"/>
                    <a:pt x="71" y="2"/>
                  </a:cubicBezTo>
                  <a:cubicBezTo>
                    <a:pt x="71" y="1"/>
                    <a:pt x="72" y="1"/>
                    <a:pt x="73" y="1"/>
                  </a:cubicBezTo>
                  <a:cubicBezTo>
                    <a:pt x="73" y="1"/>
                    <a:pt x="73" y="1"/>
                    <a:pt x="73" y="1"/>
                  </a:cubicBezTo>
                  <a:cubicBezTo>
                    <a:pt x="75" y="1"/>
                    <a:pt x="77" y="3"/>
                    <a:pt x="78" y="5"/>
                  </a:cubicBezTo>
                  <a:cubicBezTo>
                    <a:pt x="79" y="7"/>
                    <a:pt x="79" y="9"/>
                    <a:pt x="79" y="11"/>
                  </a:cubicBezTo>
                  <a:cubicBezTo>
                    <a:pt x="88" y="5"/>
                    <a:pt x="99" y="2"/>
                    <a:pt x="110" y="2"/>
                  </a:cubicBezTo>
                  <a:cubicBezTo>
                    <a:pt x="131" y="2"/>
                    <a:pt x="145" y="14"/>
                    <a:pt x="147" y="33"/>
                  </a:cubicBezTo>
                  <a:cubicBezTo>
                    <a:pt x="148" y="45"/>
                    <a:pt x="142" y="55"/>
                    <a:pt x="137" y="65"/>
                  </a:cubicBezTo>
                  <a:cubicBezTo>
                    <a:pt x="131" y="75"/>
                    <a:pt x="125" y="85"/>
                    <a:pt x="126" y="97"/>
                  </a:cubicBezTo>
                  <a:cubicBezTo>
                    <a:pt x="127" y="97"/>
                    <a:pt x="130" y="96"/>
                    <a:pt x="132" y="95"/>
                  </a:cubicBezTo>
                  <a:cubicBezTo>
                    <a:pt x="135" y="93"/>
                    <a:pt x="138" y="91"/>
                    <a:pt x="142" y="91"/>
                  </a:cubicBezTo>
                  <a:cubicBezTo>
                    <a:pt x="144" y="91"/>
                    <a:pt x="145" y="92"/>
                    <a:pt x="147" y="93"/>
                  </a:cubicBezTo>
                  <a:cubicBezTo>
                    <a:pt x="147" y="93"/>
                    <a:pt x="147" y="93"/>
                    <a:pt x="147" y="93"/>
                  </a:cubicBezTo>
                  <a:cubicBezTo>
                    <a:pt x="149" y="96"/>
                    <a:pt x="149" y="101"/>
                    <a:pt x="149" y="106"/>
                  </a:cubicBezTo>
                  <a:cubicBezTo>
                    <a:pt x="148" y="109"/>
                    <a:pt x="148" y="112"/>
                    <a:pt x="149" y="114"/>
                  </a:cubicBezTo>
                  <a:cubicBezTo>
                    <a:pt x="149" y="115"/>
                    <a:pt x="149" y="115"/>
                    <a:pt x="149" y="115"/>
                  </a:cubicBezTo>
                  <a:cubicBezTo>
                    <a:pt x="148" y="115"/>
                    <a:pt x="148" y="115"/>
                    <a:pt x="148" y="115"/>
                  </a:cubicBezTo>
                  <a:cubicBezTo>
                    <a:pt x="146" y="117"/>
                    <a:pt x="143" y="118"/>
                    <a:pt x="141" y="118"/>
                  </a:cubicBezTo>
                  <a:cubicBezTo>
                    <a:pt x="137" y="118"/>
                    <a:pt x="134" y="116"/>
                    <a:pt x="130" y="114"/>
                  </a:cubicBezTo>
                  <a:cubicBezTo>
                    <a:pt x="130" y="115"/>
                    <a:pt x="130" y="115"/>
                    <a:pt x="130" y="115"/>
                  </a:cubicBezTo>
                  <a:cubicBezTo>
                    <a:pt x="130" y="126"/>
                    <a:pt x="130" y="136"/>
                    <a:pt x="141" y="136"/>
                  </a:cubicBezTo>
                  <a:cubicBezTo>
                    <a:pt x="141" y="138"/>
                    <a:pt x="141" y="138"/>
                    <a:pt x="141" y="138"/>
                  </a:cubicBezTo>
                  <a:cubicBezTo>
                    <a:pt x="139" y="138"/>
                    <a:pt x="138" y="138"/>
                    <a:pt x="137" y="138"/>
                  </a:cubicBezTo>
                  <a:cubicBezTo>
                    <a:pt x="123" y="138"/>
                    <a:pt x="123" y="125"/>
                    <a:pt x="123" y="112"/>
                  </a:cubicBezTo>
                  <a:cubicBezTo>
                    <a:pt x="123" y="108"/>
                    <a:pt x="123" y="105"/>
                    <a:pt x="123" y="102"/>
                  </a:cubicBezTo>
                  <a:cubicBezTo>
                    <a:pt x="123" y="99"/>
                    <a:pt x="122" y="96"/>
                    <a:pt x="122" y="94"/>
                  </a:cubicBezTo>
                  <a:cubicBezTo>
                    <a:pt x="122" y="94"/>
                    <a:pt x="122" y="94"/>
                    <a:pt x="122" y="94"/>
                  </a:cubicBezTo>
                  <a:cubicBezTo>
                    <a:pt x="122" y="93"/>
                    <a:pt x="122" y="93"/>
                    <a:pt x="122" y="93"/>
                  </a:cubicBezTo>
                  <a:cubicBezTo>
                    <a:pt x="121" y="92"/>
                    <a:pt x="121" y="91"/>
                    <a:pt x="121" y="90"/>
                  </a:cubicBezTo>
                  <a:cubicBezTo>
                    <a:pt x="120" y="84"/>
                    <a:pt x="118" y="78"/>
                    <a:pt x="120" y="70"/>
                  </a:cubicBezTo>
                  <a:cubicBezTo>
                    <a:pt x="122" y="64"/>
                    <a:pt x="125" y="57"/>
                    <a:pt x="129" y="51"/>
                  </a:cubicBezTo>
                  <a:cubicBezTo>
                    <a:pt x="136" y="39"/>
                    <a:pt x="143" y="27"/>
                    <a:pt x="132" y="13"/>
                  </a:cubicBezTo>
                  <a:cubicBezTo>
                    <a:pt x="126" y="11"/>
                    <a:pt x="121" y="10"/>
                    <a:pt x="115" y="10"/>
                  </a:cubicBezTo>
                  <a:cubicBezTo>
                    <a:pt x="104" y="10"/>
                    <a:pt x="93" y="14"/>
                    <a:pt x="83" y="18"/>
                  </a:cubicBezTo>
                  <a:cubicBezTo>
                    <a:pt x="72" y="22"/>
                    <a:pt x="61" y="26"/>
                    <a:pt x="49" y="26"/>
                  </a:cubicBezTo>
                  <a:cubicBezTo>
                    <a:pt x="48" y="26"/>
                    <a:pt x="47" y="26"/>
                    <a:pt x="45" y="26"/>
                  </a:cubicBezTo>
                  <a:cubicBezTo>
                    <a:pt x="40" y="25"/>
                    <a:pt x="35" y="23"/>
                    <a:pt x="30" y="22"/>
                  </a:cubicBezTo>
                  <a:cubicBezTo>
                    <a:pt x="25" y="19"/>
                    <a:pt x="19" y="17"/>
                    <a:pt x="13" y="17"/>
                  </a:cubicBezTo>
                  <a:cubicBezTo>
                    <a:pt x="9" y="17"/>
                    <a:pt x="4" y="19"/>
                    <a:pt x="1" y="21"/>
                  </a:cubicBezTo>
                  <a:cubicBezTo>
                    <a:pt x="0" y="20"/>
                    <a:pt x="0" y="20"/>
                    <a:pt x="0" y="20"/>
                  </a:cubicBezTo>
                  <a:cubicBezTo>
                    <a:pt x="5" y="15"/>
                    <a:pt x="11" y="13"/>
                    <a:pt x="20" y="13"/>
                  </a:cubicBezTo>
                  <a:cubicBezTo>
                    <a:pt x="20" y="13"/>
                    <a:pt x="20" y="13"/>
                    <a:pt x="20" y="13"/>
                  </a:cubicBezTo>
                  <a:cubicBezTo>
                    <a:pt x="26" y="13"/>
                    <a:pt x="33" y="14"/>
                    <a:pt x="39" y="15"/>
                  </a:cubicBezTo>
                  <a:cubicBezTo>
                    <a:pt x="46" y="16"/>
                    <a:pt x="53" y="17"/>
                    <a:pt x="59" y="17"/>
                  </a:cubicBezTo>
                  <a:cubicBezTo>
                    <a:pt x="61" y="16"/>
                    <a:pt x="60" y="13"/>
                    <a:pt x="59" y="10"/>
                  </a:cubicBezTo>
                  <a:cubicBezTo>
                    <a:pt x="58" y="8"/>
                    <a:pt x="58" y="7"/>
                    <a:pt x="58" y="5"/>
                  </a:cubicBezTo>
                  <a:cubicBezTo>
                    <a:pt x="58" y="5"/>
                    <a:pt x="58" y="5"/>
                    <a:pt x="58" y="5"/>
                  </a:cubicBezTo>
                  <a:cubicBezTo>
                    <a:pt x="58" y="4"/>
                    <a:pt x="58" y="4"/>
                    <a:pt x="58" y="4"/>
                  </a:cubicBezTo>
                  <a:cubicBezTo>
                    <a:pt x="59" y="4"/>
                    <a:pt x="59" y="3"/>
                    <a:pt x="60" y="3"/>
                  </a:cubicBezTo>
                  <a:cubicBezTo>
                    <a:pt x="62" y="1"/>
                    <a:pt x="63" y="0"/>
                    <a:pt x="65" y="0"/>
                  </a:cubicBezTo>
                  <a:close/>
                  <a:moveTo>
                    <a:pt x="67" y="2"/>
                  </a:moveTo>
                  <a:cubicBezTo>
                    <a:pt x="65" y="1"/>
                    <a:pt x="63" y="2"/>
                    <a:pt x="61" y="4"/>
                  </a:cubicBezTo>
                  <a:cubicBezTo>
                    <a:pt x="60" y="4"/>
                    <a:pt x="60" y="5"/>
                    <a:pt x="59" y="5"/>
                  </a:cubicBezTo>
                  <a:cubicBezTo>
                    <a:pt x="59" y="7"/>
                    <a:pt x="60" y="8"/>
                    <a:pt x="60" y="10"/>
                  </a:cubicBezTo>
                  <a:cubicBezTo>
                    <a:pt x="60" y="10"/>
                    <a:pt x="60" y="10"/>
                    <a:pt x="60" y="10"/>
                  </a:cubicBezTo>
                  <a:cubicBezTo>
                    <a:pt x="60" y="8"/>
                    <a:pt x="60" y="7"/>
                    <a:pt x="61" y="5"/>
                  </a:cubicBezTo>
                  <a:cubicBezTo>
                    <a:pt x="62" y="3"/>
                    <a:pt x="65" y="3"/>
                    <a:pt x="66" y="2"/>
                  </a:cubicBezTo>
                  <a:cubicBezTo>
                    <a:pt x="66" y="2"/>
                    <a:pt x="67" y="2"/>
                    <a:pt x="67" y="2"/>
                  </a:cubicBezTo>
                  <a:close/>
                  <a:moveTo>
                    <a:pt x="77" y="14"/>
                  </a:moveTo>
                  <a:cubicBezTo>
                    <a:pt x="76" y="13"/>
                    <a:pt x="76" y="13"/>
                    <a:pt x="76" y="13"/>
                  </a:cubicBezTo>
                  <a:cubicBezTo>
                    <a:pt x="78" y="11"/>
                    <a:pt x="78" y="8"/>
                    <a:pt x="77" y="6"/>
                  </a:cubicBezTo>
                  <a:cubicBezTo>
                    <a:pt x="75" y="3"/>
                    <a:pt x="73" y="1"/>
                    <a:pt x="72" y="2"/>
                  </a:cubicBezTo>
                  <a:cubicBezTo>
                    <a:pt x="73" y="5"/>
                    <a:pt x="76" y="11"/>
                    <a:pt x="73" y="15"/>
                  </a:cubicBezTo>
                  <a:cubicBezTo>
                    <a:pt x="72" y="16"/>
                    <a:pt x="70" y="17"/>
                    <a:pt x="67" y="17"/>
                  </a:cubicBezTo>
                  <a:cubicBezTo>
                    <a:pt x="66" y="17"/>
                    <a:pt x="66" y="17"/>
                    <a:pt x="66" y="17"/>
                  </a:cubicBezTo>
                  <a:cubicBezTo>
                    <a:pt x="66" y="17"/>
                    <a:pt x="66" y="17"/>
                    <a:pt x="66" y="17"/>
                  </a:cubicBezTo>
                  <a:cubicBezTo>
                    <a:pt x="65" y="12"/>
                    <a:pt x="66" y="10"/>
                    <a:pt x="68" y="8"/>
                  </a:cubicBezTo>
                  <a:cubicBezTo>
                    <a:pt x="68" y="8"/>
                    <a:pt x="68" y="7"/>
                    <a:pt x="69" y="7"/>
                  </a:cubicBezTo>
                  <a:cubicBezTo>
                    <a:pt x="69" y="6"/>
                    <a:pt x="68" y="6"/>
                    <a:pt x="68" y="6"/>
                  </a:cubicBezTo>
                  <a:cubicBezTo>
                    <a:pt x="67" y="6"/>
                    <a:pt x="66" y="7"/>
                    <a:pt x="65" y="8"/>
                  </a:cubicBezTo>
                  <a:cubicBezTo>
                    <a:pt x="64" y="10"/>
                    <a:pt x="63" y="11"/>
                    <a:pt x="61" y="12"/>
                  </a:cubicBezTo>
                  <a:cubicBezTo>
                    <a:pt x="61" y="12"/>
                    <a:pt x="61" y="12"/>
                    <a:pt x="61" y="12"/>
                  </a:cubicBezTo>
                  <a:cubicBezTo>
                    <a:pt x="61" y="14"/>
                    <a:pt x="62" y="17"/>
                    <a:pt x="60" y="18"/>
                  </a:cubicBezTo>
                  <a:cubicBezTo>
                    <a:pt x="60" y="19"/>
                    <a:pt x="60" y="19"/>
                    <a:pt x="60" y="19"/>
                  </a:cubicBezTo>
                  <a:cubicBezTo>
                    <a:pt x="60" y="19"/>
                    <a:pt x="60" y="19"/>
                    <a:pt x="60" y="19"/>
                  </a:cubicBezTo>
                  <a:cubicBezTo>
                    <a:pt x="53" y="18"/>
                    <a:pt x="46" y="17"/>
                    <a:pt x="39" y="16"/>
                  </a:cubicBezTo>
                  <a:cubicBezTo>
                    <a:pt x="32" y="15"/>
                    <a:pt x="26" y="14"/>
                    <a:pt x="20" y="14"/>
                  </a:cubicBezTo>
                  <a:cubicBezTo>
                    <a:pt x="20" y="14"/>
                    <a:pt x="20" y="14"/>
                    <a:pt x="20" y="14"/>
                  </a:cubicBezTo>
                  <a:cubicBezTo>
                    <a:pt x="15" y="14"/>
                    <a:pt x="11" y="15"/>
                    <a:pt x="7" y="17"/>
                  </a:cubicBezTo>
                  <a:cubicBezTo>
                    <a:pt x="9" y="16"/>
                    <a:pt x="11" y="16"/>
                    <a:pt x="13" y="16"/>
                  </a:cubicBezTo>
                  <a:cubicBezTo>
                    <a:pt x="18" y="16"/>
                    <a:pt x="24" y="18"/>
                    <a:pt x="29" y="19"/>
                  </a:cubicBezTo>
                  <a:cubicBezTo>
                    <a:pt x="31" y="19"/>
                    <a:pt x="31" y="19"/>
                    <a:pt x="31" y="19"/>
                  </a:cubicBezTo>
                  <a:cubicBezTo>
                    <a:pt x="34" y="18"/>
                    <a:pt x="37" y="17"/>
                    <a:pt x="40" y="17"/>
                  </a:cubicBezTo>
                  <a:cubicBezTo>
                    <a:pt x="40" y="17"/>
                    <a:pt x="40" y="17"/>
                    <a:pt x="40" y="17"/>
                  </a:cubicBezTo>
                  <a:cubicBezTo>
                    <a:pt x="45" y="17"/>
                    <a:pt x="49" y="18"/>
                    <a:pt x="54" y="19"/>
                  </a:cubicBezTo>
                  <a:cubicBezTo>
                    <a:pt x="55" y="19"/>
                    <a:pt x="57" y="20"/>
                    <a:pt x="58" y="20"/>
                  </a:cubicBezTo>
                  <a:cubicBezTo>
                    <a:pt x="60" y="20"/>
                    <a:pt x="60" y="20"/>
                    <a:pt x="60" y="20"/>
                  </a:cubicBezTo>
                  <a:cubicBezTo>
                    <a:pt x="59" y="21"/>
                    <a:pt x="59" y="21"/>
                    <a:pt x="59" y="21"/>
                  </a:cubicBezTo>
                  <a:cubicBezTo>
                    <a:pt x="56" y="23"/>
                    <a:pt x="53" y="24"/>
                    <a:pt x="50" y="24"/>
                  </a:cubicBezTo>
                  <a:cubicBezTo>
                    <a:pt x="47" y="24"/>
                    <a:pt x="43" y="23"/>
                    <a:pt x="40" y="22"/>
                  </a:cubicBezTo>
                  <a:cubicBezTo>
                    <a:pt x="37" y="21"/>
                    <a:pt x="34" y="20"/>
                    <a:pt x="31" y="20"/>
                  </a:cubicBezTo>
                  <a:cubicBezTo>
                    <a:pt x="30" y="20"/>
                    <a:pt x="30" y="20"/>
                    <a:pt x="30" y="20"/>
                  </a:cubicBezTo>
                  <a:cubicBezTo>
                    <a:pt x="30" y="20"/>
                    <a:pt x="31" y="20"/>
                    <a:pt x="31" y="20"/>
                  </a:cubicBezTo>
                  <a:cubicBezTo>
                    <a:pt x="36" y="22"/>
                    <a:pt x="41" y="24"/>
                    <a:pt x="46" y="24"/>
                  </a:cubicBezTo>
                  <a:cubicBezTo>
                    <a:pt x="47" y="24"/>
                    <a:pt x="48" y="24"/>
                    <a:pt x="49" y="24"/>
                  </a:cubicBezTo>
                  <a:cubicBezTo>
                    <a:pt x="61" y="24"/>
                    <a:pt x="72" y="20"/>
                    <a:pt x="82" y="16"/>
                  </a:cubicBezTo>
                  <a:cubicBezTo>
                    <a:pt x="84" y="16"/>
                    <a:pt x="86" y="15"/>
                    <a:pt x="88" y="14"/>
                  </a:cubicBezTo>
                  <a:cubicBezTo>
                    <a:pt x="88" y="14"/>
                    <a:pt x="88" y="14"/>
                    <a:pt x="88" y="14"/>
                  </a:cubicBezTo>
                  <a:cubicBezTo>
                    <a:pt x="87" y="13"/>
                    <a:pt x="87" y="12"/>
                    <a:pt x="87" y="12"/>
                  </a:cubicBezTo>
                  <a:cubicBezTo>
                    <a:pt x="88" y="10"/>
                    <a:pt x="91" y="9"/>
                    <a:pt x="94" y="7"/>
                  </a:cubicBezTo>
                  <a:cubicBezTo>
                    <a:pt x="97" y="7"/>
                    <a:pt x="99" y="6"/>
                    <a:pt x="100" y="5"/>
                  </a:cubicBezTo>
                  <a:cubicBezTo>
                    <a:pt x="101" y="4"/>
                    <a:pt x="101" y="4"/>
                    <a:pt x="101" y="4"/>
                  </a:cubicBezTo>
                  <a:cubicBezTo>
                    <a:pt x="92" y="6"/>
                    <a:pt x="84" y="9"/>
                    <a:pt x="77" y="14"/>
                  </a:cubicBezTo>
                  <a:close/>
                  <a:moveTo>
                    <a:pt x="126" y="98"/>
                  </a:moveTo>
                  <a:cubicBezTo>
                    <a:pt x="126" y="98"/>
                    <a:pt x="125" y="98"/>
                    <a:pt x="125" y="98"/>
                  </a:cubicBezTo>
                  <a:cubicBezTo>
                    <a:pt x="124" y="98"/>
                    <a:pt x="124" y="98"/>
                    <a:pt x="124" y="98"/>
                  </a:cubicBezTo>
                  <a:cubicBezTo>
                    <a:pt x="124" y="97"/>
                    <a:pt x="124" y="97"/>
                    <a:pt x="124" y="97"/>
                  </a:cubicBezTo>
                  <a:cubicBezTo>
                    <a:pt x="123" y="85"/>
                    <a:pt x="129" y="74"/>
                    <a:pt x="135" y="64"/>
                  </a:cubicBezTo>
                  <a:cubicBezTo>
                    <a:pt x="141" y="54"/>
                    <a:pt x="147" y="45"/>
                    <a:pt x="146" y="34"/>
                  </a:cubicBezTo>
                  <a:cubicBezTo>
                    <a:pt x="144" y="15"/>
                    <a:pt x="130" y="4"/>
                    <a:pt x="110" y="4"/>
                  </a:cubicBezTo>
                  <a:cubicBezTo>
                    <a:pt x="107" y="4"/>
                    <a:pt x="104" y="4"/>
                    <a:pt x="101" y="4"/>
                  </a:cubicBezTo>
                  <a:cubicBezTo>
                    <a:pt x="102" y="5"/>
                    <a:pt x="102" y="5"/>
                    <a:pt x="102" y="5"/>
                  </a:cubicBezTo>
                  <a:cubicBezTo>
                    <a:pt x="102" y="6"/>
                    <a:pt x="102" y="6"/>
                    <a:pt x="102" y="7"/>
                  </a:cubicBezTo>
                  <a:cubicBezTo>
                    <a:pt x="101" y="9"/>
                    <a:pt x="99" y="10"/>
                    <a:pt x="96" y="11"/>
                  </a:cubicBezTo>
                  <a:cubicBezTo>
                    <a:pt x="93" y="11"/>
                    <a:pt x="90" y="12"/>
                    <a:pt x="89" y="14"/>
                  </a:cubicBezTo>
                  <a:cubicBezTo>
                    <a:pt x="97" y="11"/>
                    <a:pt x="106" y="8"/>
                    <a:pt x="115" y="8"/>
                  </a:cubicBezTo>
                  <a:cubicBezTo>
                    <a:pt x="121" y="8"/>
                    <a:pt x="127" y="9"/>
                    <a:pt x="132" y="12"/>
                  </a:cubicBezTo>
                  <a:cubicBezTo>
                    <a:pt x="133" y="12"/>
                    <a:pt x="133" y="12"/>
                    <a:pt x="133" y="12"/>
                  </a:cubicBezTo>
                  <a:cubicBezTo>
                    <a:pt x="133" y="12"/>
                    <a:pt x="133" y="12"/>
                    <a:pt x="133" y="12"/>
                  </a:cubicBezTo>
                  <a:cubicBezTo>
                    <a:pt x="145" y="27"/>
                    <a:pt x="137" y="40"/>
                    <a:pt x="130" y="52"/>
                  </a:cubicBezTo>
                  <a:cubicBezTo>
                    <a:pt x="126" y="58"/>
                    <a:pt x="123" y="64"/>
                    <a:pt x="122" y="71"/>
                  </a:cubicBezTo>
                  <a:cubicBezTo>
                    <a:pt x="120" y="76"/>
                    <a:pt x="121" y="80"/>
                    <a:pt x="121" y="84"/>
                  </a:cubicBezTo>
                  <a:cubicBezTo>
                    <a:pt x="122" y="72"/>
                    <a:pt x="126" y="63"/>
                    <a:pt x="131" y="55"/>
                  </a:cubicBezTo>
                  <a:cubicBezTo>
                    <a:pt x="135" y="47"/>
                    <a:pt x="139" y="39"/>
                    <a:pt x="140" y="28"/>
                  </a:cubicBezTo>
                  <a:cubicBezTo>
                    <a:pt x="139" y="27"/>
                    <a:pt x="138" y="25"/>
                    <a:pt x="139" y="24"/>
                  </a:cubicBezTo>
                  <a:cubicBezTo>
                    <a:pt x="139" y="24"/>
                    <a:pt x="139" y="24"/>
                    <a:pt x="140" y="24"/>
                  </a:cubicBezTo>
                  <a:cubicBezTo>
                    <a:pt x="140" y="24"/>
                    <a:pt x="140" y="24"/>
                    <a:pt x="140" y="24"/>
                  </a:cubicBezTo>
                  <a:cubicBezTo>
                    <a:pt x="141" y="24"/>
                    <a:pt x="142" y="24"/>
                    <a:pt x="143" y="26"/>
                  </a:cubicBezTo>
                  <a:cubicBezTo>
                    <a:pt x="143" y="26"/>
                    <a:pt x="143" y="26"/>
                    <a:pt x="143" y="26"/>
                  </a:cubicBezTo>
                  <a:cubicBezTo>
                    <a:pt x="145" y="43"/>
                    <a:pt x="139" y="55"/>
                    <a:pt x="133" y="66"/>
                  </a:cubicBezTo>
                  <a:cubicBezTo>
                    <a:pt x="129" y="73"/>
                    <a:pt x="125" y="81"/>
                    <a:pt x="123" y="89"/>
                  </a:cubicBezTo>
                  <a:cubicBezTo>
                    <a:pt x="123" y="90"/>
                    <a:pt x="123" y="90"/>
                    <a:pt x="123" y="90"/>
                  </a:cubicBezTo>
                  <a:cubicBezTo>
                    <a:pt x="123" y="94"/>
                    <a:pt x="124" y="97"/>
                    <a:pt x="124" y="102"/>
                  </a:cubicBezTo>
                  <a:cubicBezTo>
                    <a:pt x="125" y="105"/>
                    <a:pt x="125" y="108"/>
                    <a:pt x="125" y="112"/>
                  </a:cubicBezTo>
                  <a:cubicBezTo>
                    <a:pt x="125" y="124"/>
                    <a:pt x="125" y="135"/>
                    <a:pt x="135" y="137"/>
                  </a:cubicBezTo>
                  <a:cubicBezTo>
                    <a:pt x="129" y="133"/>
                    <a:pt x="129" y="124"/>
                    <a:pt x="129" y="115"/>
                  </a:cubicBezTo>
                  <a:cubicBezTo>
                    <a:pt x="129" y="112"/>
                    <a:pt x="129" y="112"/>
                    <a:pt x="129" y="112"/>
                  </a:cubicBezTo>
                  <a:cubicBezTo>
                    <a:pt x="130" y="112"/>
                    <a:pt x="130" y="112"/>
                    <a:pt x="130" y="112"/>
                  </a:cubicBezTo>
                  <a:cubicBezTo>
                    <a:pt x="133" y="115"/>
                    <a:pt x="137" y="116"/>
                    <a:pt x="141" y="116"/>
                  </a:cubicBezTo>
                  <a:cubicBezTo>
                    <a:pt x="143" y="116"/>
                    <a:pt x="145" y="115"/>
                    <a:pt x="147" y="114"/>
                  </a:cubicBezTo>
                  <a:cubicBezTo>
                    <a:pt x="147" y="112"/>
                    <a:pt x="147" y="109"/>
                    <a:pt x="147" y="106"/>
                  </a:cubicBezTo>
                  <a:cubicBezTo>
                    <a:pt x="147" y="103"/>
                    <a:pt x="147" y="100"/>
                    <a:pt x="147" y="98"/>
                  </a:cubicBezTo>
                  <a:cubicBezTo>
                    <a:pt x="147" y="98"/>
                    <a:pt x="147" y="98"/>
                    <a:pt x="147" y="98"/>
                  </a:cubicBezTo>
                  <a:cubicBezTo>
                    <a:pt x="146" y="99"/>
                    <a:pt x="145" y="99"/>
                    <a:pt x="144" y="99"/>
                  </a:cubicBezTo>
                  <a:cubicBezTo>
                    <a:pt x="143" y="99"/>
                    <a:pt x="142" y="99"/>
                    <a:pt x="141" y="99"/>
                  </a:cubicBezTo>
                  <a:cubicBezTo>
                    <a:pt x="138" y="98"/>
                    <a:pt x="136" y="97"/>
                    <a:pt x="134" y="98"/>
                  </a:cubicBezTo>
                  <a:cubicBezTo>
                    <a:pt x="131" y="99"/>
                    <a:pt x="131" y="99"/>
                    <a:pt x="131" y="99"/>
                  </a:cubicBezTo>
                  <a:cubicBezTo>
                    <a:pt x="133" y="97"/>
                    <a:pt x="133" y="97"/>
                    <a:pt x="133" y="97"/>
                  </a:cubicBezTo>
                  <a:cubicBezTo>
                    <a:pt x="137" y="93"/>
                    <a:pt x="142" y="93"/>
                    <a:pt x="147" y="97"/>
                  </a:cubicBezTo>
                  <a:cubicBezTo>
                    <a:pt x="147" y="97"/>
                    <a:pt x="147" y="97"/>
                    <a:pt x="147" y="97"/>
                  </a:cubicBezTo>
                  <a:cubicBezTo>
                    <a:pt x="147" y="96"/>
                    <a:pt x="146" y="95"/>
                    <a:pt x="146" y="94"/>
                  </a:cubicBezTo>
                  <a:cubicBezTo>
                    <a:pt x="145" y="93"/>
                    <a:pt x="143" y="93"/>
                    <a:pt x="142" y="93"/>
                  </a:cubicBezTo>
                  <a:cubicBezTo>
                    <a:pt x="139" y="93"/>
                    <a:pt x="136" y="94"/>
                    <a:pt x="133" y="96"/>
                  </a:cubicBezTo>
                  <a:cubicBezTo>
                    <a:pt x="130" y="97"/>
                    <a:pt x="128" y="98"/>
                    <a:pt x="126" y="98"/>
                  </a:cubicBezTo>
                  <a:close/>
                  <a:moveTo>
                    <a:pt x="88" y="12"/>
                  </a:moveTo>
                  <a:cubicBezTo>
                    <a:pt x="90" y="11"/>
                    <a:pt x="93" y="10"/>
                    <a:pt x="95" y="9"/>
                  </a:cubicBezTo>
                  <a:cubicBezTo>
                    <a:pt x="98" y="8"/>
                    <a:pt x="100" y="8"/>
                    <a:pt x="101" y="7"/>
                  </a:cubicBezTo>
                  <a:cubicBezTo>
                    <a:pt x="101" y="7"/>
                    <a:pt x="101" y="6"/>
                    <a:pt x="101" y="6"/>
                  </a:cubicBezTo>
                  <a:cubicBezTo>
                    <a:pt x="99" y="7"/>
                    <a:pt x="97" y="8"/>
                    <a:pt x="95" y="9"/>
                  </a:cubicBezTo>
                  <a:cubicBezTo>
                    <a:pt x="92" y="10"/>
                    <a:pt x="89" y="11"/>
                    <a:pt x="88" y="12"/>
                  </a:cubicBezTo>
                  <a:close/>
                  <a:moveTo>
                    <a:pt x="56" y="21"/>
                  </a:moveTo>
                  <a:cubicBezTo>
                    <a:pt x="55" y="21"/>
                    <a:pt x="54" y="21"/>
                    <a:pt x="53" y="20"/>
                  </a:cubicBezTo>
                  <a:cubicBezTo>
                    <a:pt x="49" y="19"/>
                    <a:pt x="45" y="19"/>
                    <a:pt x="40" y="19"/>
                  </a:cubicBezTo>
                  <a:cubicBezTo>
                    <a:pt x="39" y="19"/>
                    <a:pt x="37" y="19"/>
                    <a:pt x="35" y="19"/>
                  </a:cubicBezTo>
                  <a:cubicBezTo>
                    <a:pt x="37" y="20"/>
                    <a:pt x="38" y="20"/>
                    <a:pt x="40" y="20"/>
                  </a:cubicBezTo>
                  <a:cubicBezTo>
                    <a:pt x="44" y="21"/>
                    <a:pt x="47" y="22"/>
                    <a:pt x="50" y="22"/>
                  </a:cubicBezTo>
                  <a:cubicBezTo>
                    <a:pt x="52" y="22"/>
                    <a:pt x="54" y="22"/>
                    <a:pt x="56" y="21"/>
                  </a:cubicBezTo>
                  <a:close/>
                  <a:moveTo>
                    <a:pt x="141" y="27"/>
                  </a:moveTo>
                  <a:cubicBezTo>
                    <a:pt x="141" y="26"/>
                    <a:pt x="141" y="26"/>
                    <a:pt x="140" y="25"/>
                  </a:cubicBezTo>
                  <a:cubicBezTo>
                    <a:pt x="141" y="26"/>
                    <a:pt x="141" y="27"/>
                    <a:pt x="141" y="27"/>
                  </a:cubicBezTo>
                  <a:cubicBezTo>
                    <a:pt x="141" y="28"/>
                    <a:pt x="141" y="28"/>
                    <a:pt x="141" y="28"/>
                  </a:cubicBezTo>
                  <a:cubicBezTo>
                    <a:pt x="141" y="28"/>
                    <a:pt x="141" y="28"/>
                    <a:pt x="141" y="28"/>
                  </a:cubicBezTo>
                  <a:cubicBezTo>
                    <a:pt x="141" y="40"/>
                    <a:pt x="136" y="48"/>
                    <a:pt x="132" y="56"/>
                  </a:cubicBezTo>
                  <a:cubicBezTo>
                    <a:pt x="128" y="64"/>
                    <a:pt x="123" y="72"/>
                    <a:pt x="123" y="84"/>
                  </a:cubicBezTo>
                  <a:cubicBezTo>
                    <a:pt x="125" y="77"/>
                    <a:pt x="128" y="71"/>
                    <a:pt x="131" y="66"/>
                  </a:cubicBezTo>
                  <a:cubicBezTo>
                    <a:pt x="138" y="54"/>
                    <a:pt x="144" y="43"/>
                    <a:pt x="141" y="27"/>
                  </a:cubicBezTo>
                  <a:close/>
                  <a:moveTo>
                    <a:pt x="145" y="98"/>
                  </a:moveTo>
                  <a:cubicBezTo>
                    <a:pt x="142" y="95"/>
                    <a:pt x="139" y="95"/>
                    <a:pt x="136" y="96"/>
                  </a:cubicBezTo>
                  <a:cubicBezTo>
                    <a:pt x="138" y="96"/>
                    <a:pt x="140" y="97"/>
                    <a:pt x="141" y="97"/>
                  </a:cubicBezTo>
                  <a:cubicBezTo>
                    <a:pt x="143" y="98"/>
                    <a:pt x="144" y="98"/>
                    <a:pt x="145" y="98"/>
                  </a:cubicBezTo>
                  <a:close/>
                  <a:moveTo>
                    <a:pt x="132" y="100"/>
                  </a:moveTo>
                  <a:cubicBezTo>
                    <a:pt x="142" y="100"/>
                    <a:pt x="142" y="100"/>
                    <a:pt x="142" y="100"/>
                  </a:cubicBezTo>
                  <a:cubicBezTo>
                    <a:pt x="143" y="100"/>
                    <a:pt x="143" y="100"/>
                    <a:pt x="143" y="100"/>
                  </a:cubicBezTo>
                  <a:cubicBezTo>
                    <a:pt x="146" y="102"/>
                    <a:pt x="146" y="108"/>
                    <a:pt x="146" y="113"/>
                  </a:cubicBezTo>
                  <a:cubicBezTo>
                    <a:pt x="146" y="114"/>
                    <a:pt x="146" y="114"/>
                    <a:pt x="146" y="114"/>
                  </a:cubicBezTo>
                  <a:cubicBezTo>
                    <a:pt x="145" y="114"/>
                    <a:pt x="145" y="114"/>
                    <a:pt x="145" y="114"/>
                  </a:cubicBezTo>
                  <a:cubicBezTo>
                    <a:pt x="138" y="115"/>
                    <a:pt x="132" y="112"/>
                    <a:pt x="130" y="108"/>
                  </a:cubicBezTo>
                  <a:cubicBezTo>
                    <a:pt x="129" y="105"/>
                    <a:pt x="129" y="102"/>
                    <a:pt x="132" y="100"/>
                  </a:cubicBezTo>
                  <a:close/>
                  <a:moveTo>
                    <a:pt x="142" y="101"/>
                  </a:moveTo>
                  <a:cubicBezTo>
                    <a:pt x="133" y="101"/>
                    <a:pt x="133" y="101"/>
                    <a:pt x="133" y="101"/>
                  </a:cubicBezTo>
                  <a:cubicBezTo>
                    <a:pt x="131" y="103"/>
                    <a:pt x="130" y="105"/>
                    <a:pt x="131" y="107"/>
                  </a:cubicBezTo>
                  <a:cubicBezTo>
                    <a:pt x="133" y="111"/>
                    <a:pt x="138" y="113"/>
                    <a:pt x="144" y="112"/>
                  </a:cubicBezTo>
                  <a:cubicBezTo>
                    <a:pt x="145" y="106"/>
                    <a:pt x="144" y="103"/>
                    <a:pt x="142" y="101"/>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33" name="Voľný tvar 51"/>
            <p:cNvSpPr>
              <a:spLocks noEditPoints="1"/>
            </p:cNvSpPr>
            <p:nvPr/>
          </p:nvSpPr>
          <p:spPr bwMode="auto">
            <a:xfrm>
              <a:off x="4205288" y="5753100"/>
              <a:ext cx="303213" cy="344488"/>
            </a:xfrm>
            <a:custGeom>
              <a:avLst/>
              <a:gdLst>
                <a:gd name="T0" fmla="*/ 47 w 135"/>
                <a:gd name="T1" fmla="*/ 133 h 153"/>
                <a:gd name="T2" fmla="*/ 91 w 135"/>
                <a:gd name="T3" fmla="*/ 114 h 153"/>
                <a:gd name="T4" fmla="*/ 47 w 135"/>
                <a:gd name="T5" fmla="*/ 138 h 153"/>
                <a:gd name="T6" fmla="*/ 0 w 135"/>
                <a:gd name="T7" fmla="*/ 124 h 153"/>
                <a:gd name="T8" fmla="*/ 4 w 135"/>
                <a:gd name="T9" fmla="*/ 133 h 153"/>
                <a:gd name="T10" fmla="*/ 97 w 135"/>
                <a:gd name="T11" fmla="*/ 109 h 153"/>
                <a:gd name="T12" fmla="*/ 100 w 135"/>
                <a:gd name="T13" fmla="*/ 94 h 153"/>
                <a:gd name="T14" fmla="*/ 125 w 135"/>
                <a:gd name="T15" fmla="*/ 22 h 153"/>
                <a:gd name="T16" fmla="*/ 101 w 135"/>
                <a:gd name="T17" fmla="*/ 15 h 153"/>
                <a:gd name="T18" fmla="*/ 114 w 135"/>
                <a:gd name="T19" fmla="*/ 5 h 153"/>
                <a:gd name="T20" fmla="*/ 132 w 135"/>
                <a:gd name="T21" fmla="*/ 30 h 153"/>
                <a:gd name="T22" fmla="*/ 107 w 135"/>
                <a:gd name="T23" fmla="*/ 106 h 153"/>
                <a:gd name="T24" fmla="*/ 100 w 135"/>
                <a:gd name="T25" fmla="*/ 137 h 153"/>
                <a:gd name="T26" fmla="*/ 95 w 135"/>
                <a:gd name="T27" fmla="*/ 113 h 153"/>
                <a:gd name="T28" fmla="*/ 47 w 135"/>
                <a:gd name="T29" fmla="*/ 133 h 153"/>
                <a:gd name="T30" fmla="*/ 102 w 135"/>
                <a:gd name="T31" fmla="*/ 107 h 153"/>
                <a:gd name="T32" fmla="*/ 128 w 135"/>
                <a:gd name="T33" fmla="*/ 36 h 153"/>
                <a:gd name="T34" fmla="*/ 102 w 135"/>
                <a:gd name="T35" fmla="*/ 107 h 153"/>
                <a:gd name="T36" fmla="*/ 114 w 135"/>
                <a:gd name="T37" fmla="*/ 110 h 153"/>
                <a:gd name="T38" fmla="*/ 118 w 135"/>
                <a:gd name="T39" fmla="*/ 128 h 153"/>
                <a:gd name="T40" fmla="*/ 114 w 135"/>
                <a:gd name="T41" fmla="*/ 110 h 153"/>
                <a:gd name="T42" fmla="*/ 104 w 135"/>
                <a:gd name="T43" fmla="*/ 110 h 153"/>
                <a:gd name="T44" fmla="*/ 102 w 135"/>
                <a:gd name="T45" fmla="*/ 131 h 153"/>
                <a:gd name="T46" fmla="*/ 115 w 135"/>
                <a:gd name="T47" fmla="*/ 133 h 153"/>
                <a:gd name="T48" fmla="*/ 104 w 135"/>
                <a:gd name="T49" fmla="*/ 11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5" h="153">
                  <a:moveTo>
                    <a:pt x="47" y="133"/>
                  </a:moveTo>
                  <a:cubicBezTo>
                    <a:pt x="62" y="133"/>
                    <a:pt x="76" y="119"/>
                    <a:pt x="91" y="114"/>
                  </a:cubicBezTo>
                  <a:cubicBezTo>
                    <a:pt x="82" y="120"/>
                    <a:pt x="63" y="134"/>
                    <a:pt x="47" y="138"/>
                  </a:cubicBezTo>
                  <a:cubicBezTo>
                    <a:pt x="28" y="143"/>
                    <a:pt x="0" y="144"/>
                    <a:pt x="0" y="124"/>
                  </a:cubicBezTo>
                  <a:cubicBezTo>
                    <a:pt x="6" y="123"/>
                    <a:pt x="1" y="132"/>
                    <a:pt x="4" y="133"/>
                  </a:cubicBezTo>
                  <a:cubicBezTo>
                    <a:pt x="38" y="148"/>
                    <a:pt x="65" y="113"/>
                    <a:pt x="97" y="109"/>
                  </a:cubicBezTo>
                  <a:cubicBezTo>
                    <a:pt x="98" y="104"/>
                    <a:pt x="100" y="100"/>
                    <a:pt x="100" y="94"/>
                  </a:cubicBezTo>
                  <a:cubicBezTo>
                    <a:pt x="109" y="85"/>
                    <a:pt x="131" y="46"/>
                    <a:pt x="125" y="22"/>
                  </a:cubicBezTo>
                  <a:cubicBezTo>
                    <a:pt x="123" y="12"/>
                    <a:pt x="109" y="0"/>
                    <a:pt x="101" y="15"/>
                  </a:cubicBezTo>
                  <a:cubicBezTo>
                    <a:pt x="97" y="9"/>
                    <a:pt x="107" y="4"/>
                    <a:pt x="114" y="5"/>
                  </a:cubicBezTo>
                  <a:cubicBezTo>
                    <a:pt x="125" y="6"/>
                    <a:pt x="131" y="18"/>
                    <a:pt x="132" y="30"/>
                  </a:cubicBezTo>
                  <a:cubicBezTo>
                    <a:pt x="135" y="56"/>
                    <a:pt x="111" y="90"/>
                    <a:pt x="107" y="106"/>
                  </a:cubicBezTo>
                  <a:cubicBezTo>
                    <a:pt x="133" y="105"/>
                    <a:pt x="126" y="153"/>
                    <a:pt x="100" y="137"/>
                  </a:cubicBezTo>
                  <a:cubicBezTo>
                    <a:pt x="97" y="130"/>
                    <a:pt x="98" y="120"/>
                    <a:pt x="95" y="113"/>
                  </a:cubicBezTo>
                  <a:cubicBezTo>
                    <a:pt x="78" y="113"/>
                    <a:pt x="63" y="127"/>
                    <a:pt x="47" y="133"/>
                  </a:cubicBezTo>
                  <a:close/>
                  <a:moveTo>
                    <a:pt x="102" y="107"/>
                  </a:moveTo>
                  <a:cubicBezTo>
                    <a:pt x="112" y="84"/>
                    <a:pt x="130" y="63"/>
                    <a:pt x="128" y="36"/>
                  </a:cubicBezTo>
                  <a:cubicBezTo>
                    <a:pt x="126" y="65"/>
                    <a:pt x="105" y="83"/>
                    <a:pt x="102" y="107"/>
                  </a:cubicBezTo>
                  <a:close/>
                  <a:moveTo>
                    <a:pt x="114" y="110"/>
                  </a:moveTo>
                  <a:cubicBezTo>
                    <a:pt x="117" y="118"/>
                    <a:pt x="121" y="121"/>
                    <a:pt x="118" y="128"/>
                  </a:cubicBezTo>
                  <a:cubicBezTo>
                    <a:pt x="128" y="125"/>
                    <a:pt x="119" y="112"/>
                    <a:pt x="114" y="110"/>
                  </a:cubicBezTo>
                  <a:close/>
                  <a:moveTo>
                    <a:pt x="104" y="110"/>
                  </a:moveTo>
                  <a:cubicBezTo>
                    <a:pt x="100" y="114"/>
                    <a:pt x="100" y="125"/>
                    <a:pt x="102" y="131"/>
                  </a:cubicBezTo>
                  <a:cubicBezTo>
                    <a:pt x="108" y="132"/>
                    <a:pt x="110" y="135"/>
                    <a:pt x="115" y="133"/>
                  </a:cubicBezTo>
                  <a:cubicBezTo>
                    <a:pt x="120" y="121"/>
                    <a:pt x="114" y="111"/>
                    <a:pt x="104" y="110"/>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34" name="Voľný tvar 52"/>
            <p:cNvSpPr>
              <a:spLocks noEditPoints="1"/>
            </p:cNvSpPr>
            <p:nvPr/>
          </p:nvSpPr>
          <p:spPr bwMode="auto">
            <a:xfrm>
              <a:off x="4202113" y="5762625"/>
              <a:ext cx="306388" cy="311150"/>
            </a:xfrm>
            <a:custGeom>
              <a:avLst/>
              <a:gdLst>
                <a:gd name="T0" fmla="*/ 0 w 136"/>
                <a:gd name="T1" fmla="*/ 120 h 138"/>
                <a:gd name="T2" fmla="*/ 4 w 136"/>
                <a:gd name="T3" fmla="*/ 120 h 138"/>
                <a:gd name="T4" fmla="*/ 23 w 136"/>
                <a:gd name="T5" fmla="*/ 132 h 138"/>
                <a:gd name="T6" fmla="*/ 97 w 136"/>
                <a:gd name="T7" fmla="*/ 104 h 138"/>
                <a:gd name="T8" fmla="*/ 100 w 136"/>
                <a:gd name="T9" fmla="*/ 90 h 138"/>
                <a:gd name="T10" fmla="*/ 103 w 136"/>
                <a:gd name="T11" fmla="*/ 11 h 138"/>
                <a:gd name="T12" fmla="*/ 101 w 136"/>
                <a:gd name="T13" fmla="*/ 6 h 138"/>
                <a:gd name="T14" fmla="*/ 134 w 136"/>
                <a:gd name="T15" fmla="*/ 26 h 138"/>
                <a:gd name="T16" fmla="*/ 125 w 136"/>
                <a:gd name="T17" fmla="*/ 119 h 138"/>
                <a:gd name="T18" fmla="*/ 100 w 136"/>
                <a:gd name="T19" fmla="*/ 133 h 138"/>
                <a:gd name="T20" fmla="*/ 96 w 136"/>
                <a:gd name="T21" fmla="*/ 110 h 138"/>
                <a:gd name="T22" fmla="*/ 87 w 136"/>
                <a:gd name="T23" fmla="*/ 115 h 138"/>
                <a:gd name="T24" fmla="*/ 5 w 136"/>
                <a:gd name="T25" fmla="*/ 129 h 138"/>
                <a:gd name="T26" fmla="*/ 48 w 136"/>
                <a:gd name="T27" fmla="*/ 134 h 138"/>
                <a:gd name="T28" fmla="*/ 48 w 136"/>
                <a:gd name="T29" fmla="*/ 129 h 138"/>
                <a:gd name="T30" fmla="*/ 65 w 136"/>
                <a:gd name="T31" fmla="*/ 120 h 138"/>
                <a:gd name="T32" fmla="*/ 97 w 136"/>
                <a:gd name="T33" fmla="*/ 108 h 138"/>
                <a:gd name="T34" fmla="*/ 97 w 136"/>
                <a:gd name="T35" fmla="*/ 109 h 138"/>
                <a:gd name="T36" fmla="*/ 111 w 136"/>
                <a:gd name="T37" fmla="*/ 135 h 138"/>
                <a:gd name="T38" fmla="*/ 118 w 136"/>
                <a:gd name="T39" fmla="*/ 125 h 138"/>
                <a:gd name="T40" fmla="*/ 117 w 136"/>
                <a:gd name="T41" fmla="*/ 129 h 138"/>
                <a:gd name="T42" fmla="*/ 108 w 136"/>
                <a:gd name="T43" fmla="*/ 129 h 138"/>
                <a:gd name="T44" fmla="*/ 103 w 136"/>
                <a:gd name="T45" fmla="*/ 128 h 138"/>
                <a:gd name="T46" fmla="*/ 105 w 136"/>
                <a:gd name="T47" fmla="*/ 105 h 138"/>
                <a:gd name="T48" fmla="*/ 118 w 136"/>
                <a:gd name="T49" fmla="*/ 124 h 138"/>
                <a:gd name="T50" fmla="*/ 114 w 136"/>
                <a:gd name="T51" fmla="*/ 105 h 138"/>
                <a:gd name="T52" fmla="*/ 108 w 136"/>
                <a:gd name="T53" fmla="*/ 102 h 138"/>
                <a:gd name="T54" fmla="*/ 115 w 136"/>
                <a:gd name="T55" fmla="*/ 82 h 138"/>
                <a:gd name="T56" fmla="*/ 102 w 136"/>
                <a:gd name="T57" fmla="*/ 7 h 138"/>
                <a:gd name="T58" fmla="*/ 127 w 136"/>
                <a:gd name="T59" fmla="*/ 18 h 138"/>
                <a:gd name="T60" fmla="*/ 98 w 136"/>
                <a:gd name="T61" fmla="*/ 105 h 138"/>
                <a:gd name="T62" fmla="*/ 23 w 136"/>
                <a:gd name="T63" fmla="*/ 133 h 138"/>
                <a:gd name="T64" fmla="*/ 104 w 136"/>
                <a:gd name="T65" fmla="*/ 127 h 138"/>
                <a:gd name="T66" fmla="*/ 115 w 136"/>
                <a:gd name="T67" fmla="*/ 113 h 138"/>
                <a:gd name="T68" fmla="*/ 89 w 136"/>
                <a:gd name="T69" fmla="*/ 110 h 138"/>
                <a:gd name="T70" fmla="*/ 74 w 136"/>
                <a:gd name="T71" fmla="*/ 118 h 138"/>
                <a:gd name="T72" fmla="*/ 4 w 136"/>
                <a:gd name="T73" fmla="*/ 127 h 138"/>
                <a:gd name="T74" fmla="*/ 2 w 136"/>
                <a:gd name="T75" fmla="*/ 121 h 138"/>
                <a:gd name="T76" fmla="*/ 120 w 136"/>
                <a:gd name="T77" fmla="*/ 123 h 138"/>
                <a:gd name="T78" fmla="*/ 102 w 136"/>
                <a:gd name="T79" fmla="*/ 108 h 138"/>
                <a:gd name="T80" fmla="*/ 128 w 136"/>
                <a:gd name="T81" fmla="*/ 32 h 138"/>
                <a:gd name="T82" fmla="*/ 104 w 136"/>
                <a:gd name="T83" fmla="*/ 103 h 138"/>
                <a:gd name="T84" fmla="*/ 116 w 136"/>
                <a:gd name="T85" fmla="*/ 72 h 138"/>
                <a:gd name="T86" fmla="*/ 128 w 136"/>
                <a:gd name="T87" fmla="*/ 4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6" h="138">
                  <a:moveTo>
                    <a:pt x="26" y="138"/>
                  </a:moveTo>
                  <a:cubicBezTo>
                    <a:pt x="16" y="138"/>
                    <a:pt x="9" y="136"/>
                    <a:pt x="5" y="131"/>
                  </a:cubicBezTo>
                  <a:cubicBezTo>
                    <a:pt x="2" y="129"/>
                    <a:pt x="0" y="125"/>
                    <a:pt x="0" y="120"/>
                  </a:cubicBezTo>
                  <a:cubicBezTo>
                    <a:pt x="0" y="120"/>
                    <a:pt x="0" y="120"/>
                    <a:pt x="0" y="120"/>
                  </a:cubicBezTo>
                  <a:cubicBezTo>
                    <a:pt x="1" y="119"/>
                    <a:pt x="1" y="119"/>
                    <a:pt x="1" y="119"/>
                  </a:cubicBezTo>
                  <a:cubicBezTo>
                    <a:pt x="2" y="119"/>
                    <a:pt x="3" y="119"/>
                    <a:pt x="4" y="120"/>
                  </a:cubicBezTo>
                  <a:cubicBezTo>
                    <a:pt x="5" y="121"/>
                    <a:pt x="5" y="123"/>
                    <a:pt x="5" y="124"/>
                  </a:cubicBezTo>
                  <a:cubicBezTo>
                    <a:pt x="5" y="126"/>
                    <a:pt x="5" y="128"/>
                    <a:pt x="6" y="128"/>
                  </a:cubicBezTo>
                  <a:cubicBezTo>
                    <a:pt x="11" y="131"/>
                    <a:pt x="17" y="132"/>
                    <a:pt x="23" y="132"/>
                  </a:cubicBezTo>
                  <a:cubicBezTo>
                    <a:pt x="37" y="132"/>
                    <a:pt x="49" y="125"/>
                    <a:pt x="63" y="118"/>
                  </a:cubicBezTo>
                  <a:cubicBezTo>
                    <a:pt x="74" y="112"/>
                    <a:pt x="85" y="106"/>
                    <a:pt x="97" y="104"/>
                  </a:cubicBezTo>
                  <a:cubicBezTo>
                    <a:pt x="97" y="104"/>
                    <a:pt x="97" y="104"/>
                    <a:pt x="97" y="104"/>
                  </a:cubicBezTo>
                  <a:cubicBezTo>
                    <a:pt x="99" y="100"/>
                    <a:pt x="100" y="96"/>
                    <a:pt x="100" y="90"/>
                  </a:cubicBezTo>
                  <a:cubicBezTo>
                    <a:pt x="100" y="90"/>
                    <a:pt x="100" y="90"/>
                    <a:pt x="100" y="90"/>
                  </a:cubicBezTo>
                  <a:cubicBezTo>
                    <a:pt x="100" y="90"/>
                    <a:pt x="100" y="90"/>
                    <a:pt x="100" y="90"/>
                  </a:cubicBezTo>
                  <a:cubicBezTo>
                    <a:pt x="109" y="81"/>
                    <a:pt x="132" y="42"/>
                    <a:pt x="125" y="18"/>
                  </a:cubicBezTo>
                  <a:cubicBezTo>
                    <a:pt x="124" y="12"/>
                    <a:pt x="117" y="4"/>
                    <a:pt x="111" y="4"/>
                  </a:cubicBezTo>
                  <a:cubicBezTo>
                    <a:pt x="108" y="4"/>
                    <a:pt x="105" y="7"/>
                    <a:pt x="103" y="11"/>
                  </a:cubicBezTo>
                  <a:cubicBezTo>
                    <a:pt x="102" y="12"/>
                    <a:pt x="102" y="12"/>
                    <a:pt x="102" y="12"/>
                  </a:cubicBezTo>
                  <a:cubicBezTo>
                    <a:pt x="101" y="11"/>
                    <a:pt x="101" y="11"/>
                    <a:pt x="101" y="11"/>
                  </a:cubicBezTo>
                  <a:cubicBezTo>
                    <a:pt x="100" y="9"/>
                    <a:pt x="100" y="8"/>
                    <a:pt x="101" y="6"/>
                  </a:cubicBezTo>
                  <a:cubicBezTo>
                    <a:pt x="103" y="2"/>
                    <a:pt x="109" y="0"/>
                    <a:pt x="114" y="0"/>
                  </a:cubicBezTo>
                  <a:cubicBezTo>
                    <a:pt x="114" y="0"/>
                    <a:pt x="114" y="0"/>
                    <a:pt x="115" y="0"/>
                  </a:cubicBezTo>
                  <a:cubicBezTo>
                    <a:pt x="127" y="1"/>
                    <a:pt x="133" y="14"/>
                    <a:pt x="134" y="26"/>
                  </a:cubicBezTo>
                  <a:cubicBezTo>
                    <a:pt x="136" y="44"/>
                    <a:pt x="125" y="66"/>
                    <a:pt x="117" y="83"/>
                  </a:cubicBezTo>
                  <a:cubicBezTo>
                    <a:pt x="113" y="90"/>
                    <a:pt x="110" y="96"/>
                    <a:pt x="109" y="101"/>
                  </a:cubicBezTo>
                  <a:cubicBezTo>
                    <a:pt x="120" y="101"/>
                    <a:pt x="125" y="110"/>
                    <a:pt x="125" y="119"/>
                  </a:cubicBezTo>
                  <a:cubicBezTo>
                    <a:pt x="125" y="128"/>
                    <a:pt x="120" y="137"/>
                    <a:pt x="111" y="137"/>
                  </a:cubicBezTo>
                  <a:cubicBezTo>
                    <a:pt x="107" y="137"/>
                    <a:pt x="104" y="136"/>
                    <a:pt x="100" y="134"/>
                  </a:cubicBezTo>
                  <a:cubicBezTo>
                    <a:pt x="100" y="133"/>
                    <a:pt x="100" y="133"/>
                    <a:pt x="100" y="133"/>
                  </a:cubicBezTo>
                  <a:cubicBezTo>
                    <a:pt x="100" y="133"/>
                    <a:pt x="100" y="133"/>
                    <a:pt x="100" y="133"/>
                  </a:cubicBezTo>
                  <a:cubicBezTo>
                    <a:pt x="98" y="130"/>
                    <a:pt x="98" y="125"/>
                    <a:pt x="97" y="120"/>
                  </a:cubicBezTo>
                  <a:cubicBezTo>
                    <a:pt x="97" y="116"/>
                    <a:pt x="97" y="113"/>
                    <a:pt x="96" y="110"/>
                  </a:cubicBezTo>
                  <a:cubicBezTo>
                    <a:pt x="95" y="110"/>
                    <a:pt x="95" y="110"/>
                    <a:pt x="94" y="110"/>
                  </a:cubicBezTo>
                  <a:cubicBezTo>
                    <a:pt x="92" y="111"/>
                    <a:pt x="92" y="111"/>
                    <a:pt x="92" y="111"/>
                  </a:cubicBezTo>
                  <a:cubicBezTo>
                    <a:pt x="91" y="112"/>
                    <a:pt x="89" y="113"/>
                    <a:pt x="87" y="115"/>
                  </a:cubicBezTo>
                  <a:cubicBezTo>
                    <a:pt x="77" y="121"/>
                    <a:pt x="61" y="132"/>
                    <a:pt x="48" y="135"/>
                  </a:cubicBezTo>
                  <a:cubicBezTo>
                    <a:pt x="41" y="137"/>
                    <a:pt x="33" y="138"/>
                    <a:pt x="26" y="138"/>
                  </a:cubicBezTo>
                  <a:close/>
                  <a:moveTo>
                    <a:pt x="5" y="129"/>
                  </a:moveTo>
                  <a:cubicBezTo>
                    <a:pt x="5" y="130"/>
                    <a:pt x="5" y="130"/>
                    <a:pt x="6" y="130"/>
                  </a:cubicBezTo>
                  <a:cubicBezTo>
                    <a:pt x="10" y="134"/>
                    <a:pt x="17" y="137"/>
                    <a:pt x="26" y="137"/>
                  </a:cubicBezTo>
                  <a:cubicBezTo>
                    <a:pt x="33" y="137"/>
                    <a:pt x="41" y="135"/>
                    <a:pt x="48" y="134"/>
                  </a:cubicBezTo>
                  <a:cubicBezTo>
                    <a:pt x="61" y="130"/>
                    <a:pt x="76" y="120"/>
                    <a:pt x="86" y="114"/>
                  </a:cubicBezTo>
                  <a:cubicBezTo>
                    <a:pt x="82" y="115"/>
                    <a:pt x="78" y="117"/>
                    <a:pt x="75" y="119"/>
                  </a:cubicBezTo>
                  <a:cubicBezTo>
                    <a:pt x="66" y="124"/>
                    <a:pt x="57" y="129"/>
                    <a:pt x="48" y="129"/>
                  </a:cubicBezTo>
                  <a:cubicBezTo>
                    <a:pt x="44" y="129"/>
                    <a:pt x="44" y="129"/>
                    <a:pt x="44" y="129"/>
                  </a:cubicBezTo>
                  <a:cubicBezTo>
                    <a:pt x="48" y="128"/>
                    <a:pt x="48" y="128"/>
                    <a:pt x="48" y="128"/>
                  </a:cubicBezTo>
                  <a:cubicBezTo>
                    <a:pt x="54" y="126"/>
                    <a:pt x="59" y="123"/>
                    <a:pt x="65" y="120"/>
                  </a:cubicBezTo>
                  <a:cubicBezTo>
                    <a:pt x="75" y="114"/>
                    <a:pt x="85" y="108"/>
                    <a:pt x="96" y="108"/>
                  </a:cubicBezTo>
                  <a:cubicBezTo>
                    <a:pt x="96" y="108"/>
                    <a:pt x="96" y="108"/>
                    <a:pt x="96" y="108"/>
                  </a:cubicBezTo>
                  <a:cubicBezTo>
                    <a:pt x="97" y="108"/>
                    <a:pt x="97" y="108"/>
                    <a:pt x="97" y="108"/>
                  </a:cubicBezTo>
                  <a:cubicBezTo>
                    <a:pt x="97" y="108"/>
                    <a:pt x="97" y="108"/>
                    <a:pt x="97" y="108"/>
                  </a:cubicBezTo>
                  <a:cubicBezTo>
                    <a:pt x="97" y="108"/>
                    <a:pt x="97" y="108"/>
                    <a:pt x="97" y="108"/>
                  </a:cubicBezTo>
                  <a:cubicBezTo>
                    <a:pt x="97" y="109"/>
                    <a:pt x="97" y="109"/>
                    <a:pt x="97" y="109"/>
                  </a:cubicBezTo>
                  <a:cubicBezTo>
                    <a:pt x="98" y="112"/>
                    <a:pt x="99" y="116"/>
                    <a:pt x="99" y="120"/>
                  </a:cubicBezTo>
                  <a:cubicBezTo>
                    <a:pt x="99" y="124"/>
                    <a:pt x="100" y="129"/>
                    <a:pt x="101" y="132"/>
                  </a:cubicBezTo>
                  <a:cubicBezTo>
                    <a:pt x="104" y="134"/>
                    <a:pt x="108" y="135"/>
                    <a:pt x="111" y="135"/>
                  </a:cubicBezTo>
                  <a:cubicBezTo>
                    <a:pt x="118" y="135"/>
                    <a:pt x="122" y="129"/>
                    <a:pt x="123" y="123"/>
                  </a:cubicBezTo>
                  <a:cubicBezTo>
                    <a:pt x="122" y="124"/>
                    <a:pt x="121" y="125"/>
                    <a:pt x="119" y="125"/>
                  </a:cubicBezTo>
                  <a:cubicBezTo>
                    <a:pt x="118" y="125"/>
                    <a:pt x="118" y="125"/>
                    <a:pt x="118" y="125"/>
                  </a:cubicBezTo>
                  <a:cubicBezTo>
                    <a:pt x="118" y="127"/>
                    <a:pt x="117" y="128"/>
                    <a:pt x="117" y="129"/>
                  </a:cubicBezTo>
                  <a:cubicBezTo>
                    <a:pt x="117" y="129"/>
                    <a:pt x="117" y="129"/>
                    <a:pt x="117" y="129"/>
                  </a:cubicBezTo>
                  <a:cubicBezTo>
                    <a:pt x="117" y="129"/>
                    <a:pt x="117" y="129"/>
                    <a:pt x="117" y="129"/>
                  </a:cubicBezTo>
                  <a:cubicBezTo>
                    <a:pt x="115" y="130"/>
                    <a:pt x="114" y="130"/>
                    <a:pt x="113" y="130"/>
                  </a:cubicBezTo>
                  <a:cubicBezTo>
                    <a:pt x="113" y="130"/>
                    <a:pt x="113" y="130"/>
                    <a:pt x="113" y="130"/>
                  </a:cubicBezTo>
                  <a:cubicBezTo>
                    <a:pt x="111" y="130"/>
                    <a:pt x="109" y="130"/>
                    <a:pt x="108" y="129"/>
                  </a:cubicBezTo>
                  <a:cubicBezTo>
                    <a:pt x="106" y="129"/>
                    <a:pt x="105" y="128"/>
                    <a:pt x="103" y="128"/>
                  </a:cubicBezTo>
                  <a:cubicBezTo>
                    <a:pt x="103" y="128"/>
                    <a:pt x="103" y="128"/>
                    <a:pt x="103" y="128"/>
                  </a:cubicBezTo>
                  <a:cubicBezTo>
                    <a:pt x="103" y="128"/>
                    <a:pt x="103" y="128"/>
                    <a:pt x="103" y="128"/>
                  </a:cubicBezTo>
                  <a:cubicBezTo>
                    <a:pt x="100" y="122"/>
                    <a:pt x="100" y="110"/>
                    <a:pt x="104" y="105"/>
                  </a:cubicBezTo>
                  <a:cubicBezTo>
                    <a:pt x="105" y="105"/>
                    <a:pt x="105" y="105"/>
                    <a:pt x="105" y="105"/>
                  </a:cubicBezTo>
                  <a:cubicBezTo>
                    <a:pt x="105" y="105"/>
                    <a:pt x="105" y="105"/>
                    <a:pt x="105" y="105"/>
                  </a:cubicBezTo>
                  <a:cubicBezTo>
                    <a:pt x="110" y="106"/>
                    <a:pt x="114" y="108"/>
                    <a:pt x="116" y="112"/>
                  </a:cubicBezTo>
                  <a:cubicBezTo>
                    <a:pt x="118" y="116"/>
                    <a:pt x="119" y="120"/>
                    <a:pt x="118" y="124"/>
                  </a:cubicBezTo>
                  <a:cubicBezTo>
                    <a:pt x="118" y="124"/>
                    <a:pt x="118" y="124"/>
                    <a:pt x="118" y="124"/>
                  </a:cubicBezTo>
                  <a:cubicBezTo>
                    <a:pt x="121" y="119"/>
                    <a:pt x="119" y="116"/>
                    <a:pt x="117" y="112"/>
                  </a:cubicBezTo>
                  <a:cubicBezTo>
                    <a:pt x="116" y="110"/>
                    <a:pt x="115" y="109"/>
                    <a:pt x="114" y="106"/>
                  </a:cubicBezTo>
                  <a:cubicBezTo>
                    <a:pt x="114" y="105"/>
                    <a:pt x="114" y="105"/>
                    <a:pt x="114" y="105"/>
                  </a:cubicBezTo>
                  <a:cubicBezTo>
                    <a:pt x="115" y="105"/>
                    <a:pt x="115" y="105"/>
                    <a:pt x="115" y="105"/>
                  </a:cubicBezTo>
                  <a:cubicBezTo>
                    <a:pt x="117" y="106"/>
                    <a:pt x="121" y="109"/>
                    <a:pt x="123" y="113"/>
                  </a:cubicBezTo>
                  <a:cubicBezTo>
                    <a:pt x="121" y="107"/>
                    <a:pt x="116" y="102"/>
                    <a:pt x="108" y="102"/>
                  </a:cubicBezTo>
                  <a:cubicBezTo>
                    <a:pt x="107" y="102"/>
                    <a:pt x="107" y="102"/>
                    <a:pt x="107" y="102"/>
                  </a:cubicBezTo>
                  <a:cubicBezTo>
                    <a:pt x="107" y="101"/>
                    <a:pt x="107" y="101"/>
                    <a:pt x="107" y="101"/>
                  </a:cubicBezTo>
                  <a:cubicBezTo>
                    <a:pt x="108" y="97"/>
                    <a:pt x="112" y="90"/>
                    <a:pt x="115" y="82"/>
                  </a:cubicBezTo>
                  <a:cubicBezTo>
                    <a:pt x="124" y="65"/>
                    <a:pt x="134" y="44"/>
                    <a:pt x="133" y="26"/>
                  </a:cubicBezTo>
                  <a:cubicBezTo>
                    <a:pt x="131" y="15"/>
                    <a:pt x="126" y="3"/>
                    <a:pt x="115" y="2"/>
                  </a:cubicBezTo>
                  <a:cubicBezTo>
                    <a:pt x="110" y="1"/>
                    <a:pt x="104" y="4"/>
                    <a:pt x="102" y="7"/>
                  </a:cubicBezTo>
                  <a:cubicBezTo>
                    <a:pt x="102" y="7"/>
                    <a:pt x="102" y="8"/>
                    <a:pt x="102" y="9"/>
                  </a:cubicBezTo>
                  <a:cubicBezTo>
                    <a:pt x="105" y="4"/>
                    <a:pt x="109" y="3"/>
                    <a:pt x="111" y="3"/>
                  </a:cubicBezTo>
                  <a:cubicBezTo>
                    <a:pt x="118" y="3"/>
                    <a:pt x="125" y="11"/>
                    <a:pt x="127" y="18"/>
                  </a:cubicBezTo>
                  <a:cubicBezTo>
                    <a:pt x="133" y="42"/>
                    <a:pt x="110" y="81"/>
                    <a:pt x="101" y="91"/>
                  </a:cubicBezTo>
                  <a:cubicBezTo>
                    <a:pt x="102" y="96"/>
                    <a:pt x="100" y="100"/>
                    <a:pt x="99" y="104"/>
                  </a:cubicBezTo>
                  <a:cubicBezTo>
                    <a:pt x="98" y="105"/>
                    <a:pt x="98" y="105"/>
                    <a:pt x="98" y="105"/>
                  </a:cubicBezTo>
                  <a:cubicBezTo>
                    <a:pt x="98" y="105"/>
                    <a:pt x="98" y="105"/>
                    <a:pt x="98" y="105"/>
                  </a:cubicBezTo>
                  <a:cubicBezTo>
                    <a:pt x="86" y="107"/>
                    <a:pt x="75" y="113"/>
                    <a:pt x="64" y="119"/>
                  </a:cubicBezTo>
                  <a:cubicBezTo>
                    <a:pt x="51" y="126"/>
                    <a:pt x="37" y="133"/>
                    <a:pt x="23" y="133"/>
                  </a:cubicBezTo>
                  <a:cubicBezTo>
                    <a:pt x="17" y="133"/>
                    <a:pt x="11" y="132"/>
                    <a:pt x="5" y="129"/>
                  </a:cubicBezTo>
                  <a:cubicBezTo>
                    <a:pt x="5" y="129"/>
                    <a:pt x="5" y="129"/>
                    <a:pt x="5" y="129"/>
                  </a:cubicBezTo>
                  <a:close/>
                  <a:moveTo>
                    <a:pt x="104" y="127"/>
                  </a:moveTo>
                  <a:cubicBezTo>
                    <a:pt x="106" y="127"/>
                    <a:pt x="107" y="127"/>
                    <a:pt x="108" y="128"/>
                  </a:cubicBezTo>
                  <a:cubicBezTo>
                    <a:pt x="111" y="129"/>
                    <a:pt x="113" y="129"/>
                    <a:pt x="116" y="128"/>
                  </a:cubicBezTo>
                  <a:cubicBezTo>
                    <a:pt x="118" y="123"/>
                    <a:pt x="118" y="117"/>
                    <a:pt x="115" y="113"/>
                  </a:cubicBezTo>
                  <a:cubicBezTo>
                    <a:pt x="113" y="110"/>
                    <a:pt x="109" y="107"/>
                    <a:pt x="105" y="107"/>
                  </a:cubicBezTo>
                  <a:cubicBezTo>
                    <a:pt x="102" y="111"/>
                    <a:pt x="102" y="121"/>
                    <a:pt x="104" y="127"/>
                  </a:cubicBezTo>
                  <a:close/>
                  <a:moveTo>
                    <a:pt x="89" y="110"/>
                  </a:moveTo>
                  <a:cubicBezTo>
                    <a:pt x="81" y="112"/>
                    <a:pt x="73" y="117"/>
                    <a:pt x="65" y="121"/>
                  </a:cubicBezTo>
                  <a:cubicBezTo>
                    <a:pt x="61" y="123"/>
                    <a:pt x="57" y="125"/>
                    <a:pt x="53" y="127"/>
                  </a:cubicBezTo>
                  <a:cubicBezTo>
                    <a:pt x="60" y="126"/>
                    <a:pt x="67" y="122"/>
                    <a:pt x="74" y="118"/>
                  </a:cubicBezTo>
                  <a:cubicBezTo>
                    <a:pt x="79" y="115"/>
                    <a:pt x="84" y="112"/>
                    <a:pt x="89" y="110"/>
                  </a:cubicBezTo>
                  <a:close/>
                  <a:moveTo>
                    <a:pt x="2" y="121"/>
                  </a:moveTo>
                  <a:cubicBezTo>
                    <a:pt x="2" y="123"/>
                    <a:pt x="3" y="125"/>
                    <a:pt x="4" y="127"/>
                  </a:cubicBezTo>
                  <a:cubicBezTo>
                    <a:pt x="3" y="127"/>
                    <a:pt x="3" y="125"/>
                    <a:pt x="3" y="124"/>
                  </a:cubicBezTo>
                  <a:cubicBezTo>
                    <a:pt x="3" y="123"/>
                    <a:pt x="4" y="122"/>
                    <a:pt x="3" y="121"/>
                  </a:cubicBezTo>
                  <a:cubicBezTo>
                    <a:pt x="3" y="121"/>
                    <a:pt x="3" y="121"/>
                    <a:pt x="2" y="121"/>
                  </a:cubicBezTo>
                  <a:close/>
                  <a:moveTo>
                    <a:pt x="116" y="108"/>
                  </a:moveTo>
                  <a:cubicBezTo>
                    <a:pt x="117" y="109"/>
                    <a:pt x="118" y="110"/>
                    <a:pt x="118" y="111"/>
                  </a:cubicBezTo>
                  <a:cubicBezTo>
                    <a:pt x="120" y="115"/>
                    <a:pt x="122" y="118"/>
                    <a:pt x="120" y="123"/>
                  </a:cubicBezTo>
                  <a:cubicBezTo>
                    <a:pt x="122" y="122"/>
                    <a:pt x="123" y="121"/>
                    <a:pt x="123" y="119"/>
                  </a:cubicBezTo>
                  <a:cubicBezTo>
                    <a:pt x="123" y="115"/>
                    <a:pt x="119" y="110"/>
                    <a:pt x="116" y="108"/>
                  </a:cubicBezTo>
                  <a:close/>
                  <a:moveTo>
                    <a:pt x="102" y="108"/>
                  </a:moveTo>
                  <a:cubicBezTo>
                    <a:pt x="103" y="103"/>
                    <a:pt x="103" y="103"/>
                    <a:pt x="103" y="103"/>
                  </a:cubicBezTo>
                  <a:cubicBezTo>
                    <a:pt x="104" y="92"/>
                    <a:pt x="109" y="82"/>
                    <a:pt x="114" y="72"/>
                  </a:cubicBezTo>
                  <a:cubicBezTo>
                    <a:pt x="121" y="60"/>
                    <a:pt x="127" y="47"/>
                    <a:pt x="128" y="32"/>
                  </a:cubicBezTo>
                  <a:cubicBezTo>
                    <a:pt x="130" y="32"/>
                    <a:pt x="130" y="32"/>
                    <a:pt x="130" y="32"/>
                  </a:cubicBezTo>
                  <a:cubicBezTo>
                    <a:pt x="131" y="51"/>
                    <a:pt x="122" y="68"/>
                    <a:pt x="114" y="84"/>
                  </a:cubicBezTo>
                  <a:cubicBezTo>
                    <a:pt x="110" y="90"/>
                    <a:pt x="107" y="97"/>
                    <a:pt x="104" y="103"/>
                  </a:cubicBezTo>
                  <a:lnTo>
                    <a:pt x="102" y="108"/>
                  </a:lnTo>
                  <a:close/>
                  <a:moveTo>
                    <a:pt x="128" y="44"/>
                  </a:moveTo>
                  <a:cubicBezTo>
                    <a:pt x="125" y="54"/>
                    <a:pt x="120" y="63"/>
                    <a:pt x="116" y="72"/>
                  </a:cubicBezTo>
                  <a:cubicBezTo>
                    <a:pt x="111" y="81"/>
                    <a:pt x="107" y="89"/>
                    <a:pt x="105" y="97"/>
                  </a:cubicBezTo>
                  <a:cubicBezTo>
                    <a:pt x="108" y="92"/>
                    <a:pt x="110" y="88"/>
                    <a:pt x="112" y="83"/>
                  </a:cubicBezTo>
                  <a:cubicBezTo>
                    <a:pt x="119" y="71"/>
                    <a:pt x="126" y="58"/>
                    <a:pt x="128" y="44"/>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grpSp>
      <p:sp>
        <p:nvSpPr>
          <p:cNvPr id="37" name="Zástupný obrázok 33" descr="Prázdny zástupný objekt na pridanie obrázka. Kliknite na zástupný objekt a vyberte požadovaný obrázok."/>
          <p:cNvSpPr>
            <a:spLocks noGrp="1" noChangeAspect="1"/>
          </p:cNvSpPr>
          <p:nvPr>
            <p:ph type="pic" sz="quarter" idx="18"/>
          </p:nvPr>
        </p:nvSpPr>
        <p:spPr>
          <a:xfrm>
            <a:off x="6975717" y="1900210"/>
            <a:ext cx="3935536" cy="2571736"/>
          </a:xfrm>
          <a:solidFill>
            <a:schemeClr val="bg2"/>
          </a:solidFill>
          <a:ln w="38100">
            <a:solidFill>
              <a:schemeClr val="bg1"/>
            </a:solidFill>
          </a:ln>
        </p:spPr>
        <p:txBody>
          <a:bodyPr rtlCol="0"/>
          <a:lstStyle>
            <a:lvl1pPr marL="0" indent="0" algn="ctr" rtl="0">
              <a:buNone/>
              <a:defRPr/>
            </a:lvl1pPr>
          </a:lstStyle>
          <a:p>
            <a:pPr rtl="0"/>
            <a:r>
              <a:rPr lang="sk-SK"/>
              <a:t>Ak chcete pridať obrázok, kliknite na ikonu</a:t>
            </a:r>
            <a:endParaRPr dirty="0"/>
          </a:p>
        </p:txBody>
      </p:sp>
      <p:sp>
        <p:nvSpPr>
          <p:cNvPr id="40" name="Zástupný text 3"/>
          <p:cNvSpPr>
            <a:spLocks noGrp="1"/>
          </p:cNvSpPr>
          <p:nvPr>
            <p:ph type="body" sz="half" idx="19"/>
          </p:nvPr>
        </p:nvSpPr>
        <p:spPr>
          <a:xfrm>
            <a:off x="6742908" y="4935990"/>
            <a:ext cx="4368980" cy="1007610"/>
          </a:xfrm>
        </p:spPr>
        <p:txBody>
          <a:bodyPr rtlCol="0">
            <a:normAutofit/>
          </a:bodyPr>
          <a:lstStyle>
            <a:lvl1pPr marL="0" indent="0" algn="l" rtl="0">
              <a:spcBef>
                <a:spcPts val="1600"/>
              </a:spcBef>
              <a:buNone/>
              <a:defRPr sz="1600"/>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sk-SK"/>
              <a:t>Kliknite sem a upravte štýly predlohy textu.</a:t>
            </a:r>
          </a:p>
        </p:txBody>
      </p:sp>
      <p:sp>
        <p:nvSpPr>
          <p:cNvPr id="8" name="Zástupné číslo snímky 7"/>
          <p:cNvSpPr>
            <a:spLocks noGrp="1"/>
          </p:cNvSpPr>
          <p:nvPr>
            <p:ph type="sldNum" sz="quarter" idx="12"/>
          </p:nvPr>
        </p:nvSpPr>
        <p:spPr/>
        <p:txBody>
          <a:bodyPr rtlCol="0"/>
          <a:lstStyle/>
          <a:p>
            <a:pPr rtl="0"/>
            <a:fld id="{022B156B-59AE-415F-B24B-8756D48BB977}" type="slidenum">
              <a:rPr/>
              <a:pPr rtl="0"/>
              <a:t>‹#›</a:t>
            </a:fld>
            <a:endParaRPr/>
          </a:p>
        </p:txBody>
      </p:sp>
      <p:sp>
        <p:nvSpPr>
          <p:cNvPr id="7" name="Zástupná päta 6"/>
          <p:cNvSpPr>
            <a:spLocks noGrp="1"/>
          </p:cNvSpPr>
          <p:nvPr>
            <p:ph type="ftr" sz="quarter" idx="11"/>
          </p:nvPr>
        </p:nvSpPr>
        <p:spPr/>
        <p:txBody>
          <a:bodyPr rtlCol="0"/>
          <a:lstStyle/>
          <a:p>
            <a:pPr rtl="0"/>
            <a:endParaRPr/>
          </a:p>
        </p:txBody>
      </p:sp>
      <p:sp>
        <p:nvSpPr>
          <p:cNvPr id="6" name="Zástupný dátum 5"/>
          <p:cNvSpPr>
            <a:spLocks noGrp="1"/>
          </p:cNvSpPr>
          <p:nvPr>
            <p:ph type="dt" sz="half" idx="10"/>
          </p:nvPr>
        </p:nvSpPr>
        <p:spPr/>
        <p:txBody>
          <a:bodyPr rtlCol="0"/>
          <a:lstStyle/>
          <a:p>
            <a:pPr rtl="0"/>
            <a:r>
              <a:rPr lang="en-US"/>
              <a:t>24.8.2016</a:t>
            </a:r>
            <a:endParaRPr/>
          </a:p>
        </p:txBody>
      </p:sp>
    </p:spTree>
    <p:extLst>
      <p:ext uri="{BB962C8B-B14F-4D97-AF65-F5344CB8AC3E}">
        <p14:creationId xmlns:p14="http://schemas.microsoft.com/office/powerpoint/2010/main" val="1168274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ri obrázky s popismi">
    <p:spTree>
      <p:nvGrpSpPr>
        <p:cNvPr id="1" name=""/>
        <p:cNvGrpSpPr/>
        <p:nvPr/>
      </p:nvGrpSpPr>
      <p:grpSpPr>
        <a:xfrm>
          <a:off x="0" y="0"/>
          <a:ext cx="0" cy="0"/>
          <a:chOff x="0" y="0"/>
          <a:chExt cx="0" cy="0"/>
        </a:xfrm>
      </p:grpSpPr>
      <p:sp>
        <p:nvSpPr>
          <p:cNvPr id="2" name="Nadpis 1"/>
          <p:cNvSpPr>
            <a:spLocks noGrp="1"/>
          </p:cNvSpPr>
          <p:nvPr>
            <p:ph type="title"/>
          </p:nvPr>
        </p:nvSpPr>
        <p:spPr/>
        <p:txBody>
          <a:bodyPr rtlCol="0"/>
          <a:lstStyle/>
          <a:p>
            <a:pPr rtl="0"/>
            <a:r>
              <a:rPr lang="sk-SK"/>
              <a:t>Kliknite sem a upravte štýl predlohy nadpisov.</a:t>
            </a:r>
            <a:endParaRPr lang="sk"/>
          </a:p>
        </p:txBody>
      </p:sp>
      <p:grpSp>
        <p:nvGrpSpPr>
          <p:cNvPr id="52" name="Skupina 51"/>
          <p:cNvGrpSpPr>
            <a:grpSpLocks noChangeAspect="1"/>
          </p:cNvGrpSpPr>
          <p:nvPr/>
        </p:nvGrpSpPr>
        <p:grpSpPr>
          <a:xfrm rot="5400000">
            <a:off x="1045139" y="1678105"/>
            <a:ext cx="3123347" cy="3089730"/>
            <a:chOff x="895350" y="3313113"/>
            <a:chExt cx="3613151" cy="2790825"/>
          </a:xfrm>
          <a:solidFill>
            <a:schemeClr val="tx1">
              <a:lumMod val="50000"/>
            </a:schemeClr>
          </a:solidFill>
        </p:grpSpPr>
        <p:sp>
          <p:nvSpPr>
            <p:cNvPr id="53" name="Voľný tvar 41"/>
            <p:cNvSpPr>
              <a:spLocks/>
            </p:cNvSpPr>
            <p:nvPr/>
          </p:nvSpPr>
          <p:spPr bwMode="auto">
            <a:xfrm>
              <a:off x="963613" y="3725863"/>
              <a:ext cx="11113" cy="1952625"/>
            </a:xfrm>
            <a:custGeom>
              <a:avLst/>
              <a:gdLst>
                <a:gd name="T0" fmla="*/ 3 w 5"/>
                <a:gd name="T1" fmla="*/ 0 h 868"/>
                <a:gd name="T2" fmla="*/ 4 w 5"/>
                <a:gd name="T3" fmla="*/ 217 h 868"/>
                <a:gd name="T4" fmla="*/ 3 w 5"/>
                <a:gd name="T5" fmla="*/ 326 h 868"/>
                <a:gd name="T6" fmla="*/ 4 w 5"/>
                <a:gd name="T7" fmla="*/ 434 h 868"/>
                <a:gd name="T8" fmla="*/ 4 w 5"/>
                <a:gd name="T9" fmla="*/ 651 h 868"/>
                <a:gd name="T10" fmla="*/ 4 w 5"/>
                <a:gd name="T11" fmla="*/ 760 h 868"/>
                <a:gd name="T12" fmla="*/ 3 w 5"/>
                <a:gd name="T13" fmla="*/ 868 h 868"/>
                <a:gd name="T14" fmla="*/ 2 w 5"/>
                <a:gd name="T15" fmla="*/ 868 h 868"/>
                <a:gd name="T16" fmla="*/ 1 w 5"/>
                <a:gd name="T17" fmla="*/ 760 h 868"/>
                <a:gd name="T18" fmla="*/ 0 w 5"/>
                <a:gd name="T19" fmla="*/ 651 h 868"/>
                <a:gd name="T20" fmla="*/ 1 w 5"/>
                <a:gd name="T21" fmla="*/ 434 h 868"/>
                <a:gd name="T22" fmla="*/ 2 w 5"/>
                <a:gd name="T23" fmla="*/ 326 h 868"/>
                <a:gd name="T24" fmla="*/ 1 w 5"/>
                <a:gd name="T25" fmla="*/ 217 h 868"/>
                <a:gd name="T26" fmla="*/ 2 w 5"/>
                <a:gd name="T27" fmla="*/ 0 h 868"/>
                <a:gd name="T28" fmla="*/ 3 w 5"/>
                <a:gd name="T29" fmla="*/ 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868">
                  <a:moveTo>
                    <a:pt x="3" y="0"/>
                  </a:moveTo>
                  <a:cubicBezTo>
                    <a:pt x="4" y="73"/>
                    <a:pt x="4" y="145"/>
                    <a:pt x="4" y="217"/>
                  </a:cubicBezTo>
                  <a:cubicBezTo>
                    <a:pt x="4" y="253"/>
                    <a:pt x="3" y="290"/>
                    <a:pt x="3" y="326"/>
                  </a:cubicBezTo>
                  <a:cubicBezTo>
                    <a:pt x="3" y="362"/>
                    <a:pt x="3" y="398"/>
                    <a:pt x="4" y="434"/>
                  </a:cubicBezTo>
                  <a:cubicBezTo>
                    <a:pt x="4" y="507"/>
                    <a:pt x="5" y="579"/>
                    <a:pt x="4" y="651"/>
                  </a:cubicBezTo>
                  <a:cubicBezTo>
                    <a:pt x="5" y="687"/>
                    <a:pt x="4" y="724"/>
                    <a:pt x="4" y="760"/>
                  </a:cubicBezTo>
                  <a:cubicBezTo>
                    <a:pt x="4" y="796"/>
                    <a:pt x="3" y="832"/>
                    <a:pt x="3" y="868"/>
                  </a:cubicBezTo>
                  <a:cubicBezTo>
                    <a:pt x="2" y="868"/>
                    <a:pt x="2" y="868"/>
                    <a:pt x="2" y="868"/>
                  </a:cubicBezTo>
                  <a:cubicBezTo>
                    <a:pt x="2" y="832"/>
                    <a:pt x="1" y="796"/>
                    <a:pt x="1" y="760"/>
                  </a:cubicBezTo>
                  <a:cubicBezTo>
                    <a:pt x="1" y="724"/>
                    <a:pt x="0" y="687"/>
                    <a:pt x="0" y="651"/>
                  </a:cubicBezTo>
                  <a:cubicBezTo>
                    <a:pt x="0" y="579"/>
                    <a:pt x="1" y="507"/>
                    <a:pt x="1" y="434"/>
                  </a:cubicBezTo>
                  <a:cubicBezTo>
                    <a:pt x="2" y="398"/>
                    <a:pt x="2" y="362"/>
                    <a:pt x="2" y="326"/>
                  </a:cubicBezTo>
                  <a:cubicBezTo>
                    <a:pt x="2" y="290"/>
                    <a:pt x="1" y="253"/>
                    <a:pt x="1" y="217"/>
                  </a:cubicBezTo>
                  <a:cubicBezTo>
                    <a:pt x="0" y="145"/>
                    <a:pt x="1" y="73"/>
                    <a:pt x="2" y="0"/>
                  </a:cubicBezTo>
                  <a:lnTo>
                    <a:pt x="3" y="0"/>
                  </a:ln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54" name="Voľný tvar 42"/>
            <p:cNvSpPr>
              <a:spLocks/>
            </p:cNvSpPr>
            <p:nvPr/>
          </p:nvSpPr>
          <p:spPr bwMode="auto">
            <a:xfrm>
              <a:off x="1350963" y="6038850"/>
              <a:ext cx="2736850" cy="11113"/>
            </a:xfrm>
            <a:custGeom>
              <a:avLst/>
              <a:gdLst>
                <a:gd name="T0" fmla="*/ 0 w 1216"/>
                <a:gd name="T1" fmla="*/ 2 h 5"/>
                <a:gd name="T2" fmla="*/ 304 w 1216"/>
                <a:gd name="T3" fmla="*/ 1 h 5"/>
                <a:gd name="T4" fmla="*/ 456 w 1216"/>
                <a:gd name="T5" fmla="*/ 2 h 5"/>
                <a:gd name="T6" fmla="*/ 608 w 1216"/>
                <a:gd name="T7" fmla="*/ 1 h 5"/>
                <a:gd name="T8" fmla="*/ 912 w 1216"/>
                <a:gd name="T9" fmla="*/ 0 h 5"/>
                <a:gd name="T10" fmla="*/ 1064 w 1216"/>
                <a:gd name="T11" fmla="*/ 1 h 5"/>
                <a:gd name="T12" fmla="*/ 1216 w 1216"/>
                <a:gd name="T13" fmla="*/ 2 h 5"/>
                <a:gd name="T14" fmla="*/ 1216 w 1216"/>
                <a:gd name="T15" fmla="*/ 2 h 5"/>
                <a:gd name="T16" fmla="*/ 1064 w 1216"/>
                <a:gd name="T17" fmla="*/ 4 h 5"/>
                <a:gd name="T18" fmla="*/ 912 w 1216"/>
                <a:gd name="T19" fmla="*/ 4 h 5"/>
                <a:gd name="T20" fmla="*/ 608 w 1216"/>
                <a:gd name="T21" fmla="*/ 3 h 5"/>
                <a:gd name="T22" fmla="*/ 456 w 1216"/>
                <a:gd name="T23" fmla="*/ 3 h 5"/>
                <a:gd name="T24" fmla="*/ 304 w 1216"/>
                <a:gd name="T25" fmla="*/ 4 h 5"/>
                <a:gd name="T26" fmla="*/ 0 w 1216"/>
                <a:gd name="T2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6" h="5">
                  <a:moveTo>
                    <a:pt x="0" y="2"/>
                  </a:moveTo>
                  <a:cubicBezTo>
                    <a:pt x="101" y="1"/>
                    <a:pt x="202" y="0"/>
                    <a:pt x="304" y="1"/>
                  </a:cubicBezTo>
                  <a:cubicBezTo>
                    <a:pt x="354" y="1"/>
                    <a:pt x="405" y="2"/>
                    <a:pt x="456" y="2"/>
                  </a:cubicBezTo>
                  <a:cubicBezTo>
                    <a:pt x="506" y="2"/>
                    <a:pt x="557" y="1"/>
                    <a:pt x="608" y="1"/>
                  </a:cubicBezTo>
                  <a:cubicBezTo>
                    <a:pt x="709" y="1"/>
                    <a:pt x="810" y="0"/>
                    <a:pt x="912" y="0"/>
                  </a:cubicBezTo>
                  <a:cubicBezTo>
                    <a:pt x="962" y="0"/>
                    <a:pt x="1013" y="1"/>
                    <a:pt x="1064" y="1"/>
                  </a:cubicBezTo>
                  <a:cubicBezTo>
                    <a:pt x="1114" y="1"/>
                    <a:pt x="1165" y="1"/>
                    <a:pt x="1216" y="2"/>
                  </a:cubicBezTo>
                  <a:cubicBezTo>
                    <a:pt x="1216" y="2"/>
                    <a:pt x="1216" y="2"/>
                    <a:pt x="1216" y="2"/>
                  </a:cubicBezTo>
                  <a:cubicBezTo>
                    <a:pt x="1165" y="3"/>
                    <a:pt x="1114" y="3"/>
                    <a:pt x="1064" y="4"/>
                  </a:cubicBezTo>
                  <a:cubicBezTo>
                    <a:pt x="1013" y="4"/>
                    <a:pt x="962" y="4"/>
                    <a:pt x="912" y="4"/>
                  </a:cubicBezTo>
                  <a:cubicBezTo>
                    <a:pt x="810" y="5"/>
                    <a:pt x="709" y="4"/>
                    <a:pt x="608" y="3"/>
                  </a:cubicBezTo>
                  <a:cubicBezTo>
                    <a:pt x="557" y="3"/>
                    <a:pt x="506" y="3"/>
                    <a:pt x="456" y="3"/>
                  </a:cubicBezTo>
                  <a:cubicBezTo>
                    <a:pt x="405" y="3"/>
                    <a:pt x="354" y="4"/>
                    <a:pt x="304" y="4"/>
                  </a:cubicBezTo>
                  <a:cubicBezTo>
                    <a:pt x="202" y="4"/>
                    <a:pt x="101" y="4"/>
                    <a:pt x="0" y="2"/>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55" name="Voľný tvar 43"/>
            <p:cNvSpPr>
              <a:spLocks/>
            </p:cNvSpPr>
            <p:nvPr/>
          </p:nvSpPr>
          <p:spPr bwMode="auto">
            <a:xfrm>
              <a:off x="1330325" y="3378200"/>
              <a:ext cx="2743200" cy="11113"/>
            </a:xfrm>
            <a:custGeom>
              <a:avLst/>
              <a:gdLst>
                <a:gd name="T0" fmla="*/ 0 w 1219"/>
                <a:gd name="T1" fmla="*/ 2 h 5"/>
                <a:gd name="T2" fmla="*/ 304 w 1219"/>
                <a:gd name="T3" fmla="*/ 1 h 5"/>
                <a:gd name="T4" fmla="*/ 457 w 1219"/>
                <a:gd name="T5" fmla="*/ 2 h 5"/>
                <a:gd name="T6" fmla="*/ 609 w 1219"/>
                <a:gd name="T7" fmla="*/ 1 h 5"/>
                <a:gd name="T8" fmla="*/ 914 w 1219"/>
                <a:gd name="T9" fmla="*/ 0 h 5"/>
                <a:gd name="T10" fmla="*/ 1067 w 1219"/>
                <a:gd name="T11" fmla="*/ 1 h 5"/>
                <a:gd name="T12" fmla="*/ 1219 w 1219"/>
                <a:gd name="T13" fmla="*/ 2 h 5"/>
                <a:gd name="T14" fmla="*/ 1219 w 1219"/>
                <a:gd name="T15" fmla="*/ 3 h 5"/>
                <a:gd name="T16" fmla="*/ 1067 w 1219"/>
                <a:gd name="T17" fmla="*/ 4 h 5"/>
                <a:gd name="T18" fmla="*/ 914 w 1219"/>
                <a:gd name="T19" fmla="*/ 4 h 5"/>
                <a:gd name="T20" fmla="*/ 609 w 1219"/>
                <a:gd name="T21" fmla="*/ 3 h 5"/>
                <a:gd name="T22" fmla="*/ 457 w 1219"/>
                <a:gd name="T23" fmla="*/ 3 h 5"/>
                <a:gd name="T24" fmla="*/ 304 w 1219"/>
                <a:gd name="T25" fmla="*/ 4 h 5"/>
                <a:gd name="T26" fmla="*/ 0 w 1219"/>
                <a:gd name="T27" fmla="*/ 3 h 5"/>
                <a:gd name="T28" fmla="*/ 0 w 1219"/>
                <a:gd name="T29"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9" h="5">
                  <a:moveTo>
                    <a:pt x="0" y="2"/>
                  </a:moveTo>
                  <a:cubicBezTo>
                    <a:pt x="101" y="1"/>
                    <a:pt x="203" y="0"/>
                    <a:pt x="304" y="1"/>
                  </a:cubicBezTo>
                  <a:cubicBezTo>
                    <a:pt x="355" y="1"/>
                    <a:pt x="406" y="2"/>
                    <a:pt x="457" y="2"/>
                  </a:cubicBezTo>
                  <a:cubicBezTo>
                    <a:pt x="508" y="2"/>
                    <a:pt x="559" y="1"/>
                    <a:pt x="609" y="1"/>
                  </a:cubicBezTo>
                  <a:cubicBezTo>
                    <a:pt x="711" y="1"/>
                    <a:pt x="813" y="0"/>
                    <a:pt x="914" y="0"/>
                  </a:cubicBezTo>
                  <a:cubicBezTo>
                    <a:pt x="965" y="0"/>
                    <a:pt x="1016" y="1"/>
                    <a:pt x="1067" y="1"/>
                  </a:cubicBezTo>
                  <a:cubicBezTo>
                    <a:pt x="1117" y="1"/>
                    <a:pt x="1168" y="1"/>
                    <a:pt x="1219" y="2"/>
                  </a:cubicBezTo>
                  <a:cubicBezTo>
                    <a:pt x="1219" y="3"/>
                    <a:pt x="1219" y="3"/>
                    <a:pt x="1219" y="3"/>
                  </a:cubicBezTo>
                  <a:cubicBezTo>
                    <a:pt x="1168" y="3"/>
                    <a:pt x="1117" y="4"/>
                    <a:pt x="1067" y="4"/>
                  </a:cubicBezTo>
                  <a:cubicBezTo>
                    <a:pt x="1016" y="4"/>
                    <a:pt x="965" y="4"/>
                    <a:pt x="914" y="4"/>
                  </a:cubicBezTo>
                  <a:cubicBezTo>
                    <a:pt x="813" y="5"/>
                    <a:pt x="711" y="4"/>
                    <a:pt x="609" y="3"/>
                  </a:cubicBezTo>
                  <a:cubicBezTo>
                    <a:pt x="559" y="3"/>
                    <a:pt x="508" y="3"/>
                    <a:pt x="457" y="3"/>
                  </a:cubicBezTo>
                  <a:cubicBezTo>
                    <a:pt x="406" y="3"/>
                    <a:pt x="355" y="4"/>
                    <a:pt x="304" y="4"/>
                  </a:cubicBezTo>
                  <a:cubicBezTo>
                    <a:pt x="203" y="4"/>
                    <a:pt x="101" y="4"/>
                    <a:pt x="0" y="3"/>
                  </a:cubicBezTo>
                  <a:lnTo>
                    <a:pt x="0" y="2"/>
                  </a:ln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56" name="Voľný tvar 44"/>
            <p:cNvSpPr>
              <a:spLocks/>
            </p:cNvSpPr>
            <p:nvPr/>
          </p:nvSpPr>
          <p:spPr bwMode="auto">
            <a:xfrm>
              <a:off x="4443413" y="3759200"/>
              <a:ext cx="9525" cy="1919288"/>
            </a:xfrm>
            <a:custGeom>
              <a:avLst/>
              <a:gdLst>
                <a:gd name="T0" fmla="*/ 2 w 4"/>
                <a:gd name="T1" fmla="*/ 853 h 853"/>
                <a:gd name="T2" fmla="*/ 0 w 4"/>
                <a:gd name="T3" fmla="*/ 640 h 853"/>
                <a:gd name="T4" fmla="*/ 1 w 4"/>
                <a:gd name="T5" fmla="*/ 533 h 853"/>
                <a:gd name="T6" fmla="*/ 1 w 4"/>
                <a:gd name="T7" fmla="*/ 427 h 853"/>
                <a:gd name="T8" fmla="*/ 0 w 4"/>
                <a:gd name="T9" fmla="*/ 213 h 853"/>
                <a:gd name="T10" fmla="*/ 0 w 4"/>
                <a:gd name="T11" fmla="*/ 107 h 853"/>
                <a:gd name="T12" fmla="*/ 2 w 4"/>
                <a:gd name="T13" fmla="*/ 0 h 853"/>
                <a:gd name="T14" fmla="*/ 2 w 4"/>
                <a:gd name="T15" fmla="*/ 0 h 853"/>
                <a:gd name="T16" fmla="*/ 3 w 4"/>
                <a:gd name="T17" fmla="*/ 107 h 853"/>
                <a:gd name="T18" fmla="*/ 4 w 4"/>
                <a:gd name="T19" fmla="*/ 213 h 853"/>
                <a:gd name="T20" fmla="*/ 3 w 4"/>
                <a:gd name="T21" fmla="*/ 427 h 853"/>
                <a:gd name="T22" fmla="*/ 2 w 4"/>
                <a:gd name="T23" fmla="*/ 533 h 853"/>
                <a:gd name="T24" fmla="*/ 3 w 4"/>
                <a:gd name="T25" fmla="*/ 640 h 853"/>
                <a:gd name="T26" fmla="*/ 2 w 4"/>
                <a:gd name="T27" fmla="*/ 853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 h="853">
                  <a:moveTo>
                    <a:pt x="2" y="853"/>
                  </a:moveTo>
                  <a:cubicBezTo>
                    <a:pt x="0" y="782"/>
                    <a:pt x="0" y="711"/>
                    <a:pt x="0" y="640"/>
                  </a:cubicBezTo>
                  <a:cubicBezTo>
                    <a:pt x="0" y="604"/>
                    <a:pt x="1" y="569"/>
                    <a:pt x="1" y="533"/>
                  </a:cubicBezTo>
                  <a:cubicBezTo>
                    <a:pt x="1" y="498"/>
                    <a:pt x="1" y="462"/>
                    <a:pt x="1" y="427"/>
                  </a:cubicBezTo>
                  <a:cubicBezTo>
                    <a:pt x="0" y="356"/>
                    <a:pt x="0" y="284"/>
                    <a:pt x="0" y="213"/>
                  </a:cubicBezTo>
                  <a:cubicBezTo>
                    <a:pt x="0" y="178"/>
                    <a:pt x="0" y="142"/>
                    <a:pt x="0" y="107"/>
                  </a:cubicBezTo>
                  <a:cubicBezTo>
                    <a:pt x="1" y="71"/>
                    <a:pt x="1" y="36"/>
                    <a:pt x="2" y="0"/>
                  </a:cubicBezTo>
                  <a:cubicBezTo>
                    <a:pt x="2" y="0"/>
                    <a:pt x="2" y="0"/>
                    <a:pt x="2" y="0"/>
                  </a:cubicBezTo>
                  <a:cubicBezTo>
                    <a:pt x="3" y="36"/>
                    <a:pt x="3" y="71"/>
                    <a:pt x="3" y="107"/>
                  </a:cubicBezTo>
                  <a:cubicBezTo>
                    <a:pt x="4" y="142"/>
                    <a:pt x="4" y="178"/>
                    <a:pt x="4" y="213"/>
                  </a:cubicBezTo>
                  <a:cubicBezTo>
                    <a:pt x="4" y="284"/>
                    <a:pt x="3" y="356"/>
                    <a:pt x="3" y="427"/>
                  </a:cubicBezTo>
                  <a:cubicBezTo>
                    <a:pt x="3" y="462"/>
                    <a:pt x="2" y="498"/>
                    <a:pt x="2" y="533"/>
                  </a:cubicBezTo>
                  <a:cubicBezTo>
                    <a:pt x="3" y="569"/>
                    <a:pt x="3" y="604"/>
                    <a:pt x="3" y="640"/>
                  </a:cubicBezTo>
                  <a:cubicBezTo>
                    <a:pt x="4" y="711"/>
                    <a:pt x="3" y="782"/>
                    <a:pt x="2" y="853"/>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57" name="Voľný tvar 45"/>
            <p:cNvSpPr>
              <a:spLocks noEditPoints="1"/>
            </p:cNvSpPr>
            <p:nvPr/>
          </p:nvSpPr>
          <p:spPr bwMode="auto">
            <a:xfrm>
              <a:off x="903288" y="5772150"/>
              <a:ext cx="341313" cy="331788"/>
            </a:xfrm>
            <a:custGeom>
              <a:avLst/>
              <a:gdLst>
                <a:gd name="T0" fmla="*/ 127 w 152"/>
                <a:gd name="T1" fmla="*/ 122 h 148"/>
                <a:gd name="T2" fmla="*/ 84 w 152"/>
                <a:gd name="T3" fmla="*/ 134 h 148"/>
                <a:gd name="T4" fmla="*/ 112 w 152"/>
                <a:gd name="T5" fmla="*/ 131 h 148"/>
                <a:gd name="T6" fmla="*/ 48 w 152"/>
                <a:gd name="T7" fmla="*/ 142 h 148"/>
                <a:gd name="T8" fmla="*/ 4 w 152"/>
                <a:gd name="T9" fmla="*/ 95 h 148"/>
                <a:gd name="T10" fmla="*/ 20 w 152"/>
                <a:gd name="T11" fmla="*/ 61 h 148"/>
                <a:gd name="T12" fmla="*/ 26 w 152"/>
                <a:gd name="T13" fmla="*/ 58 h 148"/>
                <a:gd name="T14" fmla="*/ 31 w 152"/>
                <a:gd name="T15" fmla="*/ 23 h 148"/>
                <a:gd name="T16" fmla="*/ 19 w 152"/>
                <a:gd name="T17" fmla="*/ 0 h 148"/>
                <a:gd name="T18" fmla="*/ 33 w 152"/>
                <a:gd name="T19" fmla="*/ 57 h 148"/>
                <a:gd name="T20" fmla="*/ 41 w 152"/>
                <a:gd name="T21" fmla="*/ 63 h 148"/>
                <a:gd name="T22" fmla="*/ 36 w 152"/>
                <a:gd name="T23" fmla="*/ 80 h 148"/>
                <a:gd name="T24" fmla="*/ 26 w 152"/>
                <a:gd name="T25" fmla="*/ 67 h 148"/>
                <a:gd name="T26" fmla="*/ 64 w 152"/>
                <a:gd name="T27" fmla="*/ 132 h 148"/>
                <a:gd name="T28" fmla="*/ 84 w 152"/>
                <a:gd name="T29" fmla="*/ 112 h 148"/>
                <a:gd name="T30" fmla="*/ 77 w 152"/>
                <a:gd name="T31" fmla="*/ 131 h 148"/>
                <a:gd name="T32" fmla="*/ 152 w 152"/>
                <a:gd name="T33" fmla="*/ 129 h 148"/>
                <a:gd name="T34" fmla="*/ 114 w 152"/>
                <a:gd name="T35" fmla="*/ 131 h 148"/>
                <a:gd name="T36" fmla="*/ 127 w 152"/>
                <a:gd name="T37" fmla="*/ 122 h 148"/>
                <a:gd name="T38" fmla="*/ 74 w 152"/>
                <a:gd name="T39" fmla="*/ 128 h 148"/>
                <a:gd name="T40" fmla="*/ 68 w 152"/>
                <a:gd name="T41" fmla="*/ 112 h 148"/>
                <a:gd name="T42" fmla="*/ 66 w 152"/>
                <a:gd name="T43" fmla="*/ 117 h 148"/>
                <a:gd name="T44" fmla="*/ 66 w 152"/>
                <a:gd name="T45" fmla="*/ 125 h 148"/>
                <a:gd name="T46" fmla="*/ 73 w 152"/>
                <a:gd name="T47" fmla="*/ 128 h 148"/>
                <a:gd name="T48" fmla="*/ 74 w 152"/>
                <a:gd name="T49" fmla="*/ 114 h 148"/>
                <a:gd name="T50" fmla="*/ 74 w 152"/>
                <a:gd name="T51" fmla="*/ 128 h 148"/>
                <a:gd name="T52" fmla="*/ 9 w 152"/>
                <a:gd name="T53" fmla="*/ 88 h 148"/>
                <a:gd name="T54" fmla="*/ 56 w 152"/>
                <a:gd name="T55" fmla="*/ 135 h 148"/>
                <a:gd name="T56" fmla="*/ 9 w 152"/>
                <a:gd name="T57" fmla="*/ 88 h 148"/>
                <a:gd name="T58" fmla="*/ 37 w 152"/>
                <a:gd name="T59" fmla="*/ 61 h 148"/>
                <a:gd name="T60" fmla="*/ 31 w 152"/>
                <a:gd name="T61" fmla="*/ 77 h 148"/>
                <a:gd name="T62" fmla="*/ 37 w 152"/>
                <a:gd name="T63" fmla="*/ 61 h 148"/>
                <a:gd name="T64" fmla="*/ 30 w 152"/>
                <a:gd name="T65" fmla="*/ 57 h 148"/>
                <a:gd name="T66" fmla="*/ 33 w 152"/>
                <a:gd name="T67" fmla="*/ 31 h 148"/>
                <a:gd name="T68" fmla="*/ 30 w 152"/>
                <a:gd name="T69" fmla="*/ 57 h 148"/>
                <a:gd name="T70" fmla="*/ 30 w 152"/>
                <a:gd name="T71" fmla="*/ 61 h 148"/>
                <a:gd name="T72" fmla="*/ 30 w 152"/>
                <a:gd name="T73" fmla="*/ 74 h 148"/>
                <a:gd name="T74" fmla="*/ 30 w 152"/>
                <a:gd name="T75" fmla="*/ 61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2" h="148">
                  <a:moveTo>
                    <a:pt x="127" y="122"/>
                  </a:moveTo>
                  <a:cubicBezTo>
                    <a:pt x="115" y="118"/>
                    <a:pt x="99" y="137"/>
                    <a:pt x="84" y="134"/>
                  </a:cubicBezTo>
                  <a:cubicBezTo>
                    <a:pt x="92" y="142"/>
                    <a:pt x="106" y="130"/>
                    <a:pt x="112" y="131"/>
                  </a:cubicBezTo>
                  <a:cubicBezTo>
                    <a:pt x="95" y="147"/>
                    <a:pt x="66" y="127"/>
                    <a:pt x="48" y="142"/>
                  </a:cubicBezTo>
                  <a:cubicBezTo>
                    <a:pt x="19" y="142"/>
                    <a:pt x="1" y="123"/>
                    <a:pt x="4" y="95"/>
                  </a:cubicBezTo>
                  <a:cubicBezTo>
                    <a:pt x="6" y="82"/>
                    <a:pt x="19" y="74"/>
                    <a:pt x="20" y="61"/>
                  </a:cubicBezTo>
                  <a:cubicBezTo>
                    <a:pt x="23" y="58"/>
                    <a:pt x="22" y="60"/>
                    <a:pt x="26" y="58"/>
                  </a:cubicBezTo>
                  <a:cubicBezTo>
                    <a:pt x="25" y="45"/>
                    <a:pt x="33" y="34"/>
                    <a:pt x="31" y="23"/>
                  </a:cubicBezTo>
                  <a:cubicBezTo>
                    <a:pt x="30" y="12"/>
                    <a:pt x="19" y="8"/>
                    <a:pt x="19" y="0"/>
                  </a:cubicBezTo>
                  <a:cubicBezTo>
                    <a:pt x="36" y="7"/>
                    <a:pt x="41" y="36"/>
                    <a:pt x="33" y="57"/>
                  </a:cubicBezTo>
                  <a:cubicBezTo>
                    <a:pt x="34" y="60"/>
                    <a:pt x="40" y="59"/>
                    <a:pt x="41" y="63"/>
                  </a:cubicBezTo>
                  <a:cubicBezTo>
                    <a:pt x="43" y="69"/>
                    <a:pt x="40" y="75"/>
                    <a:pt x="36" y="80"/>
                  </a:cubicBezTo>
                  <a:cubicBezTo>
                    <a:pt x="27" y="79"/>
                    <a:pt x="20" y="74"/>
                    <a:pt x="26" y="67"/>
                  </a:cubicBezTo>
                  <a:cubicBezTo>
                    <a:pt x="1" y="88"/>
                    <a:pt x="14" y="148"/>
                    <a:pt x="64" y="132"/>
                  </a:cubicBezTo>
                  <a:cubicBezTo>
                    <a:pt x="54" y="118"/>
                    <a:pt x="73" y="97"/>
                    <a:pt x="84" y="112"/>
                  </a:cubicBezTo>
                  <a:cubicBezTo>
                    <a:pt x="86" y="123"/>
                    <a:pt x="81" y="126"/>
                    <a:pt x="77" y="131"/>
                  </a:cubicBezTo>
                  <a:cubicBezTo>
                    <a:pt x="101" y="137"/>
                    <a:pt x="133" y="102"/>
                    <a:pt x="152" y="129"/>
                  </a:cubicBezTo>
                  <a:cubicBezTo>
                    <a:pt x="143" y="117"/>
                    <a:pt x="124" y="124"/>
                    <a:pt x="114" y="131"/>
                  </a:cubicBezTo>
                  <a:cubicBezTo>
                    <a:pt x="116" y="126"/>
                    <a:pt x="123" y="126"/>
                    <a:pt x="127" y="122"/>
                  </a:cubicBezTo>
                  <a:close/>
                  <a:moveTo>
                    <a:pt x="74" y="128"/>
                  </a:moveTo>
                  <a:cubicBezTo>
                    <a:pt x="91" y="127"/>
                    <a:pt x="78" y="98"/>
                    <a:pt x="68" y="112"/>
                  </a:cubicBezTo>
                  <a:cubicBezTo>
                    <a:pt x="75" y="112"/>
                    <a:pt x="69" y="117"/>
                    <a:pt x="66" y="117"/>
                  </a:cubicBezTo>
                  <a:cubicBezTo>
                    <a:pt x="66" y="119"/>
                    <a:pt x="66" y="122"/>
                    <a:pt x="66" y="125"/>
                  </a:cubicBezTo>
                  <a:cubicBezTo>
                    <a:pt x="68" y="126"/>
                    <a:pt x="69" y="128"/>
                    <a:pt x="73" y="128"/>
                  </a:cubicBezTo>
                  <a:cubicBezTo>
                    <a:pt x="75" y="124"/>
                    <a:pt x="80" y="117"/>
                    <a:pt x="74" y="114"/>
                  </a:cubicBezTo>
                  <a:cubicBezTo>
                    <a:pt x="84" y="115"/>
                    <a:pt x="78" y="125"/>
                    <a:pt x="74" y="128"/>
                  </a:cubicBezTo>
                  <a:close/>
                  <a:moveTo>
                    <a:pt x="9" y="88"/>
                  </a:moveTo>
                  <a:cubicBezTo>
                    <a:pt x="0" y="121"/>
                    <a:pt x="28" y="148"/>
                    <a:pt x="56" y="135"/>
                  </a:cubicBezTo>
                  <a:cubicBezTo>
                    <a:pt x="20" y="145"/>
                    <a:pt x="13" y="115"/>
                    <a:pt x="9" y="88"/>
                  </a:cubicBezTo>
                  <a:close/>
                  <a:moveTo>
                    <a:pt x="37" y="61"/>
                  </a:moveTo>
                  <a:cubicBezTo>
                    <a:pt x="38" y="69"/>
                    <a:pt x="34" y="72"/>
                    <a:pt x="31" y="77"/>
                  </a:cubicBezTo>
                  <a:cubicBezTo>
                    <a:pt x="40" y="78"/>
                    <a:pt x="42" y="66"/>
                    <a:pt x="37" y="61"/>
                  </a:cubicBezTo>
                  <a:close/>
                  <a:moveTo>
                    <a:pt x="30" y="57"/>
                  </a:moveTo>
                  <a:cubicBezTo>
                    <a:pt x="30" y="49"/>
                    <a:pt x="38" y="40"/>
                    <a:pt x="33" y="31"/>
                  </a:cubicBezTo>
                  <a:cubicBezTo>
                    <a:pt x="34" y="41"/>
                    <a:pt x="26" y="49"/>
                    <a:pt x="30" y="57"/>
                  </a:cubicBezTo>
                  <a:close/>
                  <a:moveTo>
                    <a:pt x="30" y="61"/>
                  </a:moveTo>
                  <a:cubicBezTo>
                    <a:pt x="28" y="63"/>
                    <a:pt x="27" y="72"/>
                    <a:pt x="30" y="74"/>
                  </a:cubicBezTo>
                  <a:cubicBezTo>
                    <a:pt x="33" y="70"/>
                    <a:pt x="36" y="63"/>
                    <a:pt x="30" y="61"/>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58" name="Voľný tvar 46"/>
            <p:cNvSpPr>
              <a:spLocks noEditPoints="1"/>
            </p:cNvSpPr>
            <p:nvPr/>
          </p:nvSpPr>
          <p:spPr bwMode="auto">
            <a:xfrm>
              <a:off x="906463" y="5768975"/>
              <a:ext cx="341313" cy="323850"/>
            </a:xfrm>
            <a:custGeom>
              <a:avLst/>
              <a:gdLst>
                <a:gd name="T0" fmla="*/ 2 w 151"/>
                <a:gd name="T1" fmla="*/ 96 h 144"/>
                <a:gd name="T2" fmla="*/ 21 w 151"/>
                <a:gd name="T3" fmla="*/ 59 h 144"/>
                <a:gd name="T4" fmla="*/ 22 w 151"/>
                <a:gd name="T5" fmla="*/ 12 h 144"/>
                <a:gd name="T6" fmla="*/ 32 w 151"/>
                <a:gd name="T7" fmla="*/ 58 h 144"/>
                <a:gd name="T8" fmla="*/ 34 w 151"/>
                <a:gd name="T9" fmla="*/ 81 h 144"/>
                <a:gd name="T10" fmla="*/ 15 w 151"/>
                <a:gd name="T11" fmla="*/ 112 h 144"/>
                <a:gd name="T12" fmla="*/ 73 w 151"/>
                <a:gd name="T13" fmla="*/ 107 h 144"/>
                <a:gd name="T14" fmla="*/ 76 w 151"/>
                <a:gd name="T15" fmla="*/ 131 h 144"/>
                <a:gd name="T16" fmla="*/ 151 w 151"/>
                <a:gd name="T17" fmla="*/ 130 h 144"/>
                <a:gd name="T18" fmla="*/ 110 w 151"/>
                <a:gd name="T19" fmla="*/ 134 h 144"/>
                <a:gd name="T20" fmla="*/ 66 w 151"/>
                <a:gd name="T21" fmla="*/ 138 h 144"/>
                <a:gd name="T22" fmla="*/ 12 w 151"/>
                <a:gd name="T23" fmla="*/ 128 h 144"/>
                <a:gd name="T24" fmla="*/ 86 w 151"/>
                <a:gd name="T25" fmla="*/ 138 h 144"/>
                <a:gd name="T26" fmla="*/ 86 w 151"/>
                <a:gd name="T27" fmla="*/ 134 h 144"/>
                <a:gd name="T28" fmla="*/ 75 w 151"/>
                <a:gd name="T29" fmla="*/ 133 h 144"/>
                <a:gd name="T30" fmla="*/ 77 w 151"/>
                <a:gd name="T31" fmla="*/ 128 h 144"/>
                <a:gd name="T32" fmla="*/ 66 w 151"/>
                <a:gd name="T33" fmla="*/ 128 h 144"/>
                <a:gd name="T34" fmla="*/ 64 w 151"/>
                <a:gd name="T35" fmla="*/ 117 h 144"/>
                <a:gd name="T36" fmla="*/ 65 w 151"/>
                <a:gd name="T37" fmla="*/ 114 h 144"/>
                <a:gd name="T38" fmla="*/ 63 w 151"/>
                <a:gd name="T39" fmla="*/ 133 h 144"/>
                <a:gd name="T40" fmla="*/ 54 w 151"/>
                <a:gd name="T41" fmla="*/ 137 h 144"/>
                <a:gd name="T42" fmla="*/ 7 w 151"/>
                <a:gd name="T43" fmla="*/ 86 h 144"/>
                <a:gd name="T44" fmla="*/ 41 w 151"/>
                <a:gd name="T45" fmla="*/ 139 h 144"/>
                <a:gd name="T46" fmla="*/ 92 w 151"/>
                <a:gd name="T47" fmla="*/ 138 h 144"/>
                <a:gd name="T48" fmla="*/ 41 w 151"/>
                <a:gd name="T49" fmla="*/ 137 h 144"/>
                <a:gd name="T50" fmla="*/ 26 w 151"/>
                <a:gd name="T51" fmla="*/ 65 h 144"/>
                <a:gd name="T52" fmla="*/ 32 w 151"/>
                <a:gd name="T53" fmla="*/ 64 h 144"/>
                <a:gd name="T54" fmla="*/ 26 w 151"/>
                <a:gd name="T55" fmla="*/ 72 h 144"/>
                <a:gd name="T56" fmla="*/ 33 w 151"/>
                <a:gd name="T57" fmla="*/ 80 h 144"/>
                <a:gd name="T58" fmla="*/ 38 w 151"/>
                <a:gd name="T59" fmla="*/ 73 h 144"/>
                <a:gd name="T60" fmla="*/ 28 w 151"/>
                <a:gd name="T61" fmla="*/ 78 h 144"/>
                <a:gd name="T62" fmla="*/ 34 w 151"/>
                <a:gd name="T63" fmla="*/ 61 h 144"/>
                <a:gd name="T64" fmla="*/ 18 w 151"/>
                <a:gd name="T65" fmla="*/ 2 h 144"/>
                <a:gd name="T66" fmla="*/ 31 w 151"/>
                <a:gd name="T67" fmla="*/ 32 h 144"/>
                <a:gd name="T68" fmla="*/ 27 w 151"/>
                <a:gd name="T69" fmla="*/ 58 h 144"/>
                <a:gd name="T70" fmla="*/ 28 w 151"/>
                <a:gd name="T71" fmla="*/ 42 h 144"/>
                <a:gd name="T72" fmla="*/ 21 w 151"/>
                <a:gd name="T73" fmla="*/ 61 h 144"/>
                <a:gd name="T74" fmla="*/ 7 w 151"/>
                <a:gd name="T75" fmla="*/ 86 h 144"/>
                <a:gd name="T76" fmla="*/ 110 w 151"/>
                <a:gd name="T77" fmla="*/ 131 h 144"/>
                <a:gd name="T78" fmla="*/ 121 w 151"/>
                <a:gd name="T79" fmla="*/ 123 h 144"/>
                <a:gd name="T80" fmla="*/ 67 w 151"/>
                <a:gd name="T81" fmla="*/ 127 h 144"/>
                <a:gd name="T82" fmla="*/ 74 w 151"/>
                <a:gd name="T83" fmla="*/ 118 h 144"/>
                <a:gd name="T84" fmla="*/ 64 w 151"/>
                <a:gd name="T85" fmla="*/ 118 h 144"/>
                <a:gd name="T86" fmla="*/ 75 w 151"/>
                <a:gd name="T87" fmla="*/ 118 h 144"/>
                <a:gd name="T88" fmla="*/ 70 w 151"/>
                <a:gd name="T89" fmla="*/ 114 h 144"/>
                <a:gd name="T90" fmla="*/ 79 w 151"/>
                <a:gd name="T91" fmla="*/ 120 h 144"/>
                <a:gd name="T92" fmla="*/ 122 w 151"/>
                <a:gd name="T93" fmla="*/ 122 h 144"/>
                <a:gd name="T94" fmla="*/ 123 w 151"/>
                <a:gd name="T95" fmla="*/ 125 h 144"/>
                <a:gd name="T96" fmla="*/ 122 w 151"/>
                <a:gd name="T97" fmla="*/ 122 h 144"/>
                <a:gd name="T98" fmla="*/ 81 w 151"/>
                <a:gd name="T99" fmla="*/ 114 h 144"/>
                <a:gd name="T100" fmla="*/ 32 w 151"/>
                <a:gd name="T101" fmla="*/ 74 h 144"/>
                <a:gd name="T102" fmla="*/ 28 w 151"/>
                <a:gd name="T103" fmla="*/ 63 h 144"/>
                <a:gd name="T104" fmla="*/ 28 w 151"/>
                <a:gd name="T105" fmla="*/ 63 h 144"/>
                <a:gd name="T106" fmla="*/ 29 w 151"/>
                <a:gd name="T107" fmla="*/ 4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1" h="144">
                  <a:moveTo>
                    <a:pt x="47" y="144"/>
                  </a:moveTo>
                  <a:cubicBezTo>
                    <a:pt x="46" y="144"/>
                    <a:pt x="46" y="144"/>
                    <a:pt x="46" y="144"/>
                  </a:cubicBezTo>
                  <a:cubicBezTo>
                    <a:pt x="32" y="144"/>
                    <a:pt x="19" y="139"/>
                    <a:pt x="11" y="129"/>
                  </a:cubicBezTo>
                  <a:cubicBezTo>
                    <a:pt x="3" y="121"/>
                    <a:pt x="0" y="109"/>
                    <a:pt x="2" y="96"/>
                  </a:cubicBezTo>
                  <a:cubicBezTo>
                    <a:pt x="3" y="90"/>
                    <a:pt x="6" y="84"/>
                    <a:pt x="10" y="79"/>
                  </a:cubicBezTo>
                  <a:cubicBezTo>
                    <a:pt x="13" y="73"/>
                    <a:pt x="17" y="68"/>
                    <a:pt x="17" y="62"/>
                  </a:cubicBezTo>
                  <a:cubicBezTo>
                    <a:pt x="17" y="62"/>
                    <a:pt x="17" y="62"/>
                    <a:pt x="17" y="62"/>
                  </a:cubicBezTo>
                  <a:cubicBezTo>
                    <a:pt x="19" y="60"/>
                    <a:pt x="20" y="59"/>
                    <a:pt x="21" y="59"/>
                  </a:cubicBezTo>
                  <a:cubicBezTo>
                    <a:pt x="21" y="59"/>
                    <a:pt x="22" y="59"/>
                    <a:pt x="23" y="59"/>
                  </a:cubicBezTo>
                  <a:cubicBezTo>
                    <a:pt x="23" y="53"/>
                    <a:pt x="24" y="47"/>
                    <a:pt x="26" y="41"/>
                  </a:cubicBezTo>
                  <a:cubicBezTo>
                    <a:pt x="28" y="35"/>
                    <a:pt x="30" y="30"/>
                    <a:pt x="29" y="24"/>
                  </a:cubicBezTo>
                  <a:cubicBezTo>
                    <a:pt x="28" y="19"/>
                    <a:pt x="25" y="15"/>
                    <a:pt x="22" y="12"/>
                  </a:cubicBezTo>
                  <a:cubicBezTo>
                    <a:pt x="19" y="8"/>
                    <a:pt x="16" y="5"/>
                    <a:pt x="16" y="1"/>
                  </a:cubicBezTo>
                  <a:cubicBezTo>
                    <a:pt x="16" y="0"/>
                    <a:pt x="16" y="0"/>
                    <a:pt x="16" y="0"/>
                  </a:cubicBezTo>
                  <a:cubicBezTo>
                    <a:pt x="17" y="0"/>
                    <a:pt x="17" y="0"/>
                    <a:pt x="17" y="0"/>
                  </a:cubicBezTo>
                  <a:cubicBezTo>
                    <a:pt x="35" y="8"/>
                    <a:pt x="40" y="37"/>
                    <a:pt x="32" y="58"/>
                  </a:cubicBezTo>
                  <a:cubicBezTo>
                    <a:pt x="32" y="59"/>
                    <a:pt x="34" y="59"/>
                    <a:pt x="35" y="60"/>
                  </a:cubicBezTo>
                  <a:cubicBezTo>
                    <a:pt x="37" y="61"/>
                    <a:pt x="39" y="61"/>
                    <a:pt x="40" y="63"/>
                  </a:cubicBezTo>
                  <a:cubicBezTo>
                    <a:pt x="43" y="72"/>
                    <a:pt x="37" y="78"/>
                    <a:pt x="34" y="81"/>
                  </a:cubicBezTo>
                  <a:cubicBezTo>
                    <a:pt x="34" y="81"/>
                    <a:pt x="34" y="81"/>
                    <a:pt x="34" y="81"/>
                  </a:cubicBezTo>
                  <a:cubicBezTo>
                    <a:pt x="34" y="81"/>
                    <a:pt x="34" y="81"/>
                    <a:pt x="34" y="81"/>
                  </a:cubicBezTo>
                  <a:cubicBezTo>
                    <a:pt x="28" y="81"/>
                    <a:pt x="23" y="79"/>
                    <a:pt x="22" y="76"/>
                  </a:cubicBezTo>
                  <a:cubicBezTo>
                    <a:pt x="21" y="75"/>
                    <a:pt x="21" y="73"/>
                    <a:pt x="21" y="71"/>
                  </a:cubicBezTo>
                  <a:cubicBezTo>
                    <a:pt x="12" y="82"/>
                    <a:pt x="10" y="98"/>
                    <a:pt x="15" y="112"/>
                  </a:cubicBezTo>
                  <a:cubicBezTo>
                    <a:pt x="20" y="127"/>
                    <a:pt x="32" y="135"/>
                    <a:pt x="46" y="135"/>
                  </a:cubicBezTo>
                  <a:cubicBezTo>
                    <a:pt x="51" y="135"/>
                    <a:pt x="56" y="134"/>
                    <a:pt x="61" y="133"/>
                  </a:cubicBezTo>
                  <a:cubicBezTo>
                    <a:pt x="58" y="128"/>
                    <a:pt x="57" y="122"/>
                    <a:pt x="60" y="116"/>
                  </a:cubicBezTo>
                  <a:cubicBezTo>
                    <a:pt x="63" y="111"/>
                    <a:pt x="68" y="107"/>
                    <a:pt x="73" y="107"/>
                  </a:cubicBezTo>
                  <a:cubicBezTo>
                    <a:pt x="75" y="107"/>
                    <a:pt x="79" y="108"/>
                    <a:pt x="83" y="113"/>
                  </a:cubicBezTo>
                  <a:cubicBezTo>
                    <a:pt x="83" y="113"/>
                    <a:pt x="83" y="113"/>
                    <a:pt x="83" y="113"/>
                  </a:cubicBezTo>
                  <a:cubicBezTo>
                    <a:pt x="84" y="122"/>
                    <a:pt x="81" y="126"/>
                    <a:pt x="77" y="130"/>
                  </a:cubicBezTo>
                  <a:cubicBezTo>
                    <a:pt x="77" y="130"/>
                    <a:pt x="77" y="131"/>
                    <a:pt x="76" y="131"/>
                  </a:cubicBezTo>
                  <a:cubicBezTo>
                    <a:pt x="78" y="132"/>
                    <a:pt x="80" y="132"/>
                    <a:pt x="82" y="132"/>
                  </a:cubicBezTo>
                  <a:cubicBezTo>
                    <a:pt x="90" y="132"/>
                    <a:pt x="98" y="129"/>
                    <a:pt x="107" y="125"/>
                  </a:cubicBezTo>
                  <a:cubicBezTo>
                    <a:pt x="115" y="122"/>
                    <a:pt x="123" y="119"/>
                    <a:pt x="131" y="119"/>
                  </a:cubicBezTo>
                  <a:cubicBezTo>
                    <a:pt x="139" y="119"/>
                    <a:pt x="146" y="123"/>
                    <a:pt x="151" y="130"/>
                  </a:cubicBezTo>
                  <a:cubicBezTo>
                    <a:pt x="150" y="131"/>
                    <a:pt x="150" y="131"/>
                    <a:pt x="150" y="131"/>
                  </a:cubicBezTo>
                  <a:cubicBezTo>
                    <a:pt x="146" y="127"/>
                    <a:pt x="142" y="124"/>
                    <a:pt x="136" y="124"/>
                  </a:cubicBezTo>
                  <a:cubicBezTo>
                    <a:pt x="126" y="124"/>
                    <a:pt x="115" y="131"/>
                    <a:pt x="112" y="132"/>
                  </a:cubicBezTo>
                  <a:cubicBezTo>
                    <a:pt x="110" y="134"/>
                    <a:pt x="110" y="134"/>
                    <a:pt x="110" y="134"/>
                  </a:cubicBezTo>
                  <a:cubicBezTo>
                    <a:pt x="110" y="133"/>
                    <a:pt x="110" y="133"/>
                    <a:pt x="110" y="133"/>
                  </a:cubicBezTo>
                  <a:cubicBezTo>
                    <a:pt x="105" y="137"/>
                    <a:pt x="99" y="139"/>
                    <a:pt x="90" y="139"/>
                  </a:cubicBezTo>
                  <a:cubicBezTo>
                    <a:pt x="86" y="139"/>
                    <a:pt x="82" y="139"/>
                    <a:pt x="78" y="139"/>
                  </a:cubicBezTo>
                  <a:cubicBezTo>
                    <a:pt x="74" y="138"/>
                    <a:pt x="70" y="138"/>
                    <a:pt x="66" y="138"/>
                  </a:cubicBezTo>
                  <a:cubicBezTo>
                    <a:pt x="58" y="138"/>
                    <a:pt x="52" y="140"/>
                    <a:pt x="47" y="144"/>
                  </a:cubicBezTo>
                  <a:close/>
                  <a:moveTo>
                    <a:pt x="7" y="86"/>
                  </a:moveTo>
                  <a:cubicBezTo>
                    <a:pt x="5" y="89"/>
                    <a:pt x="4" y="93"/>
                    <a:pt x="3" y="96"/>
                  </a:cubicBezTo>
                  <a:cubicBezTo>
                    <a:pt x="2" y="109"/>
                    <a:pt x="5" y="120"/>
                    <a:pt x="12" y="128"/>
                  </a:cubicBezTo>
                  <a:cubicBezTo>
                    <a:pt x="20" y="137"/>
                    <a:pt x="32" y="142"/>
                    <a:pt x="46" y="142"/>
                  </a:cubicBezTo>
                  <a:cubicBezTo>
                    <a:pt x="51" y="138"/>
                    <a:pt x="57" y="136"/>
                    <a:pt x="66" y="136"/>
                  </a:cubicBezTo>
                  <a:cubicBezTo>
                    <a:pt x="70" y="136"/>
                    <a:pt x="74" y="137"/>
                    <a:pt x="78" y="137"/>
                  </a:cubicBezTo>
                  <a:cubicBezTo>
                    <a:pt x="81" y="137"/>
                    <a:pt x="83" y="138"/>
                    <a:pt x="86" y="138"/>
                  </a:cubicBezTo>
                  <a:cubicBezTo>
                    <a:pt x="84" y="137"/>
                    <a:pt x="83" y="136"/>
                    <a:pt x="81" y="135"/>
                  </a:cubicBezTo>
                  <a:cubicBezTo>
                    <a:pt x="80" y="133"/>
                    <a:pt x="80" y="133"/>
                    <a:pt x="80" y="133"/>
                  </a:cubicBezTo>
                  <a:cubicBezTo>
                    <a:pt x="82" y="134"/>
                    <a:pt x="82" y="134"/>
                    <a:pt x="82" y="134"/>
                  </a:cubicBezTo>
                  <a:cubicBezTo>
                    <a:pt x="83" y="134"/>
                    <a:pt x="84" y="134"/>
                    <a:pt x="86" y="134"/>
                  </a:cubicBezTo>
                  <a:cubicBezTo>
                    <a:pt x="92" y="134"/>
                    <a:pt x="99" y="131"/>
                    <a:pt x="105" y="128"/>
                  </a:cubicBezTo>
                  <a:cubicBezTo>
                    <a:pt x="105" y="128"/>
                    <a:pt x="105" y="128"/>
                    <a:pt x="105" y="128"/>
                  </a:cubicBezTo>
                  <a:cubicBezTo>
                    <a:pt x="97" y="131"/>
                    <a:pt x="89" y="133"/>
                    <a:pt x="82" y="133"/>
                  </a:cubicBezTo>
                  <a:cubicBezTo>
                    <a:pt x="79" y="133"/>
                    <a:pt x="77" y="133"/>
                    <a:pt x="75" y="133"/>
                  </a:cubicBezTo>
                  <a:cubicBezTo>
                    <a:pt x="74" y="132"/>
                    <a:pt x="74" y="132"/>
                    <a:pt x="74" y="132"/>
                  </a:cubicBezTo>
                  <a:cubicBezTo>
                    <a:pt x="74" y="131"/>
                    <a:pt x="74" y="131"/>
                    <a:pt x="74" y="131"/>
                  </a:cubicBezTo>
                  <a:cubicBezTo>
                    <a:pt x="75" y="131"/>
                    <a:pt x="76" y="130"/>
                    <a:pt x="76" y="129"/>
                  </a:cubicBezTo>
                  <a:cubicBezTo>
                    <a:pt x="77" y="129"/>
                    <a:pt x="77" y="128"/>
                    <a:pt x="77" y="128"/>
                  </a:cubicBezTo>
                  <a:cubicBezTo>
                    <a:pt x="76" y="129"/>
                    <a:pt x="74" y="130"/>
                    <a:pt x="72" y="130"/>
                  </a:cubicBezTo>
                  <a:cubicBezTo>
                    <a:pt x="70" y="130"/>
                    <a:pt x="70" y="130"/>
                    <a:pt x="70" y="130"/>
                  </a:cubicBezTo>
                  <a:cubicBezTo>
                    <a:pt x="70" y="130"/>
                    <a:pt x="70" y="130"/>
                    <a:pt x="70" y="130"/>
                  </a:cubicBezTo>
                  <a:cubicBezTo>
                    <a:pt x="68" y="130"/>
                    <a:pt x="67" y="129"/>
                    <a:pt x="66" y="128"/>
                  </a:cubicBezTo>
                  <a:cubicBezTo>
                    <a:pt x="65" y="128"/>
                    <a:pt x="64" y="127"/>
                    <a:pt x="63" y="127"/>
                  </a:cubicBezTo>
                  <a:cubicBezTo>
                    <a:pt x="63" y="127"/>
                    <a:pt x="63" y="127"/>
                    <a:pt x="63" y="127"/>
                  </a:cubicBezTo>
                  <a:cubicBezTo>
                    <a:pt x="63" y="117"/>
                    <a:pt x="63" y="117"/>
                    <a:pt x="63" y="117"/>
                  </a:cubicBezTo>
                  <a:cubicBezTo>
                    <a:pt x="64" y="117"/>
                    <a:pt x="64" y="117"/>
                    <a:pt x="64" y="117"/>
                  </a:cubicBezTo>
                  <a:cubicBezTo>
                    <a:pt x="64" y="117"/>
                    <a:pt x="64" y="117"/>
                    <a:pt x="64" y="117"/>
                  </a:cubicBezTo>
                  <a:cubicBezTo>
                    <a:pt x="66" y="117"/>
                    <a:pt x="68" y="115"/>
                    <a:pt x="68" y="114"/>
                  </a:cubicBezTo>
                  <a:cubicBezTo>
                    <a:pt x="68" y="114"/>
                    <a:pt x="68" y="114"/>
                    <a:pt x="66" y="114"/>
                  </a:cubicBezTo>
                  <a:cubicBezTo>
                    <a:pt x="65" y="114"/>
                    <a:pt x="65" y="114"/>
                    <a:pt x="65" y="114"/>
                  </a:cubicBezTo>
                  <a:cubicBezTo>
                    <a:pt x="66" y="113"/>
                    <a:pt x="66" y="113"/>
                    <a:pt x="66" y="113"/>
                  </a:cubicBezTo>
                  <a:cubicBezTo>
                    <a:pt x="67" y="110"/>
                    <a:pt x="69" y="109"/>
                    <a:pt x="71" y="109"/>
                  </a:cubicBezTo>
                  <a:cubicBezTo>
                    <a:pt x="67" y="110"/>
                    <a:pt x="64" y="113"/>
                    <a:pt x="62" y="117"/>
                  </a:cubicBezTo>
                  <a:cubicBezTo>
                    <a:pt x="59" y="122"/>
                    <a:pt x="59" y="128"/>
                    <a:pt x="63" y="133"/>
                  </a:cubicBezTo>
                  <a:cubicBezTo>
                    <a:pt x="63" y="134"/>
                    <a:pt x="63" y="134"/>
                    <a:pt x="63" y="134"/>
                  </a:cubicBezTo>
                  <a:cubicBezTo>
                    <a:pt x="62" y="134"/>
                    <a:pt x="62" y="134"/>
                    <a:pt x="62" y="134"/>
                  </a:cubicBezTo>
                  <a:cubicBezTo>
                    <a:pt x="59" y="135"/>
                    <a:pt x="56" y="136"/>
                    <a:pt x="54" y="136"/>
                  </a:cubicBezTo>
                  <a:cubicBezTo>
                    <a:pt x="54" y="137"/>
                    <a:pt x="54" y="137"/>
                    <a:pt x="54" y="137"/>
                  </a:cubicBezTo>
                  <a:cubicBezTo>
                    <a:pt x="49" y="139"/>
                    <a:pt x="44" y="140"/>
                    <a:pt x="39" y="140"/>
                  </a:cubicBezTo>
                  <a:cubicBezTo>
                    <a:pt x="29" y="140"/>
                    <a:pt x="19" y="135"/>
                    <a:pt x="13" y="127"/>
                  </a:cubicBezTo>
                  <a:cubicBezTo>
                    <a:pt x="5" y="116"/>
                    <a:pt x="2" y="103"/>
                    <a:pt x="6" y="89"/>
                  </a:cubicBezTo>
                  <a:lnTo>
                    <a:pt x="7" y="86"/>
                  </a:lnTo>
                  <a:close/>
                  <a:moveTo>
                    <a:pt x="7" y="93"/>
                  </a:moveTo>
                  <a:cubicBezTo>
                    <a:pt x="4" y="105"/>
                    <a:pt x="7" y="117"/>
                    <a:pt x="14" y="126"/>
                  </a:cubicBezTo>
                  <a:cubicBezTo>
                    <a:pt x="21" y="135"/>
                    <a:pt x="31" y="139"/>
                    <a:pt x="41" y="139"/>
                  </a:cubicBezTo>
                  <a:cubicBezTo>
                    <a:pt x="41" y="139"/>
                    <a:pt x="41" y="139"/>
                    <a:pt x="41" y="139"/>
                  </a:cubicBezTo>
                  <a:cubicBezTo>
                    <a:pt x="16" y="139"/>
                    <a:pt x="10" y="113"/>
                    <a:pt x="7" y="93"/>
                  </a:cubicBezTo>
                  <a:close/>
                  <a:moveTo>
                    <a:pt x="108" y="133"/>
                  </a:moveTo>
                  <a:cubicBezTo>
                    <a:pt x="106" y="133"/>
                    <a:pt x="104" y="134"/>
                    <a:pt x="102" y="135"/>
                  </a:cubicBezTo>
                  <a:cubicBezTo>
                    <a:pt x="99" y="136"/>
                    <a:pt x="95" y="137"/>
                    <a:pt x="92" y="138"/>
                  </a:cubicBezTo>
                  <a:cubicBezTo>
                    <a:pt x="99" y="138"/>
                    <a:pt x="104" y="136"/>
                    <a:pt x="108" y="133"/>
                  </a:cubicBezTo>
                  <a:close/>
                  <a:moveTo>
                    <a:pt x="7" y="86"/>
                  </a:moveTo>
                  <a:cubicBezTo>
                    <a:pt x="7" y="89"/>
                    <a:pt x="7" y="89"/>
                    <a:pt x="7" y="89"/>
                  </a:cubicBezTo>
                  <a:cubicBezTo>
                    <a:pt x="12" y="114"/>
                    <a:pt x="17" y="137"/>
                    <a:pt x="41" y="137"/>
                  </a:cubicBezTo>
                  <a:cubicBezTo>
                    <a:pt x="43" y="137"/>
                    <a:pt x="45" y="137"/>
                    <a:pt x="48" y="137"/>
                  </a:cubicBezTo>
                  <a:cubicBezTo>
                    <a:pt x="32" y="137"/>
                    <a:pt x="19" y="128"/>
                    <a:pt x="13" y="113"/>
                  </a:cubicBezTo>
                  <a:cubicBezTo>
                    <a:pt x="7" y="96"/>
                    <a:pt x="12" y="77"/>
                    <a:pt x="23" y="67"/>
                  </a:cubicBezTo>
                  <a:cubicBezTo>
                    <a:pt x="26" y="65"/>
                    <a:pt x="26" y="65"/>
                    <a:pt x="26" y="65"/>
                  </a:cubicBezTo>
                  <a:cubicBezTo>
                    <a:pt x="26" y="63"/>
                    <a:pt x="27" y="62"/>
                    <a:pt x="27" y="62"/>
                  </a:cubicBezTo>
                  <a:cubicBezTo>
                    <a:pt x="28" y="61"/>
                    <a:pt x="28" y="61"/>
                    <a:pt x="28" y="61"/>
                  </a:cubicBezTo>
                  <a:cubicBezTo>
                    <a:pt x="28" y="61"/>
                    <a:pt x="28" y="61"/>
                    <a:pt x="28" y="61"/>
                  </a:cubicBezTo>
                  <a:cubicBezTo>
                    <a:pt x="30" y="62"/>
                    <a:pt x="31" y="63"/>
                    <a:pt x="32" y="64"/>
                  </a:cubicBezTo>
                  <a:cubicBezTo>
                    <a:pt x="33" y="68"/>
                    <a:pt x="30" y="73"/>
                    <a:pt x="29" y="75"/>
                  </a:cubicBezTo>
                  <a:cubicBezTo>
                    <a:pt x="28" y="76"/>
                    <a:pt x="28" y="76"/>
                    <a:pt x="28" y="76"/>
                  </a:cubicBezTo>
                  <a:cubicBezTo>
                    <a:pt x="28" y="76"/>
                    <a:pt x="28" y="76"/>
                    <a:pt x="28" y="76"/>
                  </a:cubicBezTo>
                  <a:cubicBezTo>
                    <a:pt x="27" y="75"/>
                    <a:pt x="26" y="74"/>
                    <a:pt x="26" y="72"/>
                  </a:cubicBezTo>
                  <a:cubicBezTo>
                    <a:pt x="25" y="70"/>
                    <a:pt x="26" y="68"/>
                    <a:pt x="26" y="66"/>
                  </a:cubicBezTo>
                  <a:cubicBezTo>
                    <a:pt x="24" y="68"/>
                    <a:pt x="24" y="68"/>
                    <a:pt x="24" y="68"/>
                  </a:cubicBezTo>
                  <a:cubicBezTo>
                    <a:pt x="22" y="71"/>
                    <a:pt x="22" y="73"/>
                    <a:pt x="23" y="75"/>
                  </a:cubicBezTo>
                  <a:cubicBezTo>
                    <a:pt x="24" y="78"/>
                    <a:pt x="28" y="80"/>
                    <a:pt x="33" y="80"/>
                  </a:cubicBezTo>
                  <a:cubicBezTo>
                    <a:pt x="36" y="77"/>
                    <a:pt x="41" y="71"/>
                    <a:pt x="39" y="64"/>
                  </a:cubicBezTo>
                  <a:cubicBezTo>
                    <a:pt x="38" y="63"/>
                    <a:pt x="37" y="62"/>
                    <a:pt x="35" y="62"/>
                  </a:cubicBezTo>
                  <a:cubicBezTo>
                    <a:pt x="36" y="62"/>
                    <a:pt x="36" y="62"/>
                    <a:pt x="36" y="62"/>
                  </a:cubicBezTo>
                  <a:cubicBezTo>
                    <a:pt x="38" y="64"/>
                    <a:pt x="39" y="69"/>
                    <a:pt x="38" y="73"/>
                  </a:cubicBezTo>
                  <a:cubicBezTo>
                    <a:pt x="36" y="77"/>
                    <a:pt x="34" y="79"/>
                    <a:pt x="30" y="79"/>
                  </a:cubicBezTo>
                  <a:cubicBezTo>
                    <a:pt x="30" y="79"/>
                    <a:pt x="30" y="79"/>
                    <a:pt x="30" y="79"/>
                  </a:cubicBezTo>
                  <a:cubicBezTo>
                    <a:pt x="30" y="79"/>
                    <a:pt x="30" y="79"/>
                    <a:pt x="29" y="79"/>
                  </a:cubicBezTo>
                  <a:cubicBezTo>
                    <a:pt x="28" y="78"/>
                    <a:pt x="28" y="78"/>
                    <a:pt x="28" y="78"/>
                  </a:cubicBezTo>
                  <a:cubicBezTo>
                    <a:pt x="29" y="78"/>
                    <a:pt x="29" y="78"/>
                    <a:pt x="29" y="78"/>
                  </a:cubicBezTo>
                  <a:cubicBezTo>
                    <a:pt x="29" y="76"/>
                    <a:pt x="30" y="75"/>
                    <a:pt x="31" y="74"/>
                  </a:cubicBezTo>
                  <a:cubicBezTo>
                    <a:pt x="33" y="71"/>
                    <a:pt x="35" y="68"/>
                    <a:pt x="34" y="62"/>
                  </a:cubicBezTo>
                  <a:cubicBezTo>
                    <a:pt x="34" y="61"/>
                    <a:pt x="34" y="61"/>
                    <a:pt x="34" y="61"/>
                  </a:cubicBezTo>
                  <a:cubicBezTo>
                    <a:pt x="33" y="61"/>
                    <a:pt x="31" y="60"/>
                    <a:pt x="30" y="58"/>
                  </a:cubicBezTo>
                  <a:cubicBezTo>
                    <a:pt x="30" y="58"/>
                    <a:pt x="30" y="58"/>
                    <a:pt x="30" y="58"/>
                  </a:cubicBezTo>
                  <a:cubicBezTo>
                    <a:pt x="30" y="58"/>
                    <a:pt x="30" y="58"/>
                    <a:pt x="30" y="58"/>
                  </a:cubicBezTo>
                  <a:cubicBezTo>
                    <a:pt x="38" y="39"/>
                    <a:pt x="34" y="10"/>
                    <a:pt x="18" y="2"/>
                  </a:cubicBezTo>
                  <a:cubicBezTo>
                    <a:pt x="18" y="5"/>
                    <a:pt x="20" y="8"/>
                    <a:pt x="23" y="11"/>
                  </a:cubicBezTo>
                  <a:cubicBezTo>
                    <a:pt x="26" y="14"/>
                    <a:pt x="29" y="18"/>
                    <a:pt x="30" y="24"/>
                  </a:cubicBezTo>
                  <a:cubicBezTo>
                    <a:pt x="30" y="26"/>
                    <a:pt x="30" y="28"/>
                    <a:pt x="30" y="30"/>
                  </a:cubicBezTo>
                  <a:cubicBezTo>
                    <a:pt x="31" y="32"/>
                    <a:pt x="31" y="32"/>
                    <a:pt x="31" y="32"/>
                  </a:cubicBezTo>
                  <a:cubicBezTo>
                    <a:pt x="35" y="38"/>
                    <a:pt x="33" y="44"/>
                    <a:pt x="31" y="49"/>
                  </a:cubicBezTo>
                  <a:cubicBezTo>
                    <a:pt x="30" y="52"/>
                    <a:pt x="29" y="55"/>
                    <a:pt x="29" y="58"/>
                  </a:cubicBezTo>
                  <a:cubicBezTo>
                    <a:pt x="29" y="61"/>
                    <a:pt x="29" y="61"/>
                    <a:pt x="29" y="61"/>
                  </a:cubicBezTo>
                  <a:cubicBezTo>
                    <a:pt x="27" y="58"/>
                    <a:pt x="27" y="58"/>
                    <a:pt x="27" y="58"/>
                  </a:cubicBezTo>
                  <a:cubicBezTo>
                    <a:pt x="25" y="53"/>
                    <a:pt x="26" y="49"/>
                    <a:pt x="28" y="44"/>
                  </a:cubicBezTo>
                  <a:cubicBezTo>
                    <a:pt x="29" y="40"/>
                    <a:pt x="31" y="36"/>
                    <a:pt x="30" y="32"/>
                  </a:cubicBezTo>
                  <a:cubicBezTo>
                    <a:pt x="30" y="32"/>
                    <a:pt x="30" y="32"/>
                    <a:pt x="30" y="32"/>
                  </a:cubicBezTo>
                  <a:cubicBezTo>
                    <a:pt x="30" y="35"/>
                    <a:pt x="29" y="38"/>
                    <a:pt x="28" y="42"/>
                  </a:cubicBezTo>
                  <a:cubicBezTo>
                    <a:pt x="26" y="47"/>
                    <a:pt x="24" y="53"/>
                    <a:pt x="24" y="59"/>
                  </a:cubicBezTo>
                  <a:cubicBezTo>
                    <a:pt x="25" y="60"/>
                    <a:pt x="25" y="60"/>
                    <a:pt x="25" y="60"/>
                  </a:cubicBezTo>
                  <a:cubicBezTo>
                    <a:pt x="24" y="60"/>
                    <a:pt x="24" y="60"/>
                    <a:pt x="24" y="60"/>
                  </a:cubicBezTo>
                  <a:cubicBezTo>
                    <a:pt x="23" y="61"/>
                    <a:pt x="22" y="61"/>
                    <a:pt x="21" y="61"/>
                  </a:cubicBezTo>
                  <a:cubicBezTo>
                    <a:pt x="21" y="61"/>
                    <a:pt x="21" y="61"/>
                    <a:pt x="21" y="61"/>
                  </a:cubicBezTo>
                  <a:cubicBezTo>
                    <a:pt x="20" y="61"/>
                    <a:pt x="20" y="61"/>
                    <a:pt x="19" y="62"/>
                  </a:cubicBezTo>
                  <a:cubicBezTo>
                    <a:pt x="18" y="69"/>
                    <a:pt x="14" y="74"/>
                    <a:pt x="11" y="79"/>
                  </a:cubicBezTo>
                  <a:cubicBezTo>
                    <a:pt x="10" y="82"/>
                    <a:pt x="8" y="84"/>
                    <a:pt x="7" y="86"/>
                  </a:cubicBezTo>
                  <a:close/>
                  <a:moveTo>
                    <a:pt x="85" y="136"/>
                  </a:moveTo>
                  <a:cubicBezTo>
                    <a:pt x="86" y="136"/>
                    <a:pt x="87" y="137"/>
                    <a:pt x="89" y="137"/>
                  </a:cubicBezTo>
                  <a:cubicBezTo>
                    <a:pt x="93" y="137"/>
                    <a:pt x="97" y="135"/>
                    <a:pt x="101" y="133"/>
                  </a:cubicBezTo>
                  <a:cubicBezTo>
                    <a:pt x="105" y="132"/>
                    <a:pt x="108" y="131"/>
                    <a:pt x="110" y="131"/>
                  </a:cubicBezTo>
                  <a:cubicBezTo>
                    <a:pt x="111" y="131"/>
                    <a:pt x="111" y="131"/>
                    <a:pt x="111" y="131"/>
                  </a:cubicBezTo>
                  <a:cubicBezTo>
                    <a:pt x="113" y="129"/>
                    <a:pt x="116" y="127"/>
                    <a:pt x="118" y="126"/>
                  </a:cubicBezTo>
                  <a:cubicBezTo>
                    <a:pt x="120" y="125"/>
                    <a:pt x="122" y="125"/>
                    <a:pt x="123" y="124"/>
                  </a:cubicBezTo>
                  <a:cubicBezTo>
                    <a:pt x="122" y="124"/>
                    <a:pt x="122" y="123"/>
                    <a:pt x="121" y="123"/>
                  </a:cubicBezTo>
                  <a:cubicBezTo>
                    <a:pt x="117" y="123"/>
                    <a:pt x="111" y="126"/>
                    <a:pt x="106" y="129"/>
                  </a:cubicBezTo>
                  <a:cubicBezTo>
                    <a:pt x="99" y="132"/>
                    <a:pt x="92" y="136"/>
                    <a:pt x="85" y="136"/>
                  </a:cubicBezTo>
                  <a:close/>
                  <a:moveTo>
                    <a:pt x="64" y="126"/>
                  </a:moveTo>
                  <a:cubicBezTo>
                    <a:pt x="65" y="126"/>
                    <a:pt x="66" y="126"/>
                    <a:pt x="67" y="127"/>
                  </a:cubicBezTo>
                  <a:cubicBezTo>
                    <a:pt x="68" y="128"/>
                    <a:pt x="69" y="128"/>
                    <a:pt x="70" y="128"/>
                  </a:cubicBezTo>
                  <a:cubicBezTo>
                    <a:pt x="70" y="128"/>
                    <a:pt x="70" y="128"/>
                    <a:pt x="70" y="128"/>
                  </a:cubicBezTo>
                  <a:cubicBezTo>
                    <a:pt x="70" y="128"/>
                    <a:pt x="71" y="128"/>
                    <a:pt x="71" y="127"/>
                  </a:cubicBezTo>
                  <a:cubicBezTo>
                    <a:pt x="72" y="125"/>
                    <a:pt x="75" y="121"/>
                    <a:pt x="74" y="118"/>
                  </a:cubicBezTo>
                  <a:cubicBezTo>
                    <a:pt x="74" y="117"/>
                    <a:pt x="73" y="116"/>
                    <a:pt x="72" y="115"/>
                  </a:cubicBezTo>
                  <a:cubicBezTo>
                    <a:pt x="70" y="114"/>
                    <a:pt x="70" y="114"/>
                    <a:pt x="70" y="114"/>
                  </a:cubicBezTo>
                  <a:cubicBezTo>
                    <a:pt x="70" y="114"/>
                    <a:pt x="70" y="114"/>
                    <a:pt x="70" y="114"/>
                  </a:cubicBezTo>
                  <a:cubicBezTo>
                    <a:pt x="70" y="116"/>
                    <a:pt x="67" y="118"/>
                    <a:pt x="64" y="118"/>
                  </a:cubicBezTo>
                  <a:cubicBezTo>
                    <a:pt x="64" y="118"/>
                    <a:pt x="64" y="118"/>
                    <a:pt x="64" y="118"/>
                  </a:cubicBezTo>
                  <a:lnTo>
                    <a:pt x="64" y="126"/>
                  </a:lnTo>
                  <a:close/>
                  <a:moveTo>
                    <a:pt x="75" y="116"/>
                  </a:moveTo>
                  <a:cubicBezTo>
                    <a:pt x="75" y="117"/>
                    <a:pt x="75" y="117"/>
                    <a:pt x="75" y="118"/>
                  </a:cubicBezTo>
                  <a:cubicBezTo>
                    <a:pt x="76" y="121"/>
                    <a:pt x="74" y="125"/>
                    <a:pt x="72" y="128"/>
                  </a:cubicBezTo>
                  <a:cubicBezTo>
                    <a:pt x="75" y="126"/>
                    <a:pt x="77" y="121"/>
                    <a:pt x="77" y="118"/>
                  </a:cubicBezTo>
                  <a:cubicBezTo>
                    <a:pt x="76" y="118"/>
                    <a:pt x="76" y="117"/>
                    <a:pt x="75" y="116"/>
                  </a:cubicBezTo>
                  <a:close/>
                  <a:moveTo>
                    <a:pt x="70" y="114"/>
                  </a:moveTo>
                  <a:cubicBezTo>
                    <a:pt x="72" y="114"/>
                    <a:pt x="72" y="114"/>
                    <a:pt x="72" y="114"/>
                  </a:cubicBezTo>
                  <a:cubicBezTo>
                    <a:pt x="76" y="115"/>
                    <a:pt x="78" y="117"/>
                    <a:pt x="78" y="118"/>
                  </a:cubicBezTo>
                  <a:cubicBezTo>
                    <a:pt x="79" y="121"/>
                    <a:pt x="77" y="125"/>
                    <a:pt x="74" y="128"/>
                  </a:cubicBezTo>
                  <a:cubicBezTo>
                    <a:pt x="79" y="126"/>
                    <a:pt x="79" y="122"/>
                    <a:pt x="79" y="120"/>
                  </a:cubicBezTo>
                  <a:cubicBezTo>
                    <a:pt x="79" y="116"/>
                    <a:pt x="76" y="110"/>
                    <a:pt x="72" y="110"/>
                  </a:cubicBezTo>
                  <a:cubicBezTo>
                    <a:pt x="71" y="110"/>
                    <a:pt x="69" y="111"/>
                    <a:pt x="68" y="113"/>
                  </a:cubicBezTo>
                  <a:cubicBezTo>
                    <a:pt x="69" y="113"/>
                    <a:pt x="69" y="113"/>
                    <a:pt x="70" y="114"/>
                  </a:cubicBezTo>
                  <a:close/>
                  <a:moveTo>
                    <a:pt x="122" y="122"/>
                  </a:moveTo>
                  <a:cubicBezTo>
                    <a:pt x="123" y="122"/>
                    <a:pt x="124" y="122"/>
                    <a:pt x="125" y="123"/>
                  </a:cubicBezTo>
                  <a:cubicBezTo>
                    <a:pt x="126" y="123"/>
                    <a:pt x="126" y="123"/>
                    <a:pt x="126" y="123"/>
                  </a:cubicBezTo>
                  <a:cubicBezTo>
                    <a:pt x="125" y="124"/>
                    <a:pt x="125" y="124"/>
                    <a:pt x="125" y="124"/>
                  </a:cubicBezTo>
                  <a:cubicBezTo>
                    <a:pt x="125" y="124"/>
                    <a:pt x="124" y="125"/>
                    <a:pt x="123" y="125"/>
                  </a:cubicBezTo>
                  <a:cubicBezTo>
                    <a:pt x="127" y="124"/>
                    <a:pt x="131" y="123"/>
                    <a:pt x="136" y="123"/>
                  </a:cubicBezTo>
                  <a:cubicBezTo>
                    <a:pt x="139" y="123"/>
                    <a:pt x="141" y="123"/>
                    <a:pt x="143" y="124"/>
                  </a:cubicBezTo>
                  <a:cubicBezTo>
                    <a:pt x="140" y="122"/>
                    <a:pt x="136" y="121"/>
                    <a:pt x="131" y="121"/>
                  </a:cubicBezTo>
                  <a:cubicBezTo>
                    <a:pt x="128" y="121"/>
                    <a:pt x="125" y="121"/>
                    <a:pt x="122" y="122"/>
                  </a:cubicBezTo>
                  <a:close/>
                  <a:moveTo>
                    <a:pt x="72" y="109"/>
                  </a:moveTo>
                  <a:cubicBezTo>
                    <a:pt x="77" y="109"/>
                    <a:pt x="81" y="115"/>
                    <a:pt x="81" y="120"/>
                  </a:cubicBezTo>
                  <a:cubicBezTo>
                    <a:pt x="81" y="121"/>
                    <a:pt x="81" y="122"/>
                    <a:pt x="81" y="123"/>
                  </a:cubicBezTo>
                  <a:cubicBezTo>
                    <a:pt x="82" y="121"/>
                    <a:pt x="82" y="118"/>
                    <a:pt x="81" y="114"/>
                  </a:cubicBezTo>
                  <a:cubicBezTo>
                    <a:pt x="79" y="110"/>
                    <a:pt x="75" y="108"/>
                    <a:pt x="71" y="109"/>
                  </a:cubicBezTo>
                  <a:cubicBezTo>
                    <a:pt x="72" y="109"/>
                    <a:pt x="72" y="109"/>
                    <a:pt x="72" y="109"/>
                  </a:cubicBezTo>
                  <a:close/>
                  <a:moveTo>
                    <a:pt x="36" y="65"/>
                  </a:moveTo>
                  <a:cubicBezTo>
                    <a:pt x="36" y="69"/>
                    <a:pt x="34" y="72"/>
                    <a:pt x="32" y="74"/>
                  </a:cubicBezTo>
                  <a:cubicBezTo>
                    <a:pt x="32" y="75"/>
                    <a:pt x="31" y="76"/>
                    <a:pt x="31" y="77"/>
                  </a:cubicBezTo>
                  <a:cubicBezTo>
                    <a:pt x="34" y="77"/>
                    <a:pt x="36" y="74"/>
                    <a:pt x="36" y="73"/>
                  </a:cubicBezTo>
                  <a:cubicBezTo>
                    <a:pt x="37" y="70"/>
                    <a:pt x="37" y="67"/>
                    <a:pt x="36" y="65"/>
                  </a:cubicBezTo>
                  <a:close/>
                  <a:moveTo>
                    <a:pt x="28" y="63"/>
                  </a:moveTo>
                  <a:cubicBezTo>
                    <a:pt x="27" y="65"/>
                    <a:pt x="27" y="69"/>
                    <a:pt x="27" y="72"/>
                  </a:cubicBezTo>
                  <a:cubicBezTo>
                    <a:pt x="27" y="73"/>
                    <a:pt x="28" y="73"/>
                    <a:pt x="28" y="74"/>
                  </a:cubicBezTo>
                  <a:cubicBezTo>
                    <a:pt x="30" y="71"/>
                    <a:pt x="32" y="67"/>
                    <a:pt x="31" y="65"/>
                  </a:cubicBezTo>
                  <a:cubicBezTo>
                    <a:pt x="30" y="64"/>
                    <a:pt x="30" y="63"/>
                    <a:pt x="28" y="63"/>
                  </a:cubicBezTo>
                  <a:close/>
                  <a:moveTo>
                    <a:pt x="32" y="36"/>
                  </a:moveTo>
                  <a:cubicBezTo>
                    <a:pt x="31" y="39"/>
                    <a:pt x="30" y="42"/>
                    <a:pt x="29" y="44"/>
                  </a:cubicBezTo>
                  <a:cubicBezTo>
                    <a:pt x="28" y="48"/>
                    <a:pt x="27" y="51"/>
                    <a:pt x="28" y="55"/>
                  </a:cubicBezTo>
                  <a:cubicBezTo>
                    <a:pt x="28" y="53"/>
                    <a:pt x="29" y="51"/>
                    <a:pt x="29" y="49"/>
                  </a:cubicBezTo>
                  <a:cubicBezTo>
                    <a:pt x="31" y="45"/>
                    <a:pt x="32" y="41"/>
                    <a:pt x="32" y="36"/>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59" name="Voľný tvar 47"/>
            <p:cNvSpPr>
              <a:spLocks noEditPoints="1"/>
            </p:cNvSpPr>
            <p:nvPr/>
          </p:nvSpPr>
          <p:spPr bwMode="auto">
            <a:xfrm>
              <a:off x="895350" y="3316288"/>
              <a:ext cx="363538" cy="328613"/>
            </a:xfrm>
            <a:custGeom>
              <a:avLst/>
              <a:gdLst>
                <a:gd name="T0" fmla="*/ 50 w 161"/>
                <a:gd name="T1" fmla="*/ 8 h 146"/>
                <a:gd name="T2" fmla="*/ 60 w 161"/>
                <a:gd name="T3" fmla="*/ 25 h 146"/>
                <a:gd name="T4" fmla="*/ 54 w 161"/>
                <a:gd name="T5" fmla="*/ 17 h 146"/>
                <a:gd name="T6" fmla="*/ 63 w 161"/>
                <a:gd name="T7" fmla="*/ 34 h 146"/>
                <a:gd name="T8" fmla="*/ 49 w 161"/>
                <a:gd name="T9" fmla="*/ 37 h 146"/>
                <a:gd name="T10" fmla="*/ 41 w 161"/>
                <a:gd name="T11" fmla="*/ 13 h 146"/>
                <a:gd name="T12" fmla="*/ 16 w 161"/>
                <a:gd name="T13" fmla="*/ 62 h 146"/>
                <a:gd name="T14" fmla="*/ 34 w 161"/>
                <a:gd name="T15" fmla="*/ 92 h 146"/>
                <a:gd name="T16" fmla="*/ 27 w 161"/>
                <a:gd name="T17" fmla="*/ 146 h 146"/>
                <a:gd name="T18" fmla="*/ 33 w 161"/>
                <a:gd name="T19" fmla="*/ 104 h 146"/>
                <a:gd name="T20" fmla="*/ 26 w 161"/>
                <a:gd name="T21" fmla="*/ 102 h 146"/>
                <a:gd name="T22" fmla="*/ 30 w 161"/>
                <a:gd name="T23" fmla="*/ 101 h 146"/>
                <a:gd name="T24" fmla="*/ 4 w 161"/>
                <a:gd name="T25" fmla="*/ 60 h 146"/>
                <a:gd name="T26" fmla="*/ 41 w 161"/>
                <a:gd name="T27" fmla="*/ 10 h 146"/>
                <a:gd name="T28" fmla="*/ 51 w 161"/>
                <a:gd name="T29" fmla="*/ 4 h 146"/>
                <a:gd name="T30" fmla="*/ 145 w 161"/>
                <a:gd name="T31" fmla="*/ 13 h 146"/>
                <a:gd name="T32" fmla="*/ 142 w 161"/>
                <a:gd name="T33" fmla="*/ 0 h 146"/>
                <a:gd name="T34" fmla="*/ 141 w 161"/>
                <a:gd name="T35" fmla="*/ 33 h 146"/>
                <a:gd name="T36" fmla="*/ 50 w 161"/>
                <a:gd name="T37" fmla="*/ 8 h 146"/>
                <a:gd name="T38" fmla="*/ 137 w 161"/>
                <a:gd name="T39" fmla="*/ 31 h 146"/>
                <a:gd name="T40" fmla="*/ 148 w 161"/>
                <a:gd name="T41" fmla="*/ 16 h 146"/>
                <a:gd name="T42" fmla="*/ 70 w 161"/>
                <a:gd name="T43" fmla="*/ 8 h 146"/>
                <a:gd name="T44" fmla="*/ 137 w 161"/>
                <a:gd name="T45" fmla="*/ 31 h 146"/>
                <a:gd name="T46" fmla="*/ 26 w 161"/>
                <a:gd name="T47" fmla="*/ 84 h 146"/>
                <a:gd name="T48" fmla="*/ 22 w 161"/>
                <a:gd name="T49" fmla="*/ 16 h 146"/>
                <a:gd name="T50" fmla="*/ 26 w 161"/>
                <a:gd name="T51" fmla="*/ 84 h 146"/>
                <a:gd name="T52" fmla="*/ 57 w 161"/>
                <a:gd name="T53" fmla="*/ 28 h 146"/>
                <a:gd name="T54" fmla="*/ 46 w 161"/>
                <a:gd name="T55" fmla="*/ 16 h 146"/>
                <a:gd name="T56" fmla="*/ 57 w 161"/>
                <a:gd name="T57" fmla="*/ 28 h 146"/>
                <a:gd name="T58" fmla="*/ 57 w 161"/>
                <a:gd name="T59" fmla="*/ 31 h 146"/>
                <a:gd name="T60" fmla="*/ 46 w 161"/>
                <a:gd name="T61" fmla="*/ 28 h 146"/>
                <a:gd name="T62" fmla="*/ 57 w 161"/>
                <a:gd name="T63" fmla="*/ 31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1" h="146">
                  <a:moveTo>
                    <a:pt x="50" y="8"/>
                  </a:moveTo>
                  <a:cubicBezTo>
                    <a:pt x="55" y="14"/>
                    <a:pt x="53" y="20"/>
                    <a:pt x="60" y="25"/>
                  </a:cubicBezTo>
                  <a:cubicBezTo>
                    <a:pt x="62" y="23"/>
                    <a:pt x="58" y="18"/>
                    <a:pt x="54" y="17"/>
                  </a:cubicBezTo>
                  <a:cubicBezTo>
                    <a:pt x="64" y="13"/>
                    <a:pt x="65" y="25"/>
                    <a:pt x="63" y="34"/>
                  </a:cubicBezTo>
                  <a:cubicBezTo>
                    <a:pt x="59" y="36"/>
                    <a:pt x="55" y="37"/>
                    <a:pt x="49" y="37"/>
                  </a:cubicBezTo>
                  <a:cubicBezTo>
                    <a:pt x="43" y="31"/>
                    <a:pt x="43" y="19"/>
                    <a:pt x="41" y="13"/>
                  </a:cubicBezTo>
                  <a:cubicBezTo>
                    <a:pt x="14" y="14"/>
                    <a:pt x="9" y="41"/>
                    <a:pt x="16" y="62"/>
                  </a:cubicBezTo>
                  <a:cubicBezTo>
                    <a:pt x="19" y="72"/>
                    <a:pt x="30" y="81"/>
                    <a:pt x="34" y="92"/>
                  </a:cubicBezTo>
                  <a:cubicBezTo>
                    <a:pt x="41" y="111"/>
                    <a:pt x="38" y="129"/>
                    <a:pt x="27" y="146"/>
                  </a:cubicBezTo>
                  <a:cubicBezTo>
                    <a:pt x="28" y="137"/>
                    <a:pt x="39" y="121"/>
                    <a:pt x="33" y="104"/>
                  </a:cubicBezTo>
                  <a:cubicBezTo>
                    <a:pt x="31" y="102"/>
                    <a:pt x="29" y="102"/>
                    <a:pt x="26" y="102"/>
                  </a:cubicBezTo>
                  <a:cubicBezTo>
                    <a:pt x="26" y="100"/>
                    <a:pt x="28" y="101"/>
                    <a:pt x="30" y="101"/>
                  </a:cubicBezTo>
                  <a:cubicBezTo>
                    <a:pt x="28" y="89"/>
                    <a:pt x="7" y="79"/>
                    <a:pt x="4" y="60"/>
                  </a:cubicBezTo>
                  <a:cubicBezTo>
                    <a:pt x="1" y="34"/>
                    <a:pt x="12" y="6"/>
                    <a:pt x="41" y="10"/>
                  </a:cubicBezTo>
                  <a:cubicBezTo>
                    <a:pt x="45" y="9"/>
                    <a:pt x="47" y="5"/>
                    <a:pt x="51" y="4"/>
                  </a:cubicBezTo>
                  <a:cubicBezTo>
                    <a:pt x="86" y="1"/>
                    <a:pt x="128" y="46"/>
                    <a:pt x="145" y="13"/>
                  </a:cubicBezTo>
                  <a:cubicBezTo>
                    <a:pt x="146" y="6"/>
                    <a:pt x="144" y="3"/>
                    <a:pt x="142" y="0"/>
                  </a:cubicBezTo>
                  <a:cubicBezTo>
                    <a:pt x="161" y="2"/>
                    <a:pt x="149" y="29"/>
                    <a:pt x="141" y="33"/>
                  </a:cubicBezTo>
                  <a:cubicBezTo>
                    <a:pt x="111" y="47"/>
                    <a:pt x="71" y="4"/>
                    <a:pt x="50" y="8"/>
                  </a:cubicBezTo>
                  <a:close/>
                  <a:moveTo>
                    <a:pt x="137" y="31"/>
                  </a:moveTo>
                  <a:cubicBezTo>
                    <a:pt x="142" y="29"/>
                    <a:pt x="151" y="17"/>
                    <a:pt x="148" y="16"/>
                  </a:cubicBezTo>
                  <a:cubicBezTo>
                    <a:pt x="130" y="43"/>
                    <a:pt x="93" y="14"/>
                    <a:pt x="70" y="8"/>
                  </a:cubicBezTo>
                  <a:cubicBezTo>
                    <a:pt x="87" y="21"/>
                    <a:pt x="105" y="33"/>
                    <a:pt x="137" y="31"/>
                  </a:cubicBezTo>
                  <a:close/>
                  <a:moveTo>
                    <a:pt x="26" y="84"/>
                  </a:moveTo>
                  <a:cubicBezTo>
                    <a:pt x="10" y="71"/>
                    <a:pt x="7" y="27"/>
                    <a:pt x="22" y="16"/>
                  </a:cubicBezTo>
                  <a:cubicBezTo>
                    <a:pt x="0" y="29"/>
                    <a:pt x="5" y="78"/>
                    <a:pt x="26" y="84"/>
                  </a:cubicBezTo>
                  <a:close/>
                  <a:moveTo>
                    <a:pt x="57" y="28"/>
                  </a:moveTo>
                  <a:cubicBezTo>
                    <a:pt x="55" y="22"/>
                    <a:pt x="53" y="16"/>
                    <a:pt x="46" y="16"/>
                  </a:cubicBezTo>
                  <a:cubicBezTo>
                    <a:pt x="46" y="23"/>
                    <a:pt x="50" y="27"/>
                    <a:pt x="57" y="28"/>
                  </a:cubicBezTo>
                  <a:close/>
                  <a:moveTo>
                    <a:pt x="57" y="31"/>
                  </a:moveTo>
                  <a:cubicBezTo>
                    <a:pt x="51" y="33"/>
                    <a:pt x="49" y="24"/>
                    <a:pt x="46" y="28"/>
                  </a:cubicBezTo>
                  <a:cubicBezTo>
                    <a:pt x="47" y="31"/>
                    <a:pt x="56" y="40"/>
                    <a:pt x="57" y="31"/>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60" name="Voľný tvar 48"/>
            <p:cNvSpPr>
              <a:spLocks noEditPoints="1"/>
            </p:cNvSpPr>
            <p:nvPr/>
          </p:nvSpPr>
          <p:spPr bwMode="auto">
            <a:xfrm>
              <a:off x="903288" y="3313113"/>
              <a:ext cx="336550" cy="338138"/>
            </a:xfrm>
            <a:custGeom>
              <a:avLst/>
              <a:gdLst>
                <a:gd name="T0" fmla="*/ 81 w 150"/>
                <a:gd name="T1" fmla="*/ 22 h 150"/>
                <a:gd name="T2" fmla="*/ 52 w 150"/>
                <a:gd name="T3" fmla="*/ 17 h 150"/>
                <a:gd name="T4" fmla="*/ 60 w 150"/>
                <a:gd name="T5" fmla="*/ 35 h 150"/>
                <a:gd name="T6" fmla="*/ 45 w 150"/>
                <a:gd name="T7" fmla="*/ 39 h 150"/>
                <a:gd name="T8" fmla="*/ 39 w 150"/>
                <a:gd name="T9" fmla="*/ 20 h 150"/>
                <a:gd name="T10" fmla="*/ 14 w 150"/>
                <a:gd name="T11" fmla="*/ 63 h 150"/>
                <a:gd name="T12" fmla="*/ 25 w 150"/>
                <a:gd name="T13" fmla="*/ 148 h 150"/>
                <a:gd name="T14" fmla="*/ 26 w 150"/>
                <a:gd name="T15" fmla="*/ 137 h 150"/>
                <a:gd name="T16" fmla="*/ 23 w 150"/>
                <a:gd name="T17" fmla="*/ 104 h 150"/>
                <a:gd name="T18" fmla="*/ 26 w 150"/>
                <a:gd name="T19" fmla="*/ 101 h 150"/>
                <a:gd name="T20" fmla="*/ 1 w 150"/>
                <a:gd name="T21" fmla="*/ 61 h 150"/>
                <a:gd name="T22" fmla="*/ 38 w 150"/>
                <a:gd name="T23" fmla="*/ 10 h 150"/>
                <a:gd name="T24" fmla="*/ 91 w 150"/>
                <a:gd name="T25" fmla="*/ 16 h 150"/>
                <a:gd name="T26" fmla="*/ 139 w 150"/>
                <a:gd name="T27" fmla="*/ 2 h 150"/>
                <a:gd name="T28" fmla="*/ 150 w 150"/>
                <a:gd name="T29" fmla="*/ 12 h 150"/>
                <a:gd name="T30" fmla="*/ 82 w 150"/>
                <a:gd name="T31" fmla="*/ 20 h 150"/>
                <a:gd name="T32" fmla="*/ 141 w 150"/>
                <a:gd name="T33" fmla="*/ 2 h 150"/>
                <a:gd name="T34" fmla="*/ 143 w 150"/>
                <a:gd name="T35" fmla="*/ 14 h 150"/>
                <a:gd name="T36" fmla="*/ 44 w 150"/>
                <a:gd name="T37" fmla="*/ 9 h 150"/>
                <a:gd name="T38" fmla="*/ 38 w 150"/>
                <a:gd name="T39" fmla="*/ 12 h 150"/>
                <a:gd name="T40" fmla="*/ 2 w 150"/>
                <a:gd name="T41" fmla="*/ 60 h 150"/>
                <a:gd name="T42" fmla="*/ 28 w 150"/>
                <a:gd name="T43" fmla="*/ 102 h 150"/>
                <a:gd name="T44" fmla="*/ 30 w 150"/>
                <a:gd name="T45" fmla="*/ 104 h 150"/>
                <a:gd name="T46" fmla="*/ 32 w 150"/>
                <a:gd name="T47" fmla="*/ 116 h 150"/>
                <a:gd name="T48" fmla="*/ 31 w 150"/>
                <a:gd name="T49" fmla="*/ 93 h 150"/>
                <a:gd name="T50" fmla="*/ 11 w 150"/>
                <a:gd name="T51" fmla="*/ 61 h 150"/>
                <a:gd name="T52" fmla="*/ 23 w 150"/>
                <a:gd name="T53" fmla="*/ 85 h 150"/>
                <a:gd name="T54" fmla="*/ 19 w 150"/>
                <a:gd name="T55" fmla="*/ 17 h 150"/>
                <a:gd name="T56" fmla="*/ 39 w 150"/>
                <a:gd name="T57" fmla="*/ 13 h 150"/>
                <a:gd name="T58" fmla="*/ 42 w 150"/>
                <a:gd name="T59" fmla="*/ 29 h 150"/>
                <a:gd name="T60" fmla="*/ 48 w 150"/>
                <a:gd name="T61" fmla="*/ 29 h 150"/>
                <a:gd name="T62" fmla="*/ 55 w 150"/>
                <a:gd name="T63" fmla="*/ 32 h 150"/>
                <a:gd name="T64" fmla="*/ 42 w 150"/>
                <a:gd name="T65" fmla="*/ 30 h 150"/>
                <a:gd name="T66" fmla="*/ 60 w 150"/>
                <a:gd name="T67" fmla="*/ 27 h 150"/>
                <a:gd name="T68" fmla="*/ 58 w 150"/>
                <a:gd name="T69" fmla="*/ 25 h 150"/>
                <a:gd name="T70" fmla="*/ 56 w 150"/>
                <a:gd name="T71" fmla="*/ 27 h 150"/>
                <a:gd name="T72" fmla="*/ 50 w 150"/>
                <a:gd name="T73" fmla="*/ 18 h 150"/>
                <a:gd name="T74" fmla="*/ 45 w 150"/>
                <a:gd name="T75" fmla="*/ 9 h 150"/>
                <a:gd name="T76" fmla="*/ 57 w 150"/>
                <a:gd name="T77" fmla="*/ 25 h 150"/>
                <a:gd name="T78" fmla="*/ 53 w 150"/>
                <a:gd name="T79" fmla="*/ 33 h 150"/>
                <a:gd name="T80" fmla="*/ 44 w 150"/>
                <a:gd name="T81" fmla="*/ 29 h 150"/>
                <a:gd name="T82" fmla="*/ 8 w 150"/>
                <a:gd name="T83" fmla="*/ 46 h 150"/>
                <a:gd name="T84" fmla="*/ 146 w 150"/>
                <a:gd name="T85" fmla="*/ 18 h 150"/>
                <a:gd name="T86" fmla="*/ 134 w 150"/>
                <a:gd name="T87" fmla="*/ 33 h 150"/>
                <a:gd name="T88" fmla="*/ 67 w 150"/>
                <a:gd name="T89" fmla="*/ 9 h 150"/>
                <a:gd name="T90" fmla="*/ 145 w 150"/>
                <a:gd name="T91" fmla="*/ 16 h 150"/>
                <a:gd name="T92" fmla="*/ 133 w 150"/>
                <a:gd name="T93" fmla="*/ 31 h 150"/>
                <a:gd name="T94" fmla="*/ 71 w 150"/>
                <a:gd name="T95" fmla="*/ 11 h 150"/>
                <a:gd name="T96" fmla="*/ 54 w 150"/>
                <a:gd name="T97" fmla="*/ 30 h 150"/>
                <a:gd name="T98" fmla="*/ 43 w 150"/>
                <a:gd name="T99" fmla="*/ 16 h 150"/>
                <a:gd name="T100" fmla="*/ 43 w 150"/>
                <a:gd name="T101" fmla="*/ 1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0" h="150">
                  <a:moveTo>
                    <a:pt x="150" y="12"/>
                  </a:moveTo>
                  <a:cubicBezTo>
                    <a:pt x="150" y="20"/>
                    <a:pt x="143" y="32"/>
                    <a:pt x="138" y="34"/>
                  </a:cubicBezTo>
                  <a:cubicBezTo>
                    <a:pt x="120" y="43"/>
                    <a:pt x="99" y="32"/>
                    <a:pt x="81" y="22"/>
                  </a:cubicBezTo>
                  <a:cubicBezTo>
                    <a:pt x="69" y="15"/>
                    <a:pt x="57" y="9"/>
                    <a:pt x="48" y="10"/>
                  </a:cubicBezTo>
                  <a:cubicBezTo>
                    <a:pt x="50" y="12"/>
                    <a:pt x="51" y="15"/>
                    <a:pt x="52" y="17"/>
                  </a:cubicBezTo>
                  <a:cubicBezTo>
                    <a:pt x="52" y="17"/>
                    <a:pt x="52" y="17"/>
                    <a:pt x="52" y="17"/>
                  </a:cubicBezTo>
                  <a:cubicBezTo>
                    <a:pt x="54" y="16"/>
                    <a:pt x="56" y="16"/>
                    <a:pt x="58" y="17"/>
                  </a:cubicBezTo>
                  <a:cubicBezTo>
                    <a:pt x="61" y="19"/>
                    <a:pt x="61" y="24"/>
                    <a:pt x="61" y="27"/>
                  </a:cubicBezTo>
                  <a:cubicBezTo>
                    <a:pt x="61" y="30"/>
                    <a:pt x="61" y="33"/>
                    <a:pt x="60" y="35"/>
                  </a:cubicBezTo>
                  <a:cubicBezTo>
                    <a:pt x="60" y="35"/>
                    <a:pt x="60" y="35"/>
                    <a:pt x="60" y="35"/>
                  </a:cubicBezTo>
                  <a:cubicBezTo>
                    <a:pt x="60" y="36"/>
                    <a:pt x="60" y="36"/>
                    <a:pt x="60" y="36"/>
                  </a:cubicBezTo>
                  <a:cubicBezTo>
                    <a:pt x="57" y="38"/>
                    <a:pt x="52" y="39"/>
                    <a:pt x="45" y="39"/>
                  </a:cubicBezTo>
                  <a:cubicBezTo>
                    <a:pt x="45" y="39"/>
                    <a:pt x="45" y="39"/>
                    <a:pt x="45" y="39"/>
                  </a:cubicBezTo>
                  <a:cubicBezTo>
                    <a:pt x="45" y="38"/>
                    <a:pt x="45" y="38"/>
                    <a:pt x="45" y="38"/>
                  </a:cubicBezTo>
                  <a:cubicBezTo>
                    <a:pt x="41" y="34"/>
                    <a:pt x="40" y="26"/>
                    <a:pt x="39" y="20"/>
                  </a:cubicBezTo>
                  <a:cubicBezTo>
                    <a:pt x="39" y="18"/>
                    <a:pt x="38" y="16"/>
                    <a:pt x="38" y="14"/>
                  </a:cubicBezTo>
                  <a:cubicBezTo>
                    <a:pt x="21" y="15"/>
                    <a:pt x="11" y="27"/>
                    <a:pt x="11" y="47"/>
                  </a:cubicBezTo>
                  <a:cubicBezTo>
                    <a:pt x="11" y="52"/>
                    <a:pt x="12" y="58"/>
                    <a:pt x="14" y="63"/>
                  </a:cubicBezTo>
                  <a:cubicBezTo>
                    <a:pt x="15" y="68"/>
                    <a:pt x="18" y="72"/>
                    <a:pt x="22" y="77"/>
                  </a:cubicBezTo>
                  <a:cubicBezTo>
                    <a:pt x="26" y="82"/>
                    <a:pt x="30" y="87"/>
                    <a:pt x="32" y="93"/>
                  </a:cubicBezTo>
                  <a:cubicBezTo>
                    <a:pt x="39" y="111"/>
                    <a:pt x="36" y="130"/>
                    <a:pt x="25" y="148"/>
                  </a:cubicBezTo>
                  <a:cubicBezTo>
                    <a:pt x="23" y="150"/>
                    <a:pt x="23" y="150"/>
                    <a:pt x="23" y="150"/>
                  </a:cubicBezTo>
                  <a:cubicBezTo>
                    <a:pt x="23" y="147"/>
                    <a:pt x="23" y="147"/>
                    <a:pt x="23" y="147"/>
                  </a:cubicBezTo>
                  <a:cubicBezTo>
                    <a:pt x="24" y="144"/>
                    <a:pt x="25" y="141"/>
                    <a:pt x="26" y="137"/>
                  </a:cubicBezTo>
                  <a:cubicBezTo>
                    <a:pt x="28" y="131"/>
                    <a:pt x="31" y="123"/>
                    <a:pt x="31" y="116"/>
                  </a:cubicBezTo>
                  <a:cubicBezTo>
                    <a:pt x="31" y="112"/>
                    <a:pt x="30" y="108"/>
                    <a:pt x="29" y="105"/>
                  </a:cubicBezTo>
                  <a:cubicBezTo>
                    <a:pt x="28" y="104"/>
                    <a:pt x="26" y="104"/>
                    <a:pt x="23" y="104"/>
                  </a:cubicBezTo>
                  <a:cubicBezTo>
                    <a:pt x="22" y="104"/>
                    <a:pt x="22" y="104"/>
                    <a:pt x="22" y="104"/>
                  </a:cubicBezTo>
                  <a:cubicBezTo>
                    <a:pt x="22" y="103"/>
                    <a:pt x="22" y="103"/>
                    <a:pt x="22" y="103"/>
                  </a:cubicBezTo>
                  <a:cubicBezTo>
                    <a:pt x="22" y="101"/>
                    <a:pt x="24" y="101"/>
                    <a:pt x="26" y="101"/>
                  </a:cubicBezTo>
                  <a:cubicBezTo>
                    <a:pt x="26" y="101"/>
                    <a:pt x="26" y="101"/>
                    <a:pt x="26" y="101"/>
                  </a:cubicBezTo>
                  <a:cubicBezTo>
                    <a:pt x="25" y="97"/>
                    <a:pt x="21" y="93"/>
                    <a:pt x="17" y="88"/>
                  </a:cubicBezTo>
                  <a:cubicBezTo>
                    <a:pt x="10" y="81"/>
                    <a:pt x="2" y="72"/>
                    <a:pt x="1" y="61"/>
                  </a:cubicBezTo>
                  <a:cubicBezTo>
                    <a:pt x="0" y="58"/>
                    <a:pt x="0" y="55"/>
                    <a:pt x="0" y="52"/>
                  </a:cubicBezTo>
                  <a:cubicBezTo>
                    <a:pt x="0" y="37"/>
                    <a:pt x="5" y="24"/>
                    <a:pt x="13" y="17"/>
                  </a:cubicBezTo>
                  <a:cubicBezTo>
                    <a:pt x="20" y="11"/>
                    <a:pt x="28" y="9"/>
                    <a:pt x="38" y="10"/>
                  </a:cubicBezTo>
                  <a:cubicBezTo>
                    <a:pt x="40" y="10"/>
                    <a:pt x="41" y="9"/>
                    <a:pt x="43" y="7"/>
                  </a:cubicBezTo>
                  <a:cubicBezTo>
                    <a:pt x="44" y="6"/>
                    <a:pt x="46" y="5"/>
                    <a:pt x="48" y="4"/>
                  </a:cubicBezTo>
                  <a:cubicBezTo>
                    <a:pt x="62" y="3"/>
                    <a:pt x="77" y="9"/>
                    <a:pt x="91" y="16"/>
                  </a:cubicBezTo>
                  <a:cubicBezTo>
                    <a:pt x="113" y="25"/>
                    <a:pt x="131" y="33"/>
                    <a:pt x="141" y="13"/>
                  </a:cubicBezTo>
                  <a:cubicBezTo>
                    <a:pt x="142" y="12"/>
                    <a:pt x="142" y="11"/>
                    <a:pt x="142" y="10"/>
                  </a:cubicBezTo>
                  <a:cubicBezTo>
                    <a:pt x="142" y="7"/>
                    <a:pt x="140" y="4"/>
                    <a:pt x="139" y="2"/>
                  </a:cubicBezTo>
                  <a:cubicBezTo>
                    <a:pt x="138" y="0"/>
                    <a:pt x="138" y="0"/>
                    <a:pt x="138" y="0"/>
                  </a:cubicBezTo>
                  <a:cubicBezTo>
                    <a:pt x="139" y="0"/>
                    <a:pt x="139" y="0"/>
                    <a:pt x="139" y="0"/>
                  </a:cubicBezTo>
                  <a:cubicBezTo>
                    <a:pt x="146" y="1"/>
                    <a:pt x="150" y="5"/>
                    <a:pt x="150" y="12"/>
                  </a:cubicBezTo>
                  <a:close/>
                  <a:moveTo>
                    <a:pt x="45" y="9"/>
                  </a:moveTo>
                  <a:cubicBezTo>
                    <a:pt x="47" y="9"/>
                    <a:pt x="47" y="9"/>
                    <a:pt x="47" y="9"/>
                  </a:cubicBezTo>
                  <a:cubicBezTo>
                    <a:pt x="56" y="7"/>
                    <a:pt x="68" y="13"/>
                    <a:pt x="82" y="20"/>
                  </a:cubicBezTo>
                  <a:cubicBezTo>
                    <a:pt x="100" y="30"/>
                    <a:pt x="120" y="41"/>
                    <a:pt x="138" y="33"/>
                  </a:cubicBezTo>
                  <a:cubicBezTo>
                    <a:pt x="142" y="31"/>
                    <a:pt x="148" y="20"/>
                    <a:pt x="148" y="12"/>
                  </a:cubicBezTo>
                  <a:cubicBezTo>
                    <a:pt x="148" y="8"/>
                    <a:pt x="147" y="3"/>
                    <a:pt x="141" y="2"/>
                  </a:cubicBezTo>
                  <a:cubicBezTo>
                    <a:pt x="142" y="4"/>
                    <a:pt x="143" y="7"/>
                    <a:pt x="143" y="10"/>
                  </a:cubicBezTo>
                  <a:cubicBezTo>
                    <a:pt x="143" y="11"/>
                    <a:pt x="143" y="13"/>
                    <a:pt x="143" y="14"/>
                  </a:cubicBezTo>
                  <a:cubicBezTo>
                    <a:pt x="143" y="14"/>
                    <a:pt x="143" y="14"/>
                    <a:pt x="143" y="14"/>
                  </a:cubicBezTo>
                  <a:cubicBezTo>
                    <a:pt x="132" y="35"/>
                    <a:pt x="112" y="26"/>
                    <a:pt x="91" y="17"/>
                  </a:cubicBezTo>
                  <a:cubicBezTo>
                    <a:pt x="76" y="11"/>
                    <a:pt x="62" y="5"/>
                    <a:pt x="48" y="6"/>
                  </a:cubicBezTo>
                  <a:cubicBezTo>
                    <a:pt x="46" y="6"/>
                    <a:pt x="45" y="7"/>
                    <a:pt x="44" y="9"/>
                  </a:cubicBezTo>
                  <a:cubicBezTo>
                    <a:pt x="42" y="10"/>
                    <a:pt x="41" y="11"/>
                    <a:pt x="39" y="12"/>
                  </a:cubicBezTo>
                  <a:cubicBezTo>
                    <a:pt x="38" y="12"/>
                    <a:pt x="38" y="12"/>
                    <a:pt x="38" y="12"/>
                  </a:cubicBezTo>
                  <a:cubicBezTo>
                    <a:pt x="38" y="12"/>
                    <a:pt x="38" y="12"/>
                    <a:pt x="38" y="12"/>
                  </a:cubicBezTo>
                  <a:cubicBezTo>
                    <a:pt x="29" y="10"/>
                    <a:pt x="20" y="13"/>
                    <a:pt x="14" y="18"/>
                  </a:cubicBezTo>
                  <a:cubicBezTo>
                    <a:pt x="6" y="25"/>
                    <a:pt x="2" y="37"/>
                    <a:pt x="2" y="52"/>
                  </a:cubicBezTo>
                  <a:cubicBezTo>
                    <a:pt x="2" y="55"/>
                    <a:pt x="2" y="58"/>
                    <a:pt x="2" y="60"/>
                  </a:cubicBezTo>
                  <a:cubicBezTo>
                    <a:pt x="4" y="72"/>
                    <a:pt x="11" y="80"/>
                    <a:pt x="18" y="87"/>
                  </a:cubicBezTo>
                  <a:cubicBezTo>
                    <a:pt x="23" y="92"/>
                    <a:pt x="27" y="97"/>
                    <a:pt x="28" y="102"/>
                  </a:cubicBezTo>
                  <a:cubicBezTo>
                    <a:pt x="28" y="102"/>
                    <a:pt x="28" y="102"/>
                    <a:pt x="28" y="102"/>
                  </a:cubicBezTo>
                  <a:cubicBezTo>
                    <a:pt x="27" y="102"/>
                    <a:pt x="27" y="102"/>
                    <a:pt x="27" y="102"/>
                  </a:cubicBezTo>
                  <a:cubicBezTo>
                    <a:pt x="27" y="102"/>
                    <a:pt x="27" y="102"/>
                    <a:pt x="27" y="102"/>
                  </a:cubicBezTo>
                  <a:cubicBezTo>
                    <a:pt x="28" y="103"/>
                    <a:pt x="29" y="103"/>
                    <a:pt x="30" y="104"/>
                  </a:cubicBezTo>
                  <a:cubicBezTo>
                    <a:pt x="31" y="104"/>
                    <a:pt x="31" y="104"/>
                    <a:pt x="31" y="104"/>
                  </a:cubicBezTo>
                  <a:cubicBezTo>
                    <a:pt x="31" y="104"/>
                    <a:pt x="31" y="104"/>
                    <a:pt x="31" y="104"/>
                  </a:cubicBezTo>
                  <a:cubicBezTo>
                    <a:pt x="32" y="108"/>
                    <a:pt x="32" y="112"/>
                    <a:pt x="32" y="116"/>
                  </a:cubicBezTo>
                  <a:cubicBezTo>
                    <a:pt x="32" y="124"/>
                    <a:pt x="30" y="131"/>
                    <a:pt x="28" y="138"/>
                  </a:cubicBezTo>
                  <a:cubicBezTo>
                    <a:pt x="27" y="140"/>
                    <a:pt x="26" y="141"/>
                    <a:pt x="26" y="143"/>
                  </a:cubicBezTo>
                  <a:cubicBezTo>
                    <a:pt x="35" y="127"/>
                    <a:pt x="37" y="110"/>
                    <a:pt x="31" y="93"/>
                  </a:cubicBezTo>
                  <a:cubicBezTo>
                    <a:pt x="28" y="88"/>
                    <a:pt x="25" y="83"/>
                    <a:pt x="21" y="78"/>
                  </a:cubicBezTo>
                  <a:cubicBezTo>
                    <a:pt x="17" y="73"/>
                    <a:pt x="14" y="69"/>
                    <a:pt x="12" y="64"/>
                  </a:cubicBezTo>
                  <a:cubicBezTo>
                    <a:pt x="12" y="63"/>
                    <a:pt x="12" y="62"/>
                    <a:pt x="11" y="61"/>
                  </a:cubicBezTo>
                  <a:cubicBezTo>
                    <a:pt x="13" y="71"/>
                    <a:pt x="17" y="79"/>
                    <a:pt x="23" y="84"/>
                  </a:cubicBezTo>
                  <a:cubicBezTo>
                    <a:pt x="26" y="86"/>
                    <a:pt x="26" y="86"/>
                    <a:pt x="26" y="86"/>
                  </a:cubicBezTo>
                  <a:cubicBezTo>
                    <a:pt x="23" y="85"/>
                    <a:pt x="23" y="85"/>
                    <a:pt x="23" y="85"/>
                  </a:cubicBezTo>
                  <a:cubicBezTo>
                    <a:pt x="10" y="82"/>
                    <a:pt x="4" y="64"/>
                    <a:pt x="4" y="49"/>
                  </a:cubicBezTo>
                  <a:cubicBezTo>
                    <a:pt x="4" y="34"/>
                    <a:pt x="9" y="21"/>
                    <a:pt x="18" y="16"/>
                  </a:cubicBezTo>
                  <a:cubicBezTo>
                    <a:pt x="19" y="17"/>
                    <a:pt x="19" y="17"/>
                    <a:pt x="19" y="17"/>
                  </a:cubicBezTo>
                  <a:cubicBezTo>
                    <a:pt x="15" y="21"/>
                    <a:pt x="12" y="28"/>
                    <a:pt x="10" y="37"/>
                  </a:cubicBezTo>
                  <a:cubicBezTo>
                    <a:pt x="13" y="22"/>
                    <a:pt x="23" y="14"/>
                    <a:pt x="38" y="13"/>
                  </a:cubicBezTo>
                  <a:cubicBezTo>
                    <a:pt x="39" y="13"/>
                    <a:pt x="39" y="13"/>
                    <a:pt x="39" y="13"/>
                  </a:cubicBezTo>
                  <a:cubicBezTo>
                    <a:pt x="39" y="13"/>
                    <a:pt x="39" y="13"/>
                    <a:pt x="39" y="13"/>
                  </a:cubicBezTo>
                  <a:cubicBezTo>
                    <a:pt x="40" y="15"/>
                    <a:pt x="40" y="18"/>
                    <a:pt x="40" y="20"/>
                  </a:cubicBezTo>
                  <a:cubicBezTo>
                    <a:pt x="41" y="23"/>
                    <a:pt x="41" y="26"/>
                    <a:pt x="42" y="29"/>
                  </a:cubicBezTo>
                  <a:cubicBezTo>
                    <a:pt x="42" y="29"/>
                    <a:pt x="42" y="29"/>
                    <a:pt x="42" y="29"/>
                  </a:cubicBezTo>
                  <a:cubicBezTo>
                    <a:pt x="43" y="28"/>
                    <a:pt x="44" y="27"/>
                    <a:pt x="44" y="27"/>
                  </a:cubicBezTo>
                  <a:cubicBezTo>
                    <a:pt x="46" y="27"/>
                    <a:pt x="47" y="28"/>
                    <a:pt x="48" y="29"/>
                  </a:cubicBezTo>
                  <a:cubicBezTo>
                    <a:pt x="50" y="31"/>
                    <a:pt x="52" y="32"/>
                    <a:pt x="54" y="31"/>
                  </a:cubicBezTo>
                  <a:cubicBezTo>
                    <a:pt x="55" y="31"/>
                    <a:pt x="55" y="31"/>
                    <a:pt x="55" y="31"/>
                  </a:cubicBezTo>
                  <a:cubicBezTo>
                    <a:pt x="55" y="32"/>
                    <a:pt x="55" y="32"/>
                    <a:pt x="55" y="32"/>
                  </a:cubicBezTo>
                  <a:cubicBezTo>
                    <a:pt x="54" y="35"/>
                    <a:pt x="53" y="36"/>
                    <a:pt x="52" y="37"/>
                  </a:cubicBezTo>
                  <a:cubicBezTo>
                    <a:pt x="48" y="38"/>
                    <a:pt x="43" y="32"/>
                    <a:pt x="42" y="30"/>
                  </a:cubicBezTo>
                  <a:cubicBezTo>
                    <a:pt x="42" y="30"/>
                    <a:pt x="42" y="30"/>
                    <a:pt x="42" y="30"/>
                  </a:cubicBezTo>
                  <a:cubicBezTo>
                    <a:pt x="43" y="33"/>
                    <a:pt x="44" y="35"/>
                    <a:pt x="46" y="37"/>
                  </a:cubicBezTo>
                  <a:cubicBezTo>
                    <a:pt x="52" y="38"/>
                    <a:pt x="56" y="37"/>
                    <a:pt x="59" y="35"/>
                  </a:cubicBezTo>
                  <a:cubicBezTo>
                    <a:pt x="60" y="32"/>
                    <a:pt x="60" y="30"/>
                    <a:pt x="60" y="27"/>
                  </a:cubicBezTo>
                  <a:cubicBezTo>
                    <a:pt x="60" y="23"/>
                    <a:pt x="59" y="20"/>
                    <a:pt x="57" y="18"/>
                  </a:cubicBezTo>
                  <a:cubicBezTo>
                    <a:pt x="56" y="18"/>
                    <a:pt x="55" y="18"/>
                    <a:pt x="53" y="18"/>
                  </a:cubicBezTo>
                  <a:cubicBezTo>
                    <a:pt x="56" y="19"/>
                    <a:pt x="58" y="22"/>
                    <a:pt x="58" y="25"/>
                  </a:cubicBezTo>
                  <a:cubicBezTo>
                    <a:pt x="58" y="26"/>
                    <a:pt x="58" y="26"/>
                    <a:pt x="57" y="27"/>
                  </a:cubicBezTo>
                  <a:cubicBezTo>
                    <a:pt x="57" y="27"/>
                    <a:pt x="57" y="27"/>
                    <a:pt x="57" y="27"/>
                  </a:cubicBezTo>
                  <a:cubicBezTo>
                    <a:pt x="56" y="27"/>
                    <a:pt x="56" y="27"/>
                    <a:pt x="56" y="27"/>
                  </a:cubicBezTo>
                  <a:cubicBezTo>
                    <a:pt x="53" y="24"/>
                    <a:pt x="52" y="21"/>
                    <a:pt x="51" y="19"/>
                  </a:cubicBezTo>
                  <a:cubicBezTo>
                    <a:pt x="49" y="18"/>
                    <a:pt x="49" y="18"/>
                    <a:pt x="49" y="18"/>
                  </a:cubicBezTo>
                  <a:cubicBezTo>
                    <a:pt x="50" y="18"/>
                    <a:pt x="50" y="18"/>
                    <a:pt x="50" y="18"/>
                  </a:cubicBezTo>
                  <a:cubicBezTo>
                    <a:pt x="50" y="17"/>
                    <a:pt x="50" y="17"/>
                    <a:pt x="50" y="17"/>
                  </a:cubicBezTo>
                  <a:cubicBezTo>
                    <a:pt x="49" y="15"/>
                    <a:pt x="49" y="12"/>
                    <a:pt x="46" y="10"/>
                  </a:cubicBezTo>
                  <a:lnTo>
                    <a:pt x="45" y="9"/>
                  </a:lnTo>
                  <a:close/>
                  <a:moveTo>
                    <a:pt x="57" y="25"/>
                  </a:moveTo>
                  <a:cubicBezTo>
                    <a:pt x="57" y="24"/>
                    <a:pt x="55" y="21"/>
                    <a:pt x="53" y="19"/>
                  </a:cubicBezTo>
                  <a:cubicBezTo>
                    <a:pt x="53" y="21"/>
                    <a:pt x="54" y="23"/>
                    <a:pt x="57" y="25"/>
                  </a:cubicBezTo>
                  <a:close/>
                  <a:moveTo>
                    <a:pt x="44" y="29"/>
                  </a:moveTo>
                  <a:cubicBezTo>
                    <a:pt x="45" y="32"/>
                    <a:pt x="49" y="36"/>
                    <a:pt x="51" y="35"/>
                  </a:cubicBezTo>
                  <a:cubicBezTo>
                    <a:pt x="52" y="35"/>
                    <a:pt x="53" y="34"/>
                    <a:pt x="53" y="33"/>
                  </a:cubicBezTo>
                  <a:cubicBezTo>
                    <a:pt x="51" y="33"/>
                    <a:pt x="49" y="32"/>
                    <a:pt x="47" y="30"/>
                  </a:cubicBezTo>
                  <a:cubicBezTo>
                    <a:pt x="46" y="30"/>
                    <a:pt x="45" y="29"/>
                    <a:pt x="45" y="29"/>
                  </a:cubicBezTo>
                  <a:cubicBezTo>
                    <a:pt x="44" y="29"/>
                    <a:pt x="44" y="29"/>
                    <a:pt x="44" y="29"/>
                  </a:cubicBezTo>
                  <a:close/>
                  <a:moveTo>
                    <a:pt x="5" y="49"/>
                  </a:moveTo>
                  <a:cubicBezTo>
                    <a:pt x="5" y="62"/>
                    <a:pt x="10" y="77"/>
                    <a:pt x="19" y="82"/>
                  </a:cubicBezTo>
                  <a:cubicBezTo>
                    <a:pt x="12" y="74"/>
                    <a:pt x="8" y="58"/>
                    <a:pt x="8" y="46"/>
                  </a:cubicBezTo>
                  <a:cubicBezTo>
                    <a:pt x="8" y="36"/>
                    <a:pt x="10" y="28"/>
                    <a:pt x="13" y="22"/>
                  </a:cubicBezTo>
                  <a:cubicBezTo>
                    <a:pt x="8" y="29"/>
                    <a:pt x="5" y="38"/>
                    <a:pt x="5" y="49"/>
                  </a:cubicBezTo>
                  <a:close/>
                  <a:moveTo>
                    <a:pt x="146" y="18"/>
                  </a:moveTo>
                  <a:cubicBezTo>
                    <a:pt x="146" y="18"/>
                    <a:pt x="146" y="18"/>
                    <a:pt x="146" y="18"/>
                  </a:cubicBezTo>
                  <a:cubicBezTo>
                    <a:pt x="146" y="21"/>
                    <a:pt x="139" y="31"/>
                    <a:pt x="134" y="33"/>
                  </a:cubicBezTo>
                  <a:cubicBezTo>
                    <a:pt x="134" y="33"/>
                    <a:pt x="134" y="33"/>
                    <a:pt x="134" y="33"/>
                  </a:cubicBezTo>
                  <a:cubicBezTo>
                    <a:pt x="103" y="35"/>
                    <a:pt x="85" y="24"/>
                    <a:pt x="66" y="10"/>
                  </a:cubicBezTo>
                  <a:cubicBezTo>
                    <a:pt x="63" y="8"/>
                    <a:pt x="63" y="8"/>
                    <a:pt x="63" y="8"/>
                  </a:cubicBezTo>
                  <a:cubicBezTo>
                    <a:pt x="67" y="9"/>
                    <a:pt x="67" y="9"/>
                    <a:pt x="67" y="9"/>
                  </a:cubicBezTo>
                  <a:cubicBezTo>
                    <a:pt x="73" y="10"/>
                    <a:pt x="80" y="13"/>
                    <a:pt x="88" y="17"/>
                  </a:cubicBezTo>
                  <a:cubicBezTo>
                    <a:pt x="108" y="26"/>
                    <a:pt x="131" y="36"/>
                    <a:pt x="144" y="16"/>
                  </a:cubicBezTo>
                  <a:cubicBezTo>
                    <a:pt x="145" y="16"/>
                    <a:pt x="145" y="16"/>
                    <a:pt x="145" y="16"/>
                  </a:cubicBezTo>
                  <a:cubicBezTo>
                    <a:pt x="145" y="16"/>
                    <a:pt x="145" y="16"/>
                    <a:pt x="145" y="16"/>
                  </a:cubicBezTo>
                  <a:cubicBezTo>
                    <a:pt x="146" y="16"/>
                    <a:pt x="146" y="16"/>
                    <a:pt x="146" y="18"/>
                  </a:cubicBezTo>
                  <a:close/>
                  <a:moveTo>
                    <a:pt x="133" y="31"/>
                  </a:moveTo>
                  <a:cubicBezTo>
                    <a:pt x="138" y="29"/>
                    <a:pt x="144" y="21"/>
                    <a:pt x="145" y="18"/>
                  </a:cubicBezTo>
                  <a:cubicBezTo>
                    <a:pt x="131" y="37"/>
                    <a:pt x="108" y="27"/>
                    <a:pt x="87" y="18"/>
                  </a:cubicBezTo>
                  <a:cubicBezTo>
                    <a:pt x="81" y="15"/>
                    <a:pt x="76" y="13"/>
                    <a:pt x="71" y="11"/>
                  </a:cubicBezTo>
                  <a:cubicBezTo>
                    <a:pt x="88" y="23"/>
                    <a:pt x="105" y="33"/>
                    <a:pt x="133" y="31"/>
                  </a:cubicBezTo>
                  <a:close/>
                  <a:moveTo>
                    <a:pt x="55" y="30"/>
                  </a:moveTo>
                  <a:cubicBezTo>
                    <a:pt x="54" y="30"/>
                    <a:pt x="54" y="30"/>
                    <a:pt x="54" y="30"/>
                  </a:cubicBezTo>
                  <a:cubicBezTo>
                    <a:pt x="47" y="29"/>
                    <a:pt x="42" y="25"/>
                    <a:pt x="42" y="17"/>
                  </a:cubicBezTo>
                  <a:cubicBezTo>
                    <a:pt x="42" y="16"/>
                    <a:pt x="42" y="16"/>
                    <a:pt x="42" y="16"/>
                  </a:cubicBezTo>
                  <a:cubicBezTo>
                    <a:pt x="43" y="16"/>
                    <a:pt x="43" y="16"/>
                    <a:pt x="43" y="16"/>
                  </a:cubicBezTo>
                  <a:cubicBezTo>
                    <a:pt x="50" y="17"/>
                    <a:pt x="53" y="23"/>
                    <a:pt x="55" y="29"/>
                  </a:cubicBezTo>
                  <a:lnTo>
                    <a:pt x="55" y="30"/>
                  </a:lnTo>
                  <a:close/>
                  <a:moveTo>
                    <a:pt x="43" y="17"/>
                  </a:moveTo>
                  <a:cubicBezTo>
                    <a:pt x="44" y="24"/>
                    <a:pt x="47" y="27"/>
                    <a:pt x="53" y="28"/>
                  </a:cubicBezTo>
                  <a:cubicBezTo>
                    <a:pt x="51" y="23"/>
                    <a:pt x="49" y="19"/>
                    <a:pt x="43" y="17"/>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61" name="Voľný tvar 49"/>
            <p:cNvSpPr>
              <a:spLocks noEditPoints="1"/>
            </p:cNvSpPr>
            <p:nvPr/>
          </p:nvSpPr>
          <p:spPr bwMode="auto">
            <a:xfrm>
              <a:off x="4162425" y="3344863"/>
              <a:ext cx="334963" cy="328613"/>
            </a:xfrm>
            <a:custGeom>
              <a:avLst/>
              <a:gdLst>
                <a:gd name="T0" fmla="*/ 61 w 149"/>
                <a:gd name="T1" fmla="*/ 17 h 146"/>
                <a:gd name="T2" fmla="*/ 70 w 149"/>
                <a:gd name="T3" fmla="*/ 13 h 146"/>
                <a:gd name="T4" fmla="*/ 67 w 149"/>
                <a:gd name="T5" fmla="*/ 22 h 146"/>
                <a:gd name="T6" fmla="*/ 71 w 149"/>
                <a:gd name="T7" fmla="*/ 8 h 146"/>
                <a:gd name="T8" fmla="*/ 77 w 149"/>
                <a:gd name="T9" fmla="*/ 20 h 146"/>
                <a:gd name="T10" fmla="*/ 146 w 149"/>
                <a:gd name="T11" fmla="*/ 39 h 146"/>
                <a:gd name="T12" fmla="*/ 125 w 149"/>
                <a:gd name="T13" fmla="*/ 103 h 146"/>
                <a:gd name="T14" fmla="*/ 146 w 149"/>
                <a:gd name="T15" fmla="*/ 99 h 146"/>
                <a:gd name="T16" fmla="*/ 148 w 149"/>
                <a:gd name="T17" fmla="*/ 120 h 146"/>
                <a:gd name="T18" fmla="*/ 129 w 149"/>
                <a:gd name="T19" fmla="*/ 119 h 146"/>
                <a:gd name="T20" fmla="*/ 141 w 149"/>
                <a:gd name="T21" fmla="*/ 143 h 146"/>
                <a:gd name="T22" fmla="*/ 124 w 149"/>
                <a:gd name="T23" fmla="*/ 108 h 146"/>
                <a:gd name="T24" fmla="*/ 121 w 149"/>
                <a:gd name="T25" fmla="*/ 76 h 146"/>
                <a:gd name="T26" fmla="*/ 132 w 149"/>
                <a:gd name="T27" fmla="*/ 18 h 146"/>
                <a:gd name="T28" fmla="*/ 46 w 149"/>
                <a:gd name="T29" fmla="*/ 31 h 146"/>
                <a:gd name="T30" fmla="*/ 0 w 149"/>
                <a:gd name="T31" fmla="*/ 27 h 146"/>
                <a:gd name="T32" fmla="*/ 60 w 149"/>
                <a:gd name="T33" fmla="*/ 24 h 146"/>
                <a:gd name="T34" fmla="*/ 58 w 149"/>
                <a:gd name="T35" fmla="*/ 11 h 146"/>
                <a:gd name="T36" fmla="*/ 68 w 149"/>
                <a:gd name="T37" fmla="*/ 8 h 146"/>
                <a:gd name="T38" fmla="*/ 61 w 149"/>
                <a:gd name="T39" fmla="*/ 17 h 146"/>
                <a:gd name="T40" fmla="*/ 58 w 149"/>
                <a:gd name="T41" fmla="*/ 27 h 146"/>
                <a:gd name="T42" fmla="*/ 31 w 149"/>
                <a:gd name="T43" fmla="*/ 25 h 146"/>
                <a:gd name="T44" fmla="*/ 58 w 149"/>
                <a:gd name="T45" fmla="*/ 27 h 146"/>
                <a:gd name="T46" fmla="*/ 101 w 149"/>
                <a:gd name="T47" fmla="*/ 11 h 146"/>
                <a:gd name="T48" fmla="*/ 88 w 149"/>
                <a:gd name="T49" fmla="*/ 20 h 146"/>
                <a:gd name="T50" fmla="*/ 101 w 149"/>
                <a:gd name="T51" fmla="*/ 11 h 146"/>
                <a:gd name="T52" fmla="*/ 142 w 149"/>
                <a:gd name="T53" fmla="*/ 32 h 146"/>
                <a:gd name="T54" fmla="*/ 141 w 149"/>
                <a:gd name="T55" fmla="*/ 34 h 146"/>
                <a:gd name="T56" fmla="*/ 122 w 149"/>
                <a:gd name="T57" fmla="*/ 95 h 146"/>
                <a:gd name="T58" fmla="*/ 142 w 149"/>
                <a:gd name="T59" fmla="*/ 32 h 146"/>
                <a:gd name="T60" fmla="*/ 145 w 149"/>
                <a:gd name="T61" fmla="*/ 119 h 146"/>
                <a:gd name="T62" fmla="*/ 142 w 149"/>
                <a:gd name="T63" fmla="*/ 106 h 146"/>
                <a:gd name="T64" fmla="*/ 132 w 149"/>
                <a:gd name="T65" fmla="*/ 106 h 146"/>
                <a:gd name="T66" fmla="*/ 145 w 149"/>
                <a:gd name="T67" fmla="*/ 119 h 146"/>
                <a:gd name="T68" fmla="*/ 146 w 149"/>
                <a:gd name="T69" fmla="*/ 103 h 146"/>
                <a:gd name="T70" fmla="*/ 134 w 149"/>
                <a:gd name="T71" fmla="*/ 103 h 146"/>
                <a:gd name="T72" fmla="*/ 146 w 149"/>
                <a:gd name="T73" fmla="*/ 10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9" h="146">
                  <a:moveTo>
                    <a:pt x="61" y="17"/>
                  </a:moveTo>
                  <a:cubicBezTo>
                    <a:pt x="64" y="17"/>
                    <a:pt x="67" y="9"/>
                    <a:pt x="70" y="13"/>
                  </a:cubicBezTo>
                  <a:cubicBezTo>
                    <a:pt x="68" y="15"/>
                    <a:pt x="65" y="17"/>
                    <a:pt x="67" y="22"/>
                  </a:cubicBezTo>
                  <a:cubicBezTo>
                    <a:pt x="78" y="22"/>
                    <a:pt x="72" y="11"/>
                    <a:pt x="71" y="8"/>
                  </a:cubicBezTo>
                  <a:cubicBezTo>
                    <a:pt x="75" y="4"/>
                    <a:pt x="81" y="15"/>
                    <a:pt x="77" y="20"/>
                  </a:cubicBezTo>
                  <a:cubicBezTo>
                    <a:pt x="103" y="0"/>
                    <a:pt x="144" y="7"/>
                    <a:pt x="146" y="39"/>
                  </a:cubicBezTo>
                  <a:cubicBezTo>
                    <a:pt x="148" y="63"/>
                    <a:pt x="123" y="79"/>
                    <a:pt x="125" y="103"/>
                  </a:cubicBezTo>
                  <a:cubicBezTo>
                    <a:pt x="130" y="105"/>
                    <a:pt x="138" y="94"/>
                    <a:pt x="146" y="99"/>
                  </a:cubicBezTo>
                  <a:cubicBezTo>
                    <a:pt x="149" y="104"/>
                    <a:pt x="147" y="114"/>
                    <a:pt x="148" y="120"/>
                  </a:cubicBezTo>
                  <a:cubicBezTo>
                    <a:pt x="142" y="125"/>
                    <a:pt x="135" y="122"/>
                    <a:pt x="129" y="119"/>
                  </a:cubicBezTo>
                  <a:cubicBezTo>
                    <a:pt x="129" y="131"/>
                    <a:pt x="129" y="143"/>
                    <a:pt x="141" y="143"/>
                  </a:cubicBezTo>
                  <a:cubicBezTo>
                    <a:pt x="120" y="146"/>
                    <a:pt x="125" y="125"/>
                    <a:pt x="124" y="108"/>
                  </a:cubicBezTo>
                  <a:cubicBezTo>
                    <a:pt x="123" y="95"/>
                    <a:pt x="118" y="88"/>
                    <a:pt x="121" y="76"/>
                  </a:cubicBezTo>
                  <a:cubicBezTo>
                    <a:pt x="125" y="57"/>
                    <a:pt x="149" y="40"/>
                    <a:pt x="132" y="18"/>
                  </a:cubicBezTo>
                  <a:cubicBezTo>
                    <a:pt x="101" y="5"/>
                    <a:pt x="76" y="33"/>
                    <a:pt x="46" y="31"/>
                  </a:cubicBezTo>
                  <a:cubicBezTo>
                    <a:pt x="31" y="30"/>
                    <a:pt x="16" y="16"/>
                    <a:pt x="0" y="27"/>
                  </a:cubicBezTo>
                  <a:cubicBezTo>
                    <a:pt x="14" y="12"/>
                    <a:pt x="37" y="23"/>
                    <a:pt x="60" y="24"/>
                  </a:cubicBezTo>
                  <a:cubicBezTo>
                    <a:pt x="62" y="22"/>
                    <a:pt x="58" y="15"/>
                    <a:pt x="58" y="11"/>
                  </a:cubicBezTo>
                  <a:cubicBezTo>
                    <a:pt x="61" y="10"/>
                    <a:pt x="64" y="4"/>
                    <a:pt x="68" y="8"/>
                  </a:cubicBezTo>
                  <a:cubicBezTo>
                    <a:pt x="67" y="9"/>
                    <a:pt x="59" y="9"/>
                    <a:pt x="61" y="17"/>
                  </a:cubicBezTo>
                  <a:close/>
                  <a:moveTo>
                    <a:pt x="58" y="27"/>
                  </a:moveTo>
                  <a:cubicBezTo>
                    <a:pt x="49" y="25"/>
                    <a:pt x="41" y="22"/>
                    <a:pt x="31" y="25"/>
                  </a:cubicBezTo>
                  <a:cubicBezTo>
                    <a:pt x="41" y="26"/>
                    <a:pt x="49" y="32"/>
                    <a:pt x="58" y="27"/>
                  </a:cubicBezTo>
                  <a:close/>
                  <a:moveTo>
                    <a:pt x="101" y="11"/>
                  </a:moveTo>
                  <a:cubicBezTo>
                    <a:pt x="98" y="14"/>
                    <a:pt x="85" y="15"/>
                    <a:pt x="88" y="20"/>
                  </a:cubicBezTo>
                  <a:cubicBezTo>
                    <a:pt x="90" y="15"/>
                    <a:pt x="104" y="16"/>
                    <a:pt x="101" y="11"/>
                  </a:cubicBezTo>
                  <a:close/>
                  <a:moveTo>
                    <a:pt x="142" y="32"/>
                  </a:moveTo>
                  <a:cubicBezTo>
                    <a:pt x="140" y="29"/>
                    <a:pt x="138" y="30"/>
                    <a:pt x="141" y="34"/>
                  </a:cubicBezTo>
                  <a:cubicBezTo>
                    <a:pt x="139" y="59"/>
                    <a:pt x="121" y="67"/>
                    <a:pt x="122" y="95"/>
                  </a:cubicBezTo>
                  <a:cubicBezTo>
                    <a:pt x="127" y="73"/>
                    <a:pt x="146" y="59"/>
                    <a:pt x="142" y="32"/>
                  </a:cubicBezTo>
                  <a:close/>
                  <a:moveTo>
                    <a:pt x="145" y="119"/>
                  </a:moveTo>
                  <a:cubicBezTo>
                    <a:pt x="145" y="113"/>
                    <a:pt x="145" y="109"/>
                    <a:pt x="142" y="106"/>
                  </a:cubicBezTo>
                  <a:cubicBezTo>
                    <a:pt x="139" y="106"/>
                    <a:pt x="135" y="106"/>
                    <a:pt x="132" y="106"/>
                  </a:cubicBezTo>
                  <a:cubicBezTo>
                    <a:pt x="126" y="113"/>
                    <a:pt x="134" y="121"/>
                    <a:pt x="145" y="119"/>
                  </a:cubicBezTo>
                  <a:close/>
                  <a:moveTo>
                    <a:pt x="146" y="103"/>
                  </a:moveTo>
                  <a:cubicBezTo>
                    <a:pt x="142" y="100"/>
                    <a:pt x="137" y="100"/>
                    <a:pt x="134" y="103"/>
                  </a:cubicBezTo>
                  <a:cubicBezTo>
                    <a:pt x="139" y="101"/>
                    <a:pt x="144" y="107"/>
                    <a:pt x="146" y="103"/>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62" name="Voľný tvar 50"/>
            <p:cNvSpPr>
              <a:spLocks noEditPoints="1"/>
            </p:cNvSpPr>
            <p:nvPr/>
          </p:nvSpPr>
          <p:spPr bwMode="auto">
            <a:xfrm>
              <a:off x="4162425" y="3359150"/>
              <a:ext cx="334963" cy="309563"/>
            </a:xfrm>
            <a:custGeom>
              <a:avLst/>
              <a:gdLst>
                <a:gd name="T0" fmla="*/ 69 w 149"/>
                <a:gd name="T1" fmla="*/ 3 h 138"/>
                <a:gd name="T2" fmla="*/ 64 w 149"/>
                <a:gd name="T3" fmla="*/ 7 h 138"/>
                <a:gd name="T4" fmla="*/ 70 w 149"/>
                <a:gd name="T5" fmla="*/ 7 h 138"/>
                <a:gd name="T6" fmla="*/ 70 w 149"/>
                <a:gd name="T7" fmla="*/ 3 h 138"/>
                <a:gd name="T8" fmla="*/ 73 w 149"/>
                <a:gd name="T9" fmla="*/ 1 h 138"/>
                <a:gd name="T10" fmla="*/ 147 w 149"/>
                <a:gd name="T11" fmla="*/ 33 h 138"/>
                <a:gd name="T12" fmla="*/ 142 w 149"/>
                <a:gd name="T13" fmla="*/ 91 h 138"/>
                <a:gd name="T14" fmla="*/ 149 w 149"/>
                <a:gd name="T15" fmla="*/ 114 h 138"/>
                <a:gd name="T16" fmla="*/ 130 w 149"/>
                <a:gd name="T17" fmla="*/ 114 h 138"/>
                <a:gd name="T18" fmla="*/ 137 w 149"/>
                <a:gd name="T19" fmla="*/ 138 h 138"/>
                <a:gd name="T20" fmla="*/ 122 w 149"/>
                <a:gd name="T21" fmla="*/ 94 h 138"/>
                <a:gd name="T22" fmla="*/ 129 w 149"/>
                <a:gd name="T23" fmla="*/ 51 h 138"/>
                <a:gd name="T24" fmla="*/ 49 w 149"/>
                <a:gd name="T25" fmla="*/ 26 h 138"/>
                <a:gd name="T26" fmla="*/ 1 w 149"/>
                <a:gd name="T27" fmla="*/ 21 h 138"/>
                <a:gd name="T28" fmla="*/ 39 w 149"/>
                <a:gd name="T29" fmla="*/ 15 h 138"/>
                <a:gd name="T30" fmla="*/ 58 w 149"/>
                <a:gd name="T31" fmla="*/ 5 h 138"/>
                <a:gd name="T32" fmla="*/ 67 w 149"/>
                <a:gd name="T33" fmla="*/ 2 h 138"/>
                <a:gd name="T34" fmla="*/ 60 w 149"/>
                <a:gd name="T35" fmla="*/ 10 h 138"/>
                <a:gd name="T36" fmla="*/ 77 w 149"/>
                <a:gd name="T37" fmla="*/ 14 h 138"/>
                <a:gd name="T38" fmla="*/ 73 w 149"/>
                <a:gd name="T39" fmla="*/ 15 h 138"/>
                <a:gd name="T40" fmla="*/ 68 w 149"/>
                <a:gd name="T41" fmla="*/ 8 h 138"/>
                <a:gd name="T42" fmla="*/ 61 w 149"/>
                <a:gd name="T43" fmla="*/ 12 h 138"/>
                <a:gd name="T44" fmla="*/ 60 w 149"/>
                <a:gd name="T45" fmla="*/ 19 h 138"/>
                <a:gd name="T46" fmla="*/ 7 w 149"/>
                <a:gd name="T47" fmla="*/ 17 h 138"/>
                <a:gd name="T48" fmla="*/ 40 w 149"/>
                <a:gd name="T49" fmla="*/ 17 h 138"/>
                <a:gd name="T50" fmla="*/ 60 w 149"/>
                <a:gd name="T51" fmla="*/ 20 h 138"/>
                <a:gd name="T52" fmla="*/ 31 w 149"/>
                <a:gd name="T53" fmla="*/ 20 h 138"/>
                <a:gd name="T54" fmla="*/ 49 w 149"/>
                <a:gd name="T55" fmla="*/ 24 h 138"/>
                <a:gd name="T56" fmla="*/ 87 w 149"/>
                <a:gd name="T57" fmla="*/ 12 h 138"/>
                <a:gd name="T58" fmla="*/ 77 w 149"/>
                <a:gd name="T59" fmla="*/ 14 h 138"/>
                <a:gd name="T60" fmla="*/ 124 w 149"/>
                <a:gd name="T61" fmla="*/ 97 h 138"/>
                <a:gd name="T62" fmla="*/ 101 w 149"/>
                <a:gd name="T63" fmla="*/ 4 h 138"/>
                <a:gd name="T64" fmla="*/ 89 w 149"/>
                <a:gd name="T65" fmla="*/ 14 h 138"/>
                <a:gd name="T66" fmla="*/ 133 w 149"/>
                <a:gd name="T67" fmla="*/ 12 h 138"/>
                <a:gd name="T68" fmla="*/ 131 w 149"/>
                <a:gd name="T69" fmla="*/ 55 h 138"/>
                <a:gd name="T70" fmla="*/ 140 w 149"/>
                <a:gd name="T71" fmla="*/ 24 h 138"/>
                <a:gd name="T72" fmla="*/ 123 w 149"/>
                <a:gd name="T73" fmla="*/ 89 h 138"/>
                <a:gd name="T74" fmla="*/ 135 w 149"/>
                <a:gd name="T75" fmla="*/ 137 h 138"/>
                <a:gd name="T76" fmla="*/ 141 w 149"/>
                <a:gd name="T77" fmla="*/ 116 h 138"/>
                <a:gd name="T78" fmla="*/ 147 w 149"/>
                <a:gd name="T79" fmla="*/ 98 h 138"/>
                <a:gd name="T80" fmla="*/ 131 w 149"/>
                <a:gd name="T81" fmla="*/ 99 h 138"/>
                <a:gd name="T82" fmla="*/ 146 w 149"/>
                <a:gd name="T83" fmla="*/ 94 h 138"/>
                <a:gd name="T84" fmla="*/ 88 w 149"/>
                <a:gd name="T85" fmla="*/ 12 h 138"/>
                <a:gd name="T86" fmla="*/ 95 w 149"/>
                <a:gd name="T87" fmla="*/ 9 h 138"/>
                <a:gd name="T88" fmla="*/ 40 w 149"/>
                <a:gd name="T89" fmla="*/ 19 h 138"/>
                <a:gd name="T90" fmla="*/ 56 w 149"/>
                <a:gd name="T91" fmla="*/ 21 h 138"/>
                <a:gd name="T92" fmla="*/ 141 w 149"/>
                <a:gd name="T93" fmla="*/ 28 h 138"/>
                <a:gd name="T94" fmla="*/ 131 w 149"/>
                <a:gd name="T95" fmla="*/ 66 h 138"/>
                <a:gd name="T96" fmla="*/ 141 w 149"/>
                <a:gd name="T97" fmla="*/ 97 h 138"/>
                <a:gd name="T98" fmla="*/ 143 w 149"/>
                <a:gd name="T99" fmla="*/ 100 h 138"/>
                <a:gd name="T100" fmla="*/ 130 w 149"/>
                <a:gd name="T101" fmla="*/ 108 h 138"/>
                <a:gd name="T102" fmla="*/ 131 w 149"/>
                <a:gd name="T103" fmla="*/ 107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9" h="138">
                  <a:moveTo>
                    <a:pt x="65" y="0"/>
                  </a:moveTo>
                  <a:cubicBezTo>
                    <a:pt x="66" y="0"/>
                    <a:pt x="68" y="1"/>
                    <a:pt x="69" y="2"/>
                  </a:cubicBezTo>
                  <a:cubicBezTo>
                    <a:pt x="69" y="2"/>
                    <a:pt x="69" y="2"/>
                    <a:pt x="69" y="2"/>
                  </a:cubicBezTo>
                  <a:cubicBezTo>
                    <a:pt x="69" y="3"/>
                    <a:pt x="69" y="3"/>
                    <a:pt x="69" y="3"/>
                  </a:cubicBezTo>
                  <a:cubicBezTo>
                    <a:pt x="68" y="3"/>
                    <a:pt x="68" y="3"/>
                    <a:pt x="67" y="4"/>
                  </a:cubicBezTo>
                  <a:cubicBezTo>
                    <a:pt x="65" y="4"/>
                    <a:pt x="63" y="4"/>
                    <a:pt x="62" y="6"/>
                  </a:cubicBezTo>
                  <a:cubicBezTo>
                    <a:pt x="62" y="7"/>
                    <a:pt x="61" y="8"/>
                    <a:pt x="62" y="10"/>
                  </a:cubicBezTo>
                  <a:cubicBezTo>
                    <a:pt x="63" y="9"/>
                    <a:pt x="63" y="8"/>
                    <a:pt x="64" y="7"/>
                  </a:cubicBezTo>
                  <a:cubicBezTo>
                    <a:pt x="66" y="6"/>
                    <a:pt x="67" y="5"/>
                    <a:pt x="68" y="5"/>
                  </a:cubicBezTo>
                  <a:cubicBezTo>
                    <a:pt x="69" y="5"/>
                    <a:pt x="70" y="5"/>
                    <a:pt x="70" y="6"/>
                  </a:cubicBezTo>
                  <a:cubicBezTo>
                    <a:pt x="71" y="6"/>
                    <a:pt x="71" y="6"/>
                    <a:pt x="71" y="6"/>
                  </a:cubicBezTo>
                  <a:cubicBezTo>
                    <a:pt x="70" y="7"/>
                    <a:pt x="70" y="7"/>
                    <a:pt x="70" y="7"/>
                  </a:cubicBezTo>
                  <a:cubicBezTo>
                    <a:pt x="70" y="8"/>
                    <a:pt x="69" y="8"/>
                    <a:pt x="69" y="9"/>
                  </a:cubicBezTo>
                  <a:cubicBezTo>
                    <a:pt x="68" y="11"/>
                    <a:pt x="67" y="12"/>
                    <a:pt x="67" y="16"/>
                  </a:cubicBezTo>
                  <a:cubicBezTo>
                    <a:pt x="70" y="16"/>
                    <a:pt x="71" y="15"/>
                    <a:pt x="72" y="14"/>
                  </a:cubicBezTo>
                  <a:cubicBezTo>
                    <a:pt x="74" y="11"/>
                    <a:pt x="71" y="5"/>
                    <a:pt x="70" y="3"/>
                  </a:cubicBezTo>
                  <a:cubicBezTo>
                    <a:pt x="70" y="2"/>
                    <a:pt x="70" y="2"/>
                    <a:pt x="70" y="2"/>
                  </a:cubicBezTo>
                  <a:cubicBezTo>
                    <a:pt x="71" y="2"/>
                    <a:pt x="71" y="2"/>
                    <a:pt x="71" y="2"/>
                  </a:cubicBezTo>
                  <a:cubicBezTo>
                    <a:pt x="71" y="1"/>
                    <a:pt x="72" y="1"/>
                    <a:pt x="73" y="1"/>
                  </a:cubicBezTo>
                  <a:cubicBezTo>
                    <a:pt x="73" y="1"/>
                    <a:pt x="73" y="1"/>
                    <a:pt x="73" y="1"/>
                  </a:cubicBezTo>
                  <a:cubicBezTo>
                    <a:pt x="75" y="1"/>
                    <a:pt x="77" y="3"/>
                    <a:pt x="78" y="5"/>
                  </a:cubicBezTo>
                  <a:cubicBezTo>
                    <a:pt x="79" y="7"/>
                    <a:pt x="79" y="9"/>
                    <a:pt x="79" y="11"/>
                  </a:cubicBezTo>
                  <a:cubicBezTo>
                    <a:pt x="88" y="5"/>
                    <a:pt x="99" y="2"/>
                    <a:pt x="110" y="2"/>
                  </a:cubicBezTo>
                  <a:cubicBezTo>
                    <a:pt x="131" y="2"/>
                    <a:pt x="145" y="14"/>
                    <a:pt x="147" y="33"/>
                  </a:cubicBezTo>
                  <a:cubicBezTo>
                    <a:pt x="148" y="45"/>
                    <a:pt x="142" y="55"/>
                    <a:pt x="137" y="65"/>
                  </a:cubicBezTo>
                  <a:cubicBezTo>
                    <a:pt x="131" y="75"/>
                    <a:pt x="125" y="85"/>
                    <a:pt x="126" y="97"/>
                  </a:cubicBezTo>
                  <a:cubicBezTo>
                    <a:pt x="127" y="97"/>
                    <a:pt x="130" y="96"/>
                    <a:pt x="132" y="95"/>
                  </a:cubicBezTo>
                  <a:cubicBezTo>
                    <a:pt x="135" y="93"/>
                    <a:pt x="138" y="91"/>
                    <a:pt x="142" y="91"/>
                  </a:cubicBezTo>
                  <a:cubicBezTo>
                    <a:pt x="144" y="91"/>
                    <a:pt x="145" y="92"/>
                    <a:pt x="147" y="93"/>
                  </a:cubicBezTo>
                  <a:cubicBezTo>
                    <a:pt x="147" y="93"/>
                    <a:pt x="147" y="93"/>
                    <a:pt x="147" y="93"/>
                  </a:cubicBezTo>
                  <a:cubicBezTo>
                    <a:pt x="149" y="96"/>
                    <a:pt x="149" y="101"/>
                    <a:pt x="149" y="106"/>
                  </a:cubicBezTo>
                  <a:cubicBezTo>
                    <a:pt x="148" y="109"/>
                    <a:pt x="148" y="112"/>
                    <a:pt x="149" y="114"/>
                  </a:cubicBezTo>
                  <a:cubicBezTo>
                    <a:pt x="149" y="115"/>
                    <a:pt x="149" y="115"/>
                    <a:pt x="149" y="115"/>
                  </a:cubicBezTo>
                  <a:cubicBezTo>
                    <a:pt x="148" y="115"/>
                    <a:pt x="148" y="115"/>
                    <a:pt x="148" y="115"/>
                  </a:cubicBezTo>
                  <a:cubicBezTo>
                    <a:pt x="146" y="117"/>
                    <a:pt x="143" y="118"/>
                    <a:pt x="141" y="118"/>
                  </a:cubicBezTo>
                  <a:cubicBezTo>
                    <a:pt x="137" y="118"/>
                    <a:pt x="134" y="116"/>
                    <a:pt x="130" y="114"/>
                  </a:cubicBezTo>
                  <a:cubicBezTo>
                    <a:pt x="130" y="115"/>
                    <a:pt x="130" y="115"/>
                    <a:pt x="130" y="115"/>
                  </a:cubicBezTo>
                  <a:cubicBezTo>
                    <a:pt x="130" y="126"/>
                    <a:pt x="130" y="136"/>
                    <a:pt x="141" y="136"/>
                  </a:cubicBezTo>
                  <a:cubicBezTo>
                    <a:pt x="141" y="138"/>
                    <a:pt x="141" y="138"/>
                    <a:pt x="141" y="138"/>
                  </a:cubicBezTo>
                  <a:cubicBezTo>
                    <a:pt x="139" y="138"/>
                    <a:pt x="138" y="138"/>
                    <a:pt x="137" y="138"/>
                  </a:cubicBezTo>
                  <a:cubicBezTo>
                    <a:pt x="123" y="138"/>
                    <a:pt x="123" y="125"/>
                    <a:pt x="123" y="112"/>
                  </a:cubicBezTo>
                  <a:cubicBezTo>
                    <a:pt x="123" y="108"/>
                    <a:pt x="123" y="105"/>
                    <a:pt x="123" y="102"/>
                  </a:cubicBezTo>
                  <a:cubicBezTo>
                    <a:pt x="123" y="99"/>
                    <a:pt x="122" y="96"/>
                    <a:pt x="122" y="94"/>
                  </a:cubicBezTo>
                  <a:cubicBezTo>
                    <a:pt x="122" y="94"/>
                    <a:pt x="122" y="94"/>
                    <a:pt x="122" y="94"/>
                  </a:cubicBezTo>
                  <a:cubicBezTo>
                    <a:pt x="122" y="93"/>
                    <a:pt x="122" y="93"/>
                    <a:pt x="122" y="93"/>
                  </a:cubicBezTo>
                  <a:cubicBezTo>
                    <a:pt x="121" y="92"/>
                    <a:pt x="121" y="91"/>
                    <a:pt x="121" y="90"/>
                  </a:cubicBezTo>
                  <a:cubicBezTo>
                    <a:pt x="120" y="84"/>
                    <a:pt x="118" y="78"/>
                    <a:pt x="120" y="70"/>
                  </a:cubicBezTo>
                  <a:cubicBezTo>
                    <a:pt x="122" y="64"/>
                    <a:pt x="125" y="57"/>
                    <a:pt x="129" y="51"/>
                  </a:cubicBezTo>
                  <a:cubicBezTo>
                    <a:pt x="136" y="39"/>
                    <a:pt x="143" y="27"/>
                    <a:pt x="132" y="13"/>
                  </a:cubicBezTo>
                  <a:cubicBezTo>
                    <a:pt x="126" y="11"/>
                    <a:pt x="121" y="10"/>
                    <a:pt x="115" y="10"/>
                  </a:cubicBezTo>
                  <a:cubicBezTo>
                    <a:pt x="104" y="10"/>
                    <a:pt x="93" y="14"/>
                    <a:pt x="83" y="18"/>
                  </a:cubicBezTo>
                  <a:cubicBezTo>
                    <a:pt x="72" y="22"/>
                    <a:pt x="61" y="26"/>
                    <a:pt x="49" y="26"/>
                  </a:cubicBezTo>
                  <a:cubicBezTo>
                    <a:pt x="48" y="26"/>
                    <a:pt x="47" y="26"/>
                    <a:pt x="45" y="26"/>
                  </a:cubicBezTo>
                  <a:cubicBezTo>
                    <a:pt x="40" y="25"/>
                    <a:pt x="35" y="23"/>
                    <a:pt x="30" y="22"/>
                  </a:cubicBezTo>
                  <a:cubicBezTo>
                    <a:pt x="25" y="19"/>
                    <a:pt x="19" y="17"/>
                    <a:pt x="13" y="17"/>
                  </a:cubicBezTo>
                  <a:cubicBezTo>
                    <a:pt x="9" y="17"/>
                    <a:pt x="4" y="19"/>
                    <a:pt x="1" y="21"/>
                  </a:cubicBezTo>
                  <a:cubicBezTo>
                    <a:pt x="0" y="20"/>
                    <a:pt x="0" y="20"/>
                    <a:pt x="0" y="20"/>
                  </a:cubicBezTo>
                  <a:cubicBezTo>
                    <a:pt x="5" y="15"/>
                    <a:pt x="11" y="13"/>
                    <a:pt x="20" y="13"/>
                  </a:cubicBezTo>
                  <a:cubicBezTo>
                    <a:pt x="20" y="13"/>
                    <a:pt x="20" y="13"/>
                    <a:pt x="20" y="13"/>
                  </a:cubicBezTo>
                  <a:cubicBezTo>
                    <a:pt x="26" y="13"/>
                    <a:pt x="33" y="14"/>
                    <a:pt x="39" y="15"/>
                  </a:cubicBezTo>
                  <a:cubicBezTo>
                    <a:pt x="46" y="16"/>
                    <a:pt x="53" y="17"/>
                    <a:pt x="59" y="17"/>
                  </a:cubicBezTo>
                  <a:cubicBezTo>
                    <a:pt x="61" y="16"/>
                    <a:pt x="60" y="13"/>
                    <a:pt x="59" y="10"/>
                  </a:cubicBezTo>
                  <a:cubicBezTo>
                    <a:pt x="58" y="8"/>
                    <a:pt x="58" y="7"/>
                    <a:pt x="58" y="5"/>
                  </a:cubicBezTo>
                  <a:cubicBezTo>
                    <a:pt x="58" y="5"/>
                    <a:pt x="58" y="5"/>
                    <a:pt x="58" y="5"/>
                  </a:cubicBezTo>
                  <a:cubicBezTo>
                    <a:pt x="58" y="4"/>
                    <a:pt x="58" y="4"/>
                    <a:pt x="58" y="4"/>
                  </a:cubicBezTo>
                  <a:cubicBezTo>
                    <a:pt x="59" y="4"/>
                    <a:pt x="59" y="3"/>
                    <a:pt x="60" y="3"/>
                  </a:cubicBezTo>
                  <a:cubicBezTo>
                    <a:pt x="62" y="1"/>
                    <a:pt x="63" y="0"/>
                    <a:pt x="65" y="0"/>
                  </a:cubicBezTo>
                  <a:close/>
                  <a:moveTo>
                    <a:pt x="67" y="2"/>
                  </a:moveTo>
                  <a:cubicBezTo>
                    <a:pt x="65" y="1"/>
                    <a:pt x="63" y="2"/>
                    <a:pt x="61" y="4"/>
                  </a:cubicBezTo>
                  <a:cubicBezTo>
                    <a:pt x="60" y="4"/>
                    <a:pt x="60" y="5"/>
                    <a:pt x="59" y="5"/>
                  </a:cubicBezTo>
                  <a:cubicBezTo>
                    <a:pt x="59" y="7"/>
                    <a:pt x="60" y="8"/>
                    <a:pt x="60" y="10"/>
                  </a:cubicBezTo>
                  <a:cubicBezTo>
                    <a:pt x="60" y="10"/>
                    <a:pt x="60" y="10"/>
                    <a:pt x="60" y="10"/>
                  </a:cubicBezTo>
                  <a:cubicBezTo>
                    <a:pt x="60" y="8"/>
                    <a:pt x="60" y="7"/>
                    <a:pt x="61" y="5"/>
                  </a:cubicBezTo>
                  <a:cubicBezTo>
                    <a:pt x="62" y="3"/>
                    <a:pt x="65" y="3"/>
                    <a:pt x="66" y="2"/>
                  </a:cubicBezTo>
                  <a:cubicBezTo>
                    <a:pt x="66" y="2"/>
                    <a:pt x="67" y="2"/>
                    <a:pt x="67" y="2"/>
                  </a:cubicBezTo>
                  <a:close/>
                  <a:moveTo>
                    <a:pt x="77" y="14"/>
                  </a:moveTo>
                  <a:cubicBezTo>
                    <a:pt x="76" y="13"/>
                    <a:pt x="76" y="13"/>
                    <a:pt x="76" y="13"/>
                  </a:cubicBezTo>
                  <a:cubicBezTo>
                    <a:pt x="78" y="11"/>
                    <a:pt x="78" y="8"/>
                    <a:pt x="77" y="6"/>
                  </a:cubicBezTo>
                  <a:cubicBezTo>
                    <a:pt x="75" y="3"/>
                    <a:pt x="73" y="1"/>
                    <a:pt x="72" y="2"/>
                  </a:cubicBezTo>
                  <a:cubicBezTo>
                    <a:pt x="73" y="5"/>
                    <a:pt x="76" y="11"/>
                    <a:pt x="73" y="15"/>
                  </a:cubicBezTo>
                  <a:cubicBezTo>
                    <a:pt x="72" y="16"/>
                    <a:pt x="70" y="17"/>
                    <a:pt x="67" y="17"/>
                  </a:cubicBezTo>
                  <a:cubicBezTo>
                    <a:pt x="66" y="17"/>
                    <a:pt x="66" y="17"/>
                    <a:pt x="66" y="17"/>
                  </a:cubicBezTo>
                  <a:cubicBezTo>
                    <a:pt x="66" y="17"/>
                    <a:pt x="66" y="17"/>
                    <a:pt x="66" y="17"/>
                  </a:cubicBezTo>
                  <a:cubicBezTo>
                    <a:pt x="65" y="12"/>
                    <a:pt x="66" y="10"/>
                    <a:pt x="68" y="8"/>
                  </a:cubicBezTo>
                  <a:cubicBezTo>
                    <a:pt x="68" y="8"/>
                    <a:pt x="68" y="7"/>
                    <a:pt x="69" y="7"/>
                  </a:cubicBezTo>
                  <a:cubicBezTo>
                    <a:pt x="69" y="6"/>
                    <a:pt x="68" y="6"/>
                    <a:pt x="68" y="6"/>
                  </a:cubicBezTo>
                  <a:cubicBezTo>
                    <a:pt x="67" y="6"/>
                    <a:pt x="66" y="7"/>
                    <a:pt x="65" y="8"/>
                  </a:cubicBezTo>
                  <a:cubicBezTo>
                    <a:pt x="64" y="10"/>
                    <a:pt x="63" y="11"/>
                    <a:pt x="61" y="12"/>
                  </a:cubicBezTo>
                  <a:cubicBezTo>
                    <a:pt x="61" y="12"/>
                    <a:pt x="61" y="12"/>
                    <a:pt x="61" y="12"/>
                  </a:cubicBezTo>
                  <a:cubicBezTo>
                    <a:pt x="61" y="14"/>
                    <a:pt x="62" y="17"/>
                    <a:pt x="60" y="18"/>
                  </a:cubicBezTo>
                  <a:cubicBezTo>
                    <a:pt x="60" y="19"/>
                    <a:pt x="60" y="19"/>
                    <a:pt x="60" y="19"/>
                  </a:cubicBezTo>
                  <a:cubicBezTo>
                    <a:pt x="60" y="19"/>
                    <a:pt x="60" y="19"/>
                    <a:pt x="60" y="19"/>
                  </a:cubicBezTo>
                  <a:cubicBezTo>
                    <a:pt x="53" y="18"/>
                    <a:pt x="46" y="17"/>
                    <a:pt x="39" y="16"/>
                  </a:cubicBezTo>
                  <a:cubicBezTo>
                    <a:pt x="32" y="15"/>
                    <a:pt x="26" y="14"/>
                    <a:pt x="20" y="14"/>
                  </a:cubicBezTo>
                  <a:cubicBezTo>
                    <a:pt x="20" y="14"/>
                    <a:pt x="20" y="14"/>
                    <a:pt x="20" y="14"/>
                  </a:cubicBezTo>
                  <a:cubicBezTo>
                    <a:pt x="15" y="14"/>
                    <a:pt x="11" y="15"/>
                    <a:pt x="7" y="17"/>
                  </a:cubicBezTo>
                  <a:cubicBezTo>
                    <a:pt x="9" y="16"/>
                    <a:pt x="11" y="16"/>
                    <a:pt x="13" y="16"/>
                  </a:cubicBezTo>
                  <a:cubicBezTo>
                    <a:pt x="18" y="16"/>
                    <a:pt x="24" y="18"/>
                    <a:pt x="29" y="19"/>
                  </a:cubicBezTo>
                  <a:cubicBezTo>
                    <a:pt x="31" y="19"/>
                    <a:pt x="31" y="19"/>
                    <a:pt x="31" y="19"/>
                  </a:cubicBezTo>
                  <a:cubicBezTo>
                    <a:pt x="34" y="18"/>
                    <a:pt x="37" y="17"/>
                    <a:pt x="40" y="17"/>
                  </a:cubicBezTo>
                  <a:cubicBezTo>
                    <a:pt x="40" y="17"/>
                    <a:pt x="40" y="17"/>
                    <a:pt x="40" y="17"/>
                  </a:cubicBezTo>
                  <a:cubicBezTo>
                    <a:pt x="45" y="17"/>
                    <a:pt x="49" y="18"/>
                    <a:pt x="54" y="19"/>
                  </a:cubicBezTo>
                  <a:cubicBezTo>
                    <a:pt x="55" y="19"/>
                    <a:pt x="57" y="20"/>
                    <a:pt x="58" y="20"/>
                  </a:cubicBezTo>
                  <a:cubicBezTo>
                    <a:pt x="60" y="20"/>
                    <a:pt x="60" y="20"/>
                    <a:pt x="60" y="20"/>
                  </a:cubicBezTo>
                  <a:cubicBezTo>
                    <a:pt x="59" y="21"/>
                    <a:pt x="59" y="21"/>
                    <a:pt x="59" y="21"/>
                  </a:cubicBezTo>
                  <a:cubicBezTo>
                    <a:pt x="56" y="23"/>
                    <a:pt x="53" y="24"/>
                    <a:pt x="50" y="24"/>
                  </a:cubicBezTo>
                  <a:cubicBezTo>
                    <a:pt x="47" y="24"/>
                    <a:pt x="43" y="23"/>
                    <a:pt x="40" y="22"/>
                  </a:cubicBezTo>
                  <a:cubicBezTo>
                    <a:pt x="37" y="21"/>
                    <a:pt x="34" y="20"/>
                    <a:pt x="31" y="20"/>
                  </a:cubicBezTo>
                  <a:cubicBezTo>
                    <a:pt x="30" y="20"/>
                    <a:pt x="30" y="20"/>
                    <a:pt x="30" y="20"/>
                  </a:cubicBezTo>
                  <a:cubicBezTo>
                    <a:pt x="30" y="20"/>
                    <a:pt x="31" y="20"/>
                    <a:pt x="31" y="20"/>
                  </a:cubicBezTo>
                  <a:cubicBezTo>
                    <a:pt x="36" y="22"/>
                    <a:pt x="41" y="24"/>
                    <a:pt x="46" y="24"/>
                  </a:cubicBezTo>
                  <a:cubicBezTo>
                    <a:pt x="47" y="24"/>
                    <a:pt x="48" y="24"/>
                    <a:pt x="49" y="24"/>
                  </a:cubicBezTo>
                  <a:cubicBezTo>
                    <a:pt x="61" y="24"/>
                    <a:pt x="72" y="20"/>
                    <a:pt x="82" y="16"/>
                  </a:cubicBezTo>
                  <a:cubicBezTo>
                    <a:pt x="84" y="16"/>
                    <a:pt x="86" y="15"/>
                    <a:pt x="88" y="14"/>
                  </a:cubicBezTo>
                  <a:cubicBezTo>
                    <a:pt x="88" y="14"/>
                    <a:pt x="88" y="14"/>
                    <a:pt x="88" y="14"/>
                  </a:cubicBezTo>
                  <a:cubicBezTo>
                    <a:pt x="87" y="13"/>
                    <a:pt x="87" y="12"/>
                    <a:pt x="87" y="12"/>
                  </a:cubicBezTo>
                  <a:cubicBezTo>
                    <a:pt x="88" y="10"/>
                    <a:pt x="91" y="9"/>
                    <a:pt x="94" y="7"/>
                  </a:cubicBezTo>
                  <a:cubicBezTo>
                    <a:pt x="97" y="7"/>
                    <a:pt x="99" y="6"/>
                    <a:pt x="100" y="5"/>
                  </a:cubicBezTo>
                  <a:cubicBezTo>
                    <a:pt x="101" y="4"/>
                    <a:pt x="101" y="4"/>
                    <a:pt x="101" y="4"/>
                  </a:cubicBezTo>
                  <a:cubicBezTo>
                    <a:pt x="92" y="6"/>
                    <a:pt x="84" y="9"/>
                    <a:pt x="77" y="14"/>
                  </a:cubicBezTo>
                  <a:close/>
                  <a:moveTo>
                    <a:pt x="126" y="98"/>
                  </a:moveTo>
                  <a:cubicBezTo>
                    <a:pt x="126" y="98"/>
                    <a:pt x="125" y="98"/>
                    <a:pt x="125" y="98"/>
                  </a:cubicBezTo>
                  <a:cubicBezTo>
                    <a:pt x="124" y="98"/>
                    <a:pt x="124" y="98"/>
                    <a:pt x="124" y="98"/>
                  </a:cubicBezTo>
                  <a:cubicBezTo>
                    <a:pt x="124" y="97"/>
                    <a:pt x="124" y="97"/>
                    <a:pt x="124" y="97"/>
                  </a:cubicBezTo>
                  <a:cubicBezTo>
                    <a:pt x="123" y="85"/>
                    <a:pt x="129" y="74"/>
                    <a:pt x="135" y="64"/>
                  </a:cubicBezTo>
                  <a:cubicBezTo>
                    <a:pt x="141" y="54"/>
                    <a:pt x="147" y="45"/>
                    <a:pt x="146" y="34"/>
                  </a:cubicBezTo>
                  <a:cubicBezTo>
                    <a:pt x="144" y="15"/>
                    <a:pt x="130" y="4"/>
                    <a:pt x="110" y="4"/>
                  </a:cubicBezTo>
                  <a:cubicBezTo>
                    <a:pt x="107" y="4"/>
                    <a:pt x="104" y="4"/>
                    <a:pt x="101" y="4"/>
                  </a:cubicBezTo>
                  <a:cubicBezTo>
                    <a:pt x="102" y="5"/>
                    <a:pt x="102" y="5"/>
                    <a:pt x="102" y="5"/>
                  </a:cubicBezTo>
                  <a:cubicBezTo>
                    <a:pt x="102" y="6"/>
                    <a:pt x="102" y="6"/>
                    <a:pt x="102" y="7"/>
                  </a:cubicBezTo>
                  <a:cubicBezTo>
                    <a:pt x="101" y="9"/>
                    <a:pt x="99" y="10"/>
                    <a:pt x="96" y="11"/>
                  </a:cubicBezTo>
                  <a:cubicBezTo>
                    <a:pt x="93" y="11"/>
                    <a:pt x="90" y="12"/>
                    <a:pt x="89" y="14"/>
                  </a:cubicBezTo>
                  <a:cubicBezTo>
                    <a:pt x="97" y="11"/>
                    <a:pt x="106" y="8"/>
                    <a:pt x="115" y="8"/>
                  </a:cubicBezTo>
                  <a:cubicBezTo>
                    <a:pt x="121" y="8"/>
                    <a:pt x="127" y="9"/>
                    <a:pt x="132" y="12"/>
                  </a:cubicBezTo>
                  <a:cubicBezTo>
                    <a:pt x="133" y="12"/>
                    <a:pt x="133" y="12"/>
                    <a:pt x="133" y="12"/>
                  </a:cubicBezTo>
                  <a:cubicBezTo>
                    <a:pt x="133" y="12"/>
                    <a:pt x="133" y="12"/>
                    <a:pt x="133" y="12"/>
                  </a:cubicBezTo>
                  <a:cubicBezTo>
                    <a:pt x="145" y="27"/>
                    <a:pt x="137" y="40"/>
                    <a:pt x="130" y="52"/>
                  </a:cubicBezTo>
                  <a:cubicBezTo>
                    <a:pt x="126" y="58"/>
                    <a:pt x="123" y="64"/>
                    <a:pt x="122" y="71"/>
                  </a:cubicBezTo>
                  <a:cubicBezTo>
                    <a:pt x="120" y="76"/>
                    <a:pt x="121" y="80"/>
                    <a:pt x="121" y="84"/>
                  </a:cubicBezTo>
                  <a:cubicBezTo>
                    <a:pt x="122" y="72"/>
                    <a:pt x="126" y="63"/>
                    <a:pt x="131" y="55"/>
                  </a:cubicBezTo>
                  <a:cubicBezTo>
                    <a:pt x="135" y="47"/>
                    <a:pt x="139" y="39"/>
                    <a:pt x="140" y="28"/>
                  </a:cubicBezTo>
                  <a:cubicBezTo>
                    <a:pt x="139" y="27"/>
                    <a:pt x="138" y="25"/>
                    <a:pt x="139" y="24"/>
                  </a:cubicBezTo>
                  <a:cubicBezTo>
                    <a:pt x="139" y="24"/>
                    <a:pt x="139" y="24"/>
                    <a:pt x="140" y="24"/>
                  </a:cubicBezTo>
                  <a:cubicBezTo>
                    <a:pt x="140" y="24"/>
                    <a:pt x="140" y="24"/>
                    <a:pt x="140" y="24"/>
                  </a:cubicBezTo>
                  <a:cubicBezTo>
                    <a:pt x="141" y="24"/>
                    <a:pt x="142" y="24"/>
                    <a:pt x="143" y="26"/>
                  </a:cubicBezTo>
                  <a:cubicBezTo>
                    <a:pt x="143" y="26"/>
                    <a:pt x="143" y="26"/>
                    <a:pt x="143" y="26"/>
                  </a:cubicBezTo>
                  <a:cubicBezTo>
                    <a:pt x="145" y="43"/>
                    <a:pt x="139" y="55"/>
                    <a:pt x="133" y="66"/>
                  </a:cubicBezTo>
                  <a:cubicBezTo>
                    <a:pt x="129" y="73"/>
                    <a:pt x="125" y="81"/>
                    <a:pt x="123" y="89"/>
                  </a:cubicBezTo>
                  <a:cubicBezTo>
                    <a:pt x="123" y="90"/>
                    <a:pt x="123" y="90"/>
                    <a:pt x="123" y="90"/>
                  </a:cubicBezTo>
                  <a:cubicBezTo>
                    <a:pt x="123" y="94"/>
                    <a:pt x="124" y="97"/>
                    <a:pt x="124" y="102"/>
                  </a:cubicBezTo>
                  <a:cubicBezTo>
                    <a:pt x="125" y="105"/>
                    <a:pt x="125" y="108"/>
                    <a:pt x="125" y="112"/>
                  </a:cubicBezTo>
                  <a:cubicBezTo>
                    <a:pt x="125" y="124"/>
                    <a:pt x="125" y="135"/>
                    <a:pt x="135" y="137"/>
                  </a:cubicBezTo>
                  <a:cubicBezTo>
                    <a:pt x="129" y="133"/>
                    <a:pt x="129" y="124"/>
                    <a:pt x="129" y="115"/>
                  </a:cubicBezTo>
                  <a:cubicBezTo>
                    <a:pt x="129" y="112"/>
                    <a:pt x="129" y="112"/>
                    <a:pt x="129" y="112"/>
                  </a:cubicBezTo>
                  <a:cubicBezTo>
                    <a:pt x="130" y="112"/>
                    <a:pt x="130" y="112"/>
                    <a:pt x="130" y="112"/>
                  </a:cubicBezTo>
                  <a:cubicBezTo>
                    <a:pt x="133" y="115"/>
                    <a:pt x="137" y="116"/>
                    <a:pt x="141" y="116"/>
                  </a:cubicBezTo>
                  <a:cubicBezTo>
                    <a:pt x="143" y="116"/>
                    <a:pt x="145" y="115"/>
                    <a:pt x="147" y="114"/>
                  </a:cubicBezTo>
                  <a:cubicBezTo>
                    <a:pt x="147" y="112"/>
                    <a:pt x="147" y="109"/>
                    <a:pt x="147" y="106"/>
                  </a:cubicBezTo>
                  <a:cubicBezTo>
                    <a:pt x="147" y="103"/>
                    <a:pt x="147" y="100"/>
                    <a:pt x="147" y="98"/>
                  </a:cubicBezTo>
                  <a:cubicBezTo>
                    <a:pt x="147" y="98"/>
                    <a:pt x="147" y="98"/>
                    <a:pt x="147" y="98"/>
                  </a:cubicBezTo>
                  <a:cubicBezTo>
                    <a:pt x="146" y="99"/>
                    <a:pt x="145" y="99"/>
                    <a:pt x="144" y="99"/>
                  </a:cubicBezTo>
                  <a:cubicBezTo>
                    <a:pt x="143" y="99"/>
                    <a:pt x="142" y="99"/>
                    <a:pt x="141" y="99"/>
                  </a:cubicBezTo>
                  <a:cubicBezTo>
                    <a:pt x="138" y="98"/>
                    <a:pt x="136" y="97"/>
                    <a:pt x="134" y="98"/>
                  </a:cubicBezTo>
                  <a:cubicBezTo>
                    <a:pt x="131" y="99"/>
                    <a:pt x="131" y="99"/>
                    <a:pt x="131" y="99"/>
                  </a:cubicBezTo>
                  <a:cubicBezTo>
                    <a:pt x="133" y="97"/>
                    <a:pt x="133" y="97"/>
                    <a:pt x="133" y="97"/>
                  </a:cubicBezTo>
                  <a:cubicBezTo>
                    <a:pt x="137" y="93"/>
                    <a:pt x="142" y="93"/>
                    <a:pt x="147" y="97"/>
                  </a:cubicBezTo>
                  <a:cubicBezTo>
                    <a:pt x="147" y="97"/>
                    <a:pt x="147" y="97"/>
                    <a:pt x="147" y="97"/>
                  </a:cubicBezTo>
                  <a:cubicBezTo>
                    <a:pt x="147" y="96"/>
                    <a:pt x="146" y="95"/>
                    <a:pt x="146" y="94"/>
                  </a:cubicBezTo>
                  <a:cubicBezTo>
                    <a:pt x="145" y="93"/>
                    <a:pt x="143" y="93"/>
                    <a:pt x="142" y="93"/>
                  </a:cubicBezTo>
                  <a:cubicBezTo>
                    <a:pt x="139" y="93"/>
                    <a:pt x="136" y="94"/>
                    <a:pt x="133" y="96"/>
                  </a:cubicBezTo>
                  <a:cubicBezTo>
                    <a:pt x="130" y="97"/>
                    <a:pt x="128" y="98"/>
                    <a:pt x="126" y="98"/>
                  </a:cubicBezTo>
                  <a:close/>
                  <a:moveTo>
                    <a:pt x="88" y="12"/>
                  </a:moveTo>
                  <a:cubicBezTo>
                    <a:pt x="90" y="11"/>
                    <a:pt x="93" y="10"/>
                    <a:pt x="95" y="9"/>
                  </a:cubicBezTo>
                  <a:cubicBezTo>
                    <a:pt x="98" y="8"/>
                    <a:pt x="100" y="8"/>
                    <a:pt x="101" y="7"/>
                  </a:cubicBezTo>
                  <a:cubicBezTo>
                    <a:pt x="101" y="7"/>
                    <a:pt x="101" y="6"/>
                    <a:pt x="101" y="6"/>
                  </a:cubicBezTo>
                  <a:cubicBezTo>
                    <a:pt x="99" y="7"/>
                    <a:pt x="97" y="8"/>
                    <a:pt x="95" y="9"/>
                  </a:cubicBezTo>
                  <a:cubicBezTo>
                    <a:pt x="92" y="10"/>
                    <a:pt x="89" y="11"/>
                    <a:pt x="88" y="12"/>
                  </a:cubicBezTo>
                  <a:close/>
                  <a:moveTo>
                    <a:pt x="56" y="21"/>
                  </a:moveTo>
                  <a:cubicBezTo>
                    <a:pt x="55" y="21"/>
                    <a:pt x="54" y="21"/>
                    <a:pt x="53" y="20"/>
                  </a:cubicBezTo>
                  <a:cubicBezTo>
                    <a:pt x="49" y="19"/>
                    <a:pt x="45" y="19"/>
                    <a:pt x="40" y="19"/>
                  </a:cubicBezTo>
                  <a:cubicBezTo>
                    <a:pt x="39" y="19"/>
                    <a:pt x="37" y="19"/>
                    <a:pt x="35" y="19"/>
                  </a:cubicBezTo>
                  <a:cubicBezTo>
                    <a:pt x="37" y="20"/>
                    <a:pt x="38" y="20"/>
                    <a:pt x="40" y="20"/>
                  </a:cubicBezTo>
                  <a:cubicBezTo>
                    <a:pt x="44" y="21"/>
                    <a:pt x="47" y="22"/>
                    <a:pt x="50" y="22"/>
                  </a:cubicBezTo>
                  <a:cubicBezTo>
                    <a:pt x="52" y="22"/>
                    <a:pt x="54" y="22"/>
                    <a:pt x="56" y="21"/>
                  </a:cubicBezTo>
                  <a:close/>
                  <a:moveTo>
                    <a:pt x="141" y="27"/>
                  </a:moveTo>
                  <a:cubicBezTo>
                    <a:pt x="141" y="26"/>
                    <a:pt x="141" y="26"/>
                    <a:pt x="140" y="25"/>
                  </a:cubicBezTo>
                  <a:cubicBezTo>
                    <a:pt x="141" y="26"/>
                    <a:pt x="141" y="27"/>
                    <a:pt x="141" y="27"/>
                  </a:cubicBezTo>
                  <a:cubicBezTo>
                    <a:pt x="141" y="28"/>
                    <a:pt x="141" y="28"/>
                    <a:pt x="141" y="28"/>
                  </a:cubicBezTo>
                  <a:cubicBezTo>
                    <a:pt x="141" y="28"/>
                    <a:pt x="141" y="28"/>
                    <a:pt x="141" y="28"/>
                  </a:cubicBezTo>
                  <a:cubicBezTo>
                    <a:pt x="141" y="40"/>
                    <a:pt x="136" y="48"/>
                    <a:pt x="132" y="56"/>
                  </a:cubicBezTo>
                  <a:cubicBezTo>
                    <a:pt x="128" y="64"/>
                    <a:pt x="123" y="72"/>
                    <a:pt x="123" y="84"/>
                  </a:cubicBezTo>
                  <a:cubicBezTo>
                    <a:pt x="125" y="77"/>
                    <a:pt x="128" y="71"/>
                    <a:pt x="131" y="66"/>
                  </a:cubicBezTo>
                  <a:cubicBezTo>
                    <a:pt x="138" y="54"/>
                    <a:pt x="144" y="43"/>
                    <a:pt x="141" y="27"/>
                  </a:cubicBezTo>
                  <a:close/>
                  <a:moveTo>
                    <a:pt x="145" y="98"/>
                  </a:moveTo>
                  <a:cubicBezTo>
                    <a:pt x="142" y="95"/>
                    <a:pt x="139" y="95"/>
                    <a:pt x="136" y="96"/>
                  </a:cubicBezTo>
                  <a:cubicBezTo>
                    <a:pt x="138" y="96"/>
                    <a:pt x="140" y="97"/>
                    <a:pt x="141" y="97"/>
                  </a:cubicBezTo>
                  <a:cubicBezTo>
                    <a:pt x="143" y="98"/>
                    <a:pt x="144" y="98"/>
                    <a:pt x="145" y="98"/>
                  </a:cubicBezTo>
                  <a:close/>
                  <a:moveTo>
                    <a:pt x="132" y="100"/>
                  </a:moveTo>
                  <a:cubicBezTo>
                    <a:pt x="142" y="100"/>
                    <a:pt x="142" y="100"/>
                    <a:pt x="142" y="100"/>
                  </a:cubicBezTo>
                  <a:cubicBezTo>
                    <a:pt x="143" y="100"/>
                    <a:pt x="143" y="100"/>
                    <a:pt x="143" y="100"/>
                  </a:cubicBezTo>
                  <a:cubicBezTo>
                    <a:pt x="146" y="102"/>
                    <a:pt x="146" y="108"/>
                    <a:pt x="146" y="113"/>
                  </a:cubicBezTo>
                  <a:cubicBezTo>
                    <a:pt x="146" y="114"/>
                    <a:pt x="146" y="114"/>
                    <a:pt x="146" y="114"/>
                  </a:cubicBezTo>
                  <a:cubicBezTo>
                    <a:pt x="145" y="114"/>
                    <a:pt x="145" y="114"/>
                    <a:pt x="145" y="114"/>
                  </a:cubicBezTo>
                  <a:cubicBezTo>
                    <a:pt x="138" y="115"/>
                    <a:pt x="132" y="112"/>
                    <a:pt x="130" y="108"/>
                  </a:cubicBezTo>
                  <a:cubicBezTo>
                    <a:pt x="129" y="105"/>
                    <a:pt x="129" y="102"/>
                    <a:pt x="132" y="100"/>
                  </a:cubicBezTo>
                  <a:close/>
                  <a:moveTo>
                    <a:pt x="142" y="101"/>
                  </a:moveTo>
                  <a:cubicBezTo>
                    <a:pt x="133" y="101"/>
                    <a:pt x="133" y="101"/>
                    <a:pt x="133" y="101"/>
                  </a:cubicBezTo>
                  <a:cubicBezTo>
                    <a:pt x="131" y="103"/>
                    <a:pt x="130" y="105"/>
                    <a:pt x="131" y="107"/>
                  </a:cubicBezTo>
                  <a:cubicBezTo>
                    <a:pt x="133" y="111"/>
                    <a:pt x="138" y="113"/>
                    <a:pt x="144" y="112"/>
                  </a:cubicBezTo>
                  <a:cubicBezTo>
                    <a:pt x="145" y="106"/>
                    <a:pt x="144" y="103"/>
                    <a:pt x="142" y="101"/>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63" name="Voľný tvar 51"/>
            <p:cNvSpPr>
              <a:spLocks noEditPoints="1"/>
            </p:cNvSpPr>
            <p:nvPr/>
          </p:nvSpPr>
          <p:spPr bwMode="auto">
            <a:xfrm>
              <a:off x="4205288" y="5753100"/>
              <a:ext cx="303213" cy="344488"/>
            </a:xfrm>
            <a:custGeom>
              <a:avLst/>
              <a:gdLst>
                <a:gd name="T0" fmla="*/ 47 w 135"/>
                <a:gd name="T1" fmla="*/ 133 h 153"/>
                <a:gd name="T2" fmla="*/ 91 w 135"/>
                <a:gd name="T3" fmla="*/ 114 h 153"/>
                <a:gd name="T4" fmla="*/ 47 w 135"/>
                <a:gd name="T5" fmla="*/ 138 h 153"/>
                <a:gd name="T6" fmla="*/ 0 w 135"/>
                <a:gd name="T7" fmla="*/ 124 h 153"/>
                <a:gd name="T8" fmla="*/ 4 w 135"/>
                <a:gd name="T9" fmla="*/ 133 h 153"/>
                <a:gd name="T10" fmla="*/ 97 w 135"/>
                <a:gd name="T11" fmla="*/ 109 h 153"/>
                <a:gd name="T12" fmla="*/ 100 w 135"/>
                <a:gd name="T13" fmla="*/ 94 h 153"/>
                <a:gd name="T14" fmla="*/ 125 w 135"/>
                <a:gd name="T15" fmla="*/ 22 h 153"/>
                <a:gd name="T16" fmla="*/ 101 w 135"/>
                <a:gd name="T17" fmla="*/ 15 h 153"/>
                <a:gd name="T18" fmla="*/ 114 w 135"/>
                <a:gd name="T19" fmla="*/ 5 h 153"/>
                <a:gd name="T20" fmla="*/ 132 w 135"/>
                <a:gd name="T21" fmla="*/ 30 h 153"/>
                <a:gd name="T22" fmla="*/ 107 w 135"/>
                <a:gd name="T23" fmla="*/ 106 h 153"/>
                <a:gd name="T24" fmla="*/ 100 w 135"/>
                <a:gd name="T25" fmla="*/ 137 h 153"/>
                <a:gd name="T26" fmla="*/ 95 w 135"/>
                <a:gd name="T27" fmla="*/ 113 h 153"/>
                <a:gd name="T28" fmla="*/ 47 w 135"/>
                <a:gd name="T29" fmla="*/ 133 h 153"/>
                <a:gd name="T30" fmla="*/ 102 w 135"/>
                <a:gd name="T31" fmla="*/ 107 h 153"/>
                <a:gd name="T32" fmla="*/ 128 w 135"/>
                <a:gd name="T33" fmla="*/ 36 h 153"/>
                <a:gd name="T34" fmla="*/ 102 w 135"/>
                <a:gd name="T35" fmla="*/ 107 h 153"/>
                <a:gd name="T36" fmla="*/ 114 w 135"/>
                <a:gd name="T37" fmla="*/ 110 h 153"/>
                <a:gd name="T38" fmla="*/ 118 w 135"/>
                <a:gd name="T39" fmla="*/ 128 h 153"/>
                <a:gd name="T40" fmla="*/ 114 w 135"/>
                <a:gd name="T41" fmla="*/ 110 h 153"/>
                <a:gd name="T42" fmla="*/ 104 w 135"/>
                <a:gd name="T43" fmla="*/ 110 h 153"/>
                <a:gd name="T44" fmla="*/ 102 w 135"/>
                <a:gd name="T45" fmla="*/ 131 h 153"/>
                <a:gd name="T46" fmla="*/ 115 w 135"/>
                <a:gd name="T47" fmla="*/ 133 h 153"/>
                <a:gd name="T48" fmla="*/ 104 w 135"/>
                <a:gd name="T49" fmla="*/ 11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5" h="153">
                  <a:moveTo>
                    <a:pt x="47" y="133"/>
                  </a:moveTo>
                  <a:cubicBezTo>
                    <a:pt x="62" y="133"/>
                    <a:pt x="76" y="119"/>
                    <a:pt x="91" y="114"/>
                  </a:cubicBezTo>
                  <a:cubicBezTo>
                    <a:pt x="82" y="120"/>
                    <a:pt x="63" y="134"/>
                    <a:pt x="47" y="138"/>
                  </a:cubicBezTo>
                  <a:cubicBezTo>
                    <a:pt x="28" y="143"/>
                    <a:pt x="0" y="144"/>
                    <a:pt x="0" y="124"/>
                  </a:cubicBezTo>
                  <a:cubicBezTo>
                    <a:pt x="6" y="123"/>
                    <a:pt x="1" y="132"/>
                    <a:pt x="4" y="133"/>
                  </a:cubicBezTo>
                  <a:cubicBezTo>
                    <a:pt x="38" y="148"/>
                    <a:pt x="65" y="113"/>
                    <a:pt x="97" y="109"/>
                  </a:cubicBezTo>
                  <a:cubicBezTo>
                    <a:pt x="98" y="104"/>
                    <a:pt x="100" y="100"/>
                    <a:pt x="100" y="94"/>
                  </a:cubicBezTo>
                  <a:cubicBezTo>
                    <a:pt x="109" y="85"/>
                    <a:pt x="131" y="46"/>
                    <a:pt x="125" y="22"/>
                  </a:cubicBezTo>
                  <a:cubicBezTo>
                    <a:pt x="123" y="12"/>
                    <a:pt x="109" y="0"/>
                    <a:pt x="101" y="15"/>
                  </a:cubicBezTo>
                  <a:cubicBezTo>
                    <a:pt x="97" y="9"/>
                    <a:pt x="107" y="4"/>
                    <a:pt x="114" y="5"/>
                  </a:cubicBezTo>
                  <a:cubicBezTo>
                    <a:pt x="125" y="6"/>
                    <a:pt x="131" y="18"/>
                    <a:pt x="132" y="30"/>
                  </a:cubicBezTo>
                  <a:cubicBezTo>
                    <a:pt x="135" y="56"/>
                    <a:pt x="111" y="90"/>
                    <a:pt x="107" y="106"/>
                  </a:cubicBezTo>
                  <a:cubicBezTo>
                    <a:pt x="133" y="105"/>
                    <a:pt x="126" y="153"/>
                    <a:pt x="100" y="137"/>
                  </a:cubicBezTo>
                  <a:cubicBezTo>
                    <a:pt x="97" y="130"/>
                    <a:pt x="98" y="120"/>
                    <a:pt x="95" y="113"/>
                  </a:cubicBezTo>
                  <a:cubicBezTo>
                    <a:pt x="78" y="113"/>
                    <a:pt x="63" y="127"/>
                    <a:pt x="47" y="133"/>
                  </a:cubicBezTo>
                  <a:close/>
                  <a:moveTo>
                    <a:pt x="102" y="107"/>
                  </a:moveTo>
                  <a:cubicBezTo>
                    <a:pt x="112" y="84"/>
                    <a:pt x="130" y="63"/>
                    <a:pt x="128" y="36"/>
                  </a:cubicBezTo>
                  <a:cubicBezTo>
                    <a:pt x="126" y="65"/>
                    <a:pt x="105" y="83"/>
                    <a:pt x="102" y="107"/>
                  </a:cubicBezTo>
                  <a:close/>
                  <a:moveTo>
                    <a:pt x="114" y="110"/>
                  </a:moveTo>
                  <a:cubicBezTo>
                    <a:pt x="117" y="118"/>
                    <a:pt x="121" y="121"/>
                    <a:pt x="118" y="128"/>
                  </a:cubicBezTo>
                  <a:cubicBezTo>
                    <a:pt x="128" y="125"/>
                    <a:pt x="119" y="112"/>
                    <a:pt x="114" y="110"/>
                  </a:cubicBezTo>
                  <a:close/>
                  <a:moveTo>
                    <a:pt x="104" y="110"/>
                  </a:moveTo>
                  <a:cubicBezTo>
                    <a:pt x="100" y="114"/>
                    <a:pt x="100" y="125"/>
                    <a:pt x="102" y="131"/>
                  </a:cubicBezTo>
                  <a:cubicBezTo>
                    <a:pt x="108" y="132"/>
                    <a:pt x="110" y="135"/>
                    <a:pt x="115" y="133"/>
                  </a:cubicBezTo>
                  <a:cubicBezTo>
                    <a:pt x="120" y="121"/>
                    <a:pt x="114" y="111"/>
                    <a:pt x="104" y="110"/>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64" name="Voľný tvar 52"/>
            <p:cNvSpPr>
              <a:spLocks noEditPoints="1"/>
            </p:cNvSpPr>
            <p:nvPr/>
          </p:nvSpPr>
          <p:spPr bwMode="auto">
            <a:xfrm>
              <a:off x="4202113" y="5762625"/>
              <a:ext cx="306388" cy="311150"/>
            </a:xfrm>
            <a:custGeom>
              <a:avLst/>
              <a:gdLst>
                <a:gd name="T0" fmla="*/ 0 w 136"/>
                <a:gd name="T1" fmla="*/ 120 h 138"/>
                <a:gd name="T2" fmla="*/ 4 w 136"/>
                <a:gd name="T3" fmla="*/ 120 h 138"/>
                <a:gd name="T4" fmla="*/ 23 w 136"/>
                <a:gd name="T5" fmla="*/ 132 h 138"/>
                <a:gd name="T6" fmla="*/ 97 w 136"/>
                <a:gd name="T7" fmla="*/ 104 h 138"/>
                <a:gd name="T8" fmla="*/ 100 w 136"/>
                <a:gd name="T9" fmla="*/ 90 h 138"/>
                <a:gd name="T10" fmla="*/ 103 w 136"/>
                <a:gd name="T11" fmla="*/ 11 h 138"/>
                <a:gd name="T12" fmla="*/ 101 w 136"/>
                <a:gd name="T13" fmla="*/ 6 h 138"/>
                <a:gd name="T14" fmla="*/ 134 w 136"/>
                <a:gd name="T15" fmla="*/ 26 h 138"/>
                <a:gd name="T16" fmla="*/ 125 w 136"/>
                <a:gd name="T17" fmla="*/ 119 h 138"/>
                <a:gd name="T18" fmla="*/ 100 w 136"/>
                <a:gd name="T19" fmla="*/ 133 h 138"/>
                <a:gd name="T20" fmla="*/ 96 w 136"/>
                <a:gd name="T21" fmla="*/ 110 h 138"/>
                <a:gd name="T22" fmla="*/ 87 w 136"/>
                <a:gd name="T23" fmla="*/ 115 h 138"/>
                <a:gd name="T24" fmla="*/ 5 w 136"/>
                <a:gd name="T25" fmla="*/ 129 h 138"/>
                <a:gd name="T26" fmla="*/ 48 w 136"/>
                <a:gd name="T27" fmla="*/ 134 h 138"/>
                <a:gd name="T28" fmla="*/ 48 w 136"/>
                <a:gd name="T29" fmla="*/ 129 h 138"/>
                <a:gd name="T30" fmla="*/ 65 w 136"/>
                <a:gd name="T31" fmla="*/ 120 h 138"/>
                <a:gd name="T32" fmla="*/ 97 w 136"/>
                <a:gd name="T33" fmla="*/ 108 h 138"/>
                <a:gd name="T34" fmla="*/ 97 w 136"/>
                <a:gd name="T35" fmla="*/ 109 h 138"/>
                <a:gd name="T36" fmla="*/ 111 w 136"/>
                <a:gd name="T37" fmla="*/ 135 h 138"/>
                <a:gd name="T38" fmla="*/ 118 w 136"/>
                <a:gd name="T39" fmla="*/ 125 h 138"/>
                <a:gd name="T40" fmla="*/ 117 w 136"/>
                <a:gd name="T41" fmla="*/ 129 h 138"/>
                <a:gd name="T42" fmla="*/ 108 w 136"/>
                <a:gd name="T43" fmla="*/ 129 h 138"/>
                <a:gd name="T44" fmla="*/ 103 w 136"/>
                <a:gd name="T45" fmla="*/ 128 h 138"/>
                <a:gd name="T46" fmla="*/ 105 w 136"/>
                <a:gd name="T47" fmla="*/ 105 h 138"/>
                <a:gd name="T48" fmla="*/ 118 w 136"/>
                <a:gd name="T49" fmla="*/ 124 h 138"/>
                <a:gd name="T50" fmla="*/ 114 w 136"/>
                <a:gd name="T51" fmla="*/ 105 h 138"/>
                <a:gd name="T52" fmla="*/ 108 w 136"/>
                <a:gd name="T53" fmla="*/ 102 h 138"/>
                <a:gd name="T54" fmla="*/ 115 w 136"/>
                <a:gd name="T55" fmla="*/ 82 h 138"/>
                <a:gd name="T56" fmla="*/ 102 w 136"/>
                <a:gd name="T57" fmla="*/ 7 h 138"/>
                <a:gd name="T58" fmla="*/ 127 w 136"/>
                <a:gd name="T59" fmla="*/ 18 h 138"/>
                <a:gd name="T60" fmla="*/ 98 w 136"/>
                <a:gd name="T61" fmla="*/ 105 h 138"/>
                <a:gd name="T62" fmla="*/ 23 w 136"/>
                <a:gd name="T63" fmla="*/ 133 h 138"/>
                <a:gd name="T64" fmla="*/ 104 w 136"/>
                <a:gd name="T65" fmla="*/ 127 h 138"/>
                <a:gd name="T66" fmla="*/ 115 w 136"/>
                <a:gd name="T67" fmla="*/ 113 h 138"/>
                <a:gd name="T68" fmla="*/ 89 w 136"/>
                <a:gd name="T69" fmla="*/ 110 h 138"/>
                <a:gd name="T70" fmla="*/ 74 w 136"/>
                <a:gd name="T71" fmla="*/ 118 h 138"/>
                <a:gd name="T72" fmla="*/ 4 w 136"/>
                <a:gd name="T73" fmla="*/ 127 h 138"/>
                <a:gd name="T74" fmla="*/ 2 w 136"/>
                <a:gd name="T75" fmla="*/ 121 h 138"/>
                <a:gd name="T76" fmla="*/ 120 w 136"/>
                <a:gd name="T77" fmla="*/ 123 h 138"/>
                <a:gd name="T78" fmla="*/ 102 w 136"/>
                <a:gd name="T79" fmla="*/ 108 h 138"/>
                <a:gd name="T80" fmla="*/ 128 w 136"/>
                <a:gd name="T81" fmla="*/ 32 h 138"/>
                <a:gd name="T82" fmla="*/ 104 w 136"/>
                <a:gd name="T83" fmla="*/ 103 h 138"/>
                <a:gd name="T84" fmla="*/ 116 w 136"/>
                <a:gd name="T85" fmla="*/ 72 h 138"/>
                <a:gd name="T86" fmla="*/ 128 w 136"/>
                <a:gd name="T87" fmla="*/ 4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6" h="138">
                  <a:moveTo>
                    <a:pt x="26" y="138"/>
                  </a:moveTo>
                  <a:cubicBezTo>
                    <a:pt x="16" y="138"/>
                    <a:pt x="9" y="136"/>
                    <a:pt x="5" y="131"/>
                  </a:cubicBezTo>
                  <a:cubicBezTo>
                    <a:pt x="2" y="129"/>
                    <a:pt x="0" y="125"/>
                    <a:pt x="0" y="120"/>
                  </a:cubicBezTo>
                  <a:cubicBezTo>
                    <a:pt x="0" y="120"/>
                    <a:pt x="0" y="120"/>
                    <a:pt x="0" y="120"/>
                  </a:cubicBezTo>
                  <a:cubicBezTo>
                    <a:pt x="1" y="119"/>
                    <a:pt x="1" y="119"/>
                    <a:pt x="1" y="119"/>
                  </a:cubicBezTo>
                  <a:cubicBezTo>
                    <a:pt x="2" y="119"/>
                    <a:pt x="3" y="119"/>
                    <a:pt x="4" y="120"/>
                  </a:cubicBezTo>
                  <a:cubicBezTo>
                    <a:pt x="5" y="121"/>
                    <a:pt x="5" y="123"/>
                    <a:pt x="5" y="124"/>
                  </a:cubicBezTo>
                  <a:cubicBezTo>
                    <a:pt x="5" y="126"/>
                    <a:pt x="5" y="128"/>
                    <a:pt x="6" y="128"/>
                  </a:cubicBezTo>
                  <a:cubicBezTo>
                    <a:pt x="11" y="131"/>
                    <a:pt x="17" y="132"/>
                    <a:pt x="23" y="132"/>
                  </a:cubicBezTo>
                  <a:cubicBezTo>
                    <a:pt x="37" y="132"/>
                    <a:pt x="49" y="125"/>
                    <a:pt x="63" y="118"/>
                  </a:cubicBezTo>
                  <a:cubicBezTo>
                    <a:pt x="74" y="112"/>
                    <a:pt x="85" y="106"/>
                    <a:pt x="97" y="104"/>
                  </a:cubicBezTo>
                  <a:cubicBezTo>
                    <a:pt x="97" y="104"/>
                    <a:pt x="97" y="104"/>
                    <a:pt x="97" y="104"/>
                  </a:cubicBezTo>
                  <a:cubicBezTo>
                    <a:pt x="99" y="100"/>
                    <a:pt x="100" y="96"/>
                    <a:pt x="100" y="90"/>
                  </a:cubicBezTo>
                  <a:cubicBezTo>
                    <a:pt x="100" y="90"/>
                    <a:pt x="100" y="90"/>
                    <a:pt x="100" y="90"/>
                  </a:cubicBezTo>
                  <a:cubicBezTo>
                    <a:pt x="100" y="90"/>
                    <a:pt x="100" y="90"/>
                    <a:pt x="100" y="90"/>
                  </a:cubicBezTo>
                  <a:cubicBezTo>
                    <a:pt x="109" y="81"/>
                    <a:pt x="132" y="42"/>
                    <a:pt x="125" y="18"/>
                  </a:cubicBezTo>
                  <a:cubicBezTo>
                    <a:pt x="124" y="12"/>
                    <a:pt x="117" y="4"/>
                    <a:pt x="111" y="4"/>
                  </a:cubicBezTo>
                  <a:cubicBezTo>
                    <a:pt x="108" y="4"/>
                    <a:pt x="105" y="7"/>
                    <a:pt x="103" y="11"/>
                  </a:cubicBezTo>
                  <a:cubicBezTo>
                    <a:pt x="102" y="12"/>
                    <a:pt x="102" y="12"/>
                    <a:pt x="102" y="12"/>
                  </a:cubicBezTo>
                  <a:cubicBezTo>
                    <a:pt x="101" y="11"/>
                    <a:pt x="101" y="11"/>
                    <a:pt x="101" y="11"/>
                  </a:cubicBezTo>
                  <a:cubicBezTo>
                    <a:pt x="100" y="9"/>
                    <a:pt x="100" y="8"/>
                    <a:pt x="101" y="6"/>
                  </a:cubicBezTo>
                  <a:cubicBezTo>
                    <a:pt x="103" y="2"/>
                    <a:pt x="109" y="0"/>
                    <a:pt x="114" y="0"/>
                  </a:cubicBezTo>
                  <a:cubicBezTo>
                    <a:pt x="114" y="0"/>
                    <a:pt x="114" y="0"/>
                    <a:pt x="115" y="0"/>
                  </a:cubicBezTo>
                  <a:cubicBezTo>
                    <a:pt x="127" y="1"/>
                    <a:pt x="133" y="14"/>
                    <a:pt x="134" y="26"/>
                  </a:cubicBezTo>
                  <a:cubicBezTo>
                    <a:pt x="136" y="44"/>
                    <a:pt x="125" y="66"/>
                    <a:pt x="117" y="83"/>
                  </a:cubicBezTo>
                  <a:cubicBezTo>
                    <a:pt x="113" y="90"/>
                    <a:pt x="110" y="96"/>
                    <a:pt x="109" y="101"/>
                  </a:cubicBezTo>
                  <a:cubicBezTo>
                    <a:pt x="120" y="101"/>
                    <a:pt x="125" y="110"/>
                    <a:pt x="125" y="119"/>
                  </a:cubicBezTo>
                  <a:cubicBezTo>
                    <a:pt x="125" y="128"/>
                    <a:pt x="120" y="137"/>
                    <a:pt x="111" y="137"/>
                  </a:cubicBezTo>
                  <a:cubicBezTo>
                    <a:pt x="107" y="137"/>
                    <a:pt x="104" y="136"/>
                    <a:pt x="100" y="134"/>
                  </a:cubicBezTo>
                  <a:cubicBezTo>
                    <a:pt x="100" y="133"/>
                    <a:pt x="100" y="133"/>
                    <a:pt x="100" y="133"/>
                  </a:cubicBezTo>
                  <a:cubicBezTo>
                    <a:pt x="100" y="133"/>
                    <a:pt x="100" y="133"/>
                    <a:pt x="100" y="133"/>
                  </a:cubicBezTo>
                  <a:cubicBezTo>
                    <a:pt x="98" y="130"/>
                    <a:pt x="98" y="125"/>
                    <a:pt x="97" y="120"/>
                  </a:cubicBezTo>
                  <a:cubicBezTo>
                    <a:pt x="97" y="116"/>
                    <a:pt x="97" y="113"/>
                    <a:pt x="96" y="110"/>
                  </a:cubicBezTo>
                  <a:cubicBezTo>
                    <a:pt x="95" y="110"/>
                    <a:pt x="95" y="110"/>
                    <a:pt x="94" y="110"/>
                  </a:cubicBezTo>
                  <a:cubicBezTo>
                    <a:pt x="92" y="111"/>
                    <a:pt x="92" y="111"/>
                    <a:pt x="92" y="111"/>
                  </a:cubicBezTo>
                  <a:cubicBezTo>
                    <a:pt x="91" y="112"/>
                    <a:pt x="89" y="113"/>
                    <a:pt x="87" y="115"/>
                  </a:cubicBezTo>
                  <a:cubicBezTo>
                    <a:pt x="77" y="121"/>
                    <a:pt x="61" y="132"/>
                    <a:pt x="48" y="135"/>
                  </a:cubicBezTo>
                  <a:cubicBezTo>
                    <a:pt x="41" y="137"/>
                    <a:pt x="33" y="138"/>
                    <a:pt x="26" y="138"/>
                  </a:cubicBezTo>
                  <a:close/>
                  <a:moveTo>
                    <a:pt x="5" y="129"/>
                  </a:moveTo>
                  <a:cubicBezTo>
                    <a:pt x="5" y="130"/>
                    <a:pt x="5" y="130"/>
                    <a:pt x="6" y="130"/>
                  </a:cubicBezTo>
                  <a:cubicBezTo>
                    <a:pt x="10" y="134"/>
                    <a:pt x="17" y="137"/>
                    <a:pt x="26" y="137"/>
                  </a:cubicBezTo>
                  <a:cubicBezTo>
                    <a:pt x="33" y="137"/>
                    <a:pt x="41" y="135"/>
                    <a:pt x="48" y="134"/>
                  </a:cubicBezTo>
                  <a:cubicBezTo>
                    <a:pt x="61" y="130"/>
                    <a:pt x="76" y="120"/>
                    <a:pt x="86" y="114"/>
                  </a:cubicBezTo>
                  <a:cubicBezTo>
                    <a:pt x="82" y="115"/>
                    <a:pt x="78" y="117"/>
                    <a:pt x="75" y="119"/>
                  </a:cubicBezTo>
                  <a:cubicBezTo>
                    <a:pt x="66" y="124"/>
                    <a:pt x="57" y="129"/>
                    <a:pt x="48" y="129"/>
                  </a:cubicBezTo>
                  <a:cubicBezTo>
                    <a:pt x="44" y="129"/>
                    <a:pt x="44" y="129"/>
                    <a:pt x="44" y="129"/>
                  </a:cubicBezTo>
                  <a:cubicBezTo>
                    <a:pt x="48" y="128"/>
                    <a:pt x="48" y="128"/>
                    <a:pt x="48" y="128"/>
                  </a:cubicBezTo>
                  <a:cubicBezTo>
                    <a:pt x="54" y="126"/>
                    <a:pt x="59" y="123"/>
                    <a:pt x="65" y="120"/>
                  </a:cubicBezTo>
                  <a:cubicBezTo>
                    <a:pt x="75" y="114"/>
                    <a:pt x="85" y="108"/>
                    <a:pt x="96" y="108"/>
                  </a:cubicBezTo>
                  <a:cubicBezTo>
                    <a:pt x="96" y="108"/>
                    <a:pt x="96" y="108"/>
                    <a:pt x="96" y="108"/>
                  </a:cubicBezTo>
                  <a:cubicBezTo>
                    <a:pt x="97" y="108"/>
                    <a:pt x="97" y="108"/>
                    <a:pt x="97" y="108"/>
                  </a:cubicBezTo>
                  <a:cubicBezTo>
                    <a:pt x="97" y="108"/>
                    <a:pt x="97" y="108"/>
                    <a:pt x="97" y="108"/>
                  </a:cubicBezTo>
                  <a:cubicBezTo>
                    <a:pt x="97" y="108"/>
                    <a:pt x="97" y="108"/>
                    <a:pt x="97" y="108"/>
                  </a:cubicBezTo>
                  <a:cubicBezTo>
                    <a:pt x="97" y="109"/>
                    <a:pt x="97" y="109"/>
                    <a:pt x="97" y="109"/>
                  </a:cubicBezTo>
                  <a:cubicBezTo>
                    <a:pt x="98" y="112"/>
                    <a:pt x="99" y="116"/>
                    <a:pt x="99" y="120"/>
                  </a:cubicBezTo>
                  <a:cubicBezTo>
                    <a:pt x="99" y="124"/>
                    <a:pt x="100" y="129"/>
                    <a:pt x="101" y="132"/>
                  </a:cubicBezTo>
                  <a:cubicBezTo>
                    <a:pt x="104" y="134"/>
                    <a:pt x="108" y="135"/>
                    <a:pt x="111" y="135"/>
                  </a:cubicBezTo>
                  <a:cubicBezTo>
                    <a:pt x="118" y="135"/>
                    <a:pt x="122" y="129"/>
                    <a:pt x="123" y="123"/>
                  </a:cubicBezTo>
                  <a:cubicBezTo>
                    <a:pt x="122" y="124"/>
                    <a:pt x="121" y="125"/>
                    <a:pt x="119" y="125"/>
                  </a:cubicBezTo>
                  <a:cubicBezTo>
                    <a:pt x="118" y="125"/>
                    <a:pt x="118" y="125"/>
                    <a:pt x="118" y="125"/>
                  </a:cubicBezTo>
                  <a:cubicBezTo>
                    <a:pt x="118" y="127"/>
                    <a:pt x="117" y="128"/>
                    <a:pt x="117" y="129"/>
                  </a:cubicBezTo>
                  <a:cubicBezTo>
                    <a:pt x="117" y="129"/>
                    <a:pt x="117" y="129"/>
                    <a:pt x="117" y="129"/>
                  </a:cubicBezTo>
                  <a:cubicBezTo>
                    <a:pt x="117" y="129"/>
                    <a:pt x="117" y="129"/>
                    <a:pt x="117" y="129"/>
                  </a:cubicBezTo>
                  <a:cubicBezTo>
                    <a:pt x="115" y="130"/>
                    <a:pt x="114" y="130"/>
                    <a:pt x="113" y="130"/>
                  </a:cubicBezTo>
                  <a:cubicBezTo>
                    <a:pt x="113" y="130"/>
                    <a:pt x="113" y="130"/>
                    <a:pt x="113" y="130"/>
                  </a:cubicBezTo>
                  <a:cubicBezTo>
                    <a:pt x="111" y="130"/>
                    <a:pt x="109" y="130"/>
                    <a:pt x="108" y="129"/>
                  </a:cubicBezTo>
                  <a:cubicBezTo>
                    <a:pt x="106" y="129"/>
                    <a:pt x="105" y="128"/>
                    <a:pt x="103" y="128"/>
                  </a:cubicBezTo>
                  <a:cubicBezTo>
                    <a:pt x="103" y="128"/>
                    <a:pt x="103" y="128"/>
                    <a:pt x="103" y="128"/>
                  </a:cubicBezTo>
                  <a:cubicBezTo>
                    <a:pt x="103" y="128"/>
                    <a:pt x="103" y="128"/>
                    <a:pt x="103" y="128"/>
                  </a:cubicBezTo>
                  <a:cubicBezTo>
                    <a:pt x="100" y="122"/>
                    <a:pt x="100" y="110"/>
                    <a:pt x="104" y="105"/>
                  </a:cubicBezTo>
                  <a:cubicBezTo>
                    <a:pt x="105" y="105"/>
                    <a:pt x="105" y="105"/>
                    <a:pt x="105" y="105"/>
                  </a:cubicBezTo>
                  <a:cubicBezTo>
                    <a:pt x="105" y="105"/>
                    <a:pt x="105" y="105"/>
                    <a:pt x="105" y="105"/>
                  </a:cubicBezTo>
                  <a:cubicBezTo>
                    <a:pt x="110" y="106"/>
                    <a:pt x="114" y="108"/>
                    <a:pt x="116" y="112"/>
                  </a:cubicBezTo>
                  <a:cubicBezTo>
                    <a:pt x="118" y="116"/>
                    <a:pt x="119" y="120"/>
                    <a:pt x="118" y="124"/>
                  </a:cubicBezTo>
                  <a:cubicBezTo>
                    <a:pt x="118" y="124"/>
                    <a:pt x="118" y="124"/>
                    <a:pt x="118" y="124"/>
                  </a:cubicBezTo>
                  <a:cubicBezTo>
                    <a:pt x="121" y="119"/>
                    <a:pt x="119" y="116"/>
                    <a:pt x="117" y="112"/>
                  </a:cubicBezTo>
                  <a:cubicBezTo>
                    <a:pt x="116" y="110"/>
                    <a:pt x="115" y="109"/>
                    <a:pt x="114" y="106"/>
                  </a:cubicBezTo>
                  <a:cubicBezTo>
                    <a:pt x="114" y="105"/>
                    <a:pt x="114" y="105"/>
                    <a:pt x="114" y="105"/>
                  </a:cubicBezTo>
                  <a:cubicBezTo>
                    <a:pt x="115" y="105"/>
                    <a:pt x="115" y="105"/>
                    <a:pt x="115" y="105"/>
                  </a:cubicBezTo>
                  <a:cubicBezTo>
                    <a:pt x="117" y="106"/>
                    <a:pt x="121" y="109"/>
                    <a:pt x="123" y="113"/>
                  </a:cubicBezTo>
                  <a:cubicBezTo>
                    <a:pt x="121" y="107"/>
                    <a:pt x="116" y="102"/>
                    <a:pt x="108" y="102"/>
                  </a:cubicBezTo>
                  <a:cubicBezTo>
                    <a:pt x="107" y="102"/>
                    <a:pt x="107" y="102"/>
                    <a:pt x="107" y="102"/>
                  </a:cubicBezTo>
                  <a:cubicBezTo>
                    <a:pt x="107" y="101"/>
                    <a:pt x="107" y="101"/>
                    <a:pt x="107" y="101"/>
                  </a:cubicBezTo>
                  <a:cubicBezTo>
                    <a:pt x="108" y="97"/>
                    <a:pt x="112" y="90"/>
                    <a:pt x="115" y="82"/>
                  </a:cubicBezTo>
                  <a:cubicBezTo>
                    <a:pt x="124" y="65"/>
                    <a:pt x="134" y="44"/>
                    <a:pt x="133" y="26"/>
                  </a:cubicBezTo>
                  <a:cubicBezTo>
                    <a:pt x="131" y="15"/>
                    <a:pt x="126" y="3"/>
                    <a:pt x="115" y="2"/>
                  </a:cubicBezTo>
                  <a:cubicBezTo>
                    <a:pt x="110" y="1"/>
                    <a:pt x="104" y="4"/>
                    <a:pt x="102" y="7"/>
                  </a:cubicBezTo>
                  <a:cubicBezTo>
                    <a:pt x="102" y="7"/>
                    <a:pt x="102" y="8"/>
                    <a:pt x="102" y="9"/>
                  </a:cubicBezTo>
                  <a:cubicBezTo>
                    <a:pt x="105" y="4"/>
                    <a:pt x="109" y="3"/>
                    <a:pt x="111" y="3"/>
                  </a:cubicBezTo>
                  <a:cubicBezTo>
                    <a:pt x="118" y="3"/>
                    <a:pt x="125" y="11"/>
                    <a:pt x="127" y="18"/>
                  </a:cubicBezTo>
                  <a:cubicBezTo>
                    <a:pt x="133" y="42"/>
                    <a:pt x="110" y="81"/>
                    <a:pt x="101" y="91"/>
                  </a:cubicBezTo>
                  <a:cubicBezTo>
                    <a:pt x="102" y="96"/>
                    <a:pt x="100" y="100"/>
                    <a:pt x="99" y="104"/>
                  </a:cubicBezTo>
                  <a:cubicBezTo>
                    <a:pt x="98" y="105"/>
                    <a:pt x="98" y="105"/>
                    <a:pt x="98" y="105"/>
                  </a:cubicBezTo>
                  <a:cubicBezTo>
                    <a:pt x="98" y="105"/>
                    <a:pt x="98" y="105"/>
                    <a:pt x="98" y="105"/>
                  </a:cubicBezTo>
                  <a:cubicBezTo>
                    <a:pt x="86" y="107"/>
                    <a:pt x="75" y="113"/>
                    <a:pt x="64" y="119"/>
                  </a:cubicBezTo>
                  <a:cubicBezTo>
                    <a:pt x="51" y="126"/>
                    <a:pt x="37" y="133"/>
                    <a:pt x="23" y="133"/>
                  </a:cubicBezTo>
                  <a:cubicBezTo>
                    <a:pt x="17" y="133"/>
                    <a:pt x="11" y="132"/>
                    <a:pt x="5" y="129"/>
                  </a:cubicBezTo>
                  <a:cubicBezTo>
                    <a:pt x="5" y="129"/>
                    <a:pt x="5" y="129"/>
                    <a:pt x="5" y="129"/>
                  </a:cubicBezTo>
                  <a:close/>
                  <a:moveTo>
                    <a:pt x="104" y="127"/>
                  </a:moveTo>
                  <a:cubicBezTo>
                    <a:pt x="106" y="127"/>
                    <a:pt x="107" y="127"/>
                    <a:pt x="108" y="128"/>
                  </a:cubicBezTo>
                  <a:cubicBezTo>
                    <a:pt x="111" y="129"/>
                    <a:pt x="113" y="129"/>
                    <a:pt x="116" y="128"/>
                  </a:cubicBezTo>
                  <a:cubicBezTo>
                    <a:pt x="118" y="123"/>
                    <a:pt x="118" y="117"/>
                    <a:pt x="115" y="113"/>
                  </a:cubicBezTo>
                  <a:cubicBezTo>
                    <a:pt x="113" y="110"/>
                    <a:pt x="109" y="107"/>
                    <a:pt x="105" y="107"/>
                  </a:cubicBezTo>
                  <a:cubicBezTo>
                    <a:pt x="102" y="111"/>
                    <a:pt x="102" y="121"/>
                    <a:pt x="104" y="127"/>
                  </a:cubicBezTo>
                  <a:close/>
                  <a:moveTo>
                    <a:pt x="89" y="110"/>
                  </a:moveTo>
                  <a:cubicBezTo>
                    <a:pt x="81" y="112"/>
                    <a:pt x="73" y="117"/>
                    <a:pt x="65" y="121"/>
                  </a:cubicBezTo>
                  <a:cubicBezTo>
                    <a:pt x="61" y="123"/>
                    <a:pt x="57" y="125"/>
                    <a:pt x="53" y="127"/>
                  </a:cubicBezTo>
                  <a:cubicBezTo>
                    <a:pt x="60" y="126"/>
                    <a:pt x="67" y="122"/>
                    <a:pt x="74" y="118"/>
                  </a:cubicBezTo>
                  <a:cubicBezTo>
                    <a:pt x="79" y="115"/>
                    <a:pt x="84" y="112"/>
                    <a:pt x="89" y="110"/>
                  </a:cubicBezTo>
                  <a:close/>
                  <a:moveTo>
                    <a:pt x="2" y="121"/>
                  </a:moveTo>
                  <a:cubicBezTo>
                    <a:pt x="2" y="123"/>
                    <a:pt x="3" y="125"/>
                    <a:pt x="4" y="127"/>
                  </a:cubicBezTo>
                  <a:cubicBezTo>
                    <a:pt x="3" y="127"/>
                    <a:pt x="3" y="125"/>
                    <a:pt x="3" y="124"/>
                  </a:cubicBezTo>
                  <a:cubicBezTo>
                    <a:pt x="3" y="123"/>
                    <a:pt x="4" y="122"/>
                    <a:pt x="3" y="121"/>
                  </a:cubicBezTo>
                  <a:cubicBezTo>
                    <a:pt x="3" y="121"/>
                    <a:pt x="3" y="121"/>
                    <a:pt x="2" y="121"/>
                  </a:cubicBezTo>
                  <a:close/>
                  <a:moveTo>
                    <a:pt x="116" y="108"/>
                  </a:moveTo>
                  <a:cubicBezTo>
                    <a:pt x="117" y="109"/>
                    <a:pt x="118" y="110"/>
                    <a:pt x="118" y="111"/>
                  </a:cubicBezTo>
                  <a:cubicBezTo>
                    <a:pt x="120" y="115"/>
                    <a:pt x="122" y="118"/>
                    <a:pt x="120" y="123"/>
                  </a:cubicBezTo>
                  <a:cubicBezTo>
                    <a:pt x="122" y="122"/>
                    <a:pt x="123" y="121"/>
                    <a:pt x="123" y="119"/>
                  </a:cubicBezTo>
                  <a:cubicBezTo>
                    <a:pt x="123" y="115"/>
                    <a:pt x="119" y="110"/>
                    <a:pt x="116" y="108"/>
                  </a:cubicBezTo>
                  <a:close/>
                  <a:moveTo>
                    <a:pt x="102" y="108"/>
                  </a:moveTo>
                  <a:cubicBezTo>
                    <a:pt x="103" y="103"/>
                    <a:pt x="103" y="103"/>
                    <a:pt x="103" y="103"/>
                  </a:cubicBezTo>
                  <a:cubicBezTo>
                    <a:pt x="104" y="92"/>
                    <a:pt x="109" y="82"/>
                    <a:pt x="114" y="72"/>
                  </a:cubicBezTo>
                  <a:cubicBezTo>
                    <a:pt x="121" y="60"/>
                    <a:pt x="127" y="47"/>
                    <a:pt x="128" y="32"/>
                  </a:cubicBezTo>
                  <a:cubicBezTo>
                    <a:pt x="130" y="32"/>
                    <a:pt x="130" y="32"/>
                    <a:pt x="130" y="32"/>
                  </a:cubicBezTo>
                  <a:cubicBezTo>
                    <a:pt x="131" y="51"/>
                    <a:pt x="122" y="68"/>
                    <a:pt x="114" y="84"/>
                  </a:cubicBezTo>
                  <a:cubicBezTo>
                    <a:pt x="110" y="90"/>
                    <a:pt x="107" y="97"/>
                    <a:pt x="104" y="103"/>
                  </a:cubicBezTo>
                  <a:lnTo>
                    <a:pt x="102" y="108"/>
                  </a:lnTo>
                  <a:close/>
                  <a:moveTo>
                    <a:pt x="128" y="44"/>
                  </a:moveTo>
                  <a:cubicBezTo>
                    <a:pt x="125" y="54"/>
                    <a:pt x="120" y="63"/>
                    <a:pt x="116" y="72"/>
                  </a:cubicBezTo>
                  <a:cubicBezTo>
                    <a:pt x="111" y="81"/>
                    <a:pt x="107" y="89"/>
                    <a:pt x="105" y="97"/>
                  </a:cubicBezTo>
                  <a:cubicBezTo>
                    <a:pt x="108" y="92"/>
                    <a:pt x="110" y="88"/>
                    <a:pt x="112" y="83"/>
                  </a:cubicBezTo>
                  <a:cubicBezTo>
                    <a:pt x="119" y="71"/>
                    <a:pt x="126" y="58"/>
                    <a:pt x="128" y="44"/>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grpSp>
      <p:sp>
        <p:nvSpPr>
          <p:cNvPr id="79" name="Zástupný obrázok 33" descr="Prázdny zástupný objekt na pridanie obrázka. Kliknite na zástupný objekt a vyberte požadovaný obrázok."/>
          <p:cNvSpPr>
            <a:spLocks noGrp="1"/>
          </p:cNvSpPr>
          <p:nvPr>
            <p:ph type="pic" sz="quarter" idx="19"/>
          </p:nvPr>
        </p:nvSpPr>
        <p:spPr>
          <a:xfrm>
            <a:off x="1249168" y="1824285"/>
            <a:ext cx="2715289" cy="2776308"/>
          </a:xfrm>
          <a:solidFill>
            <a:schemeClr val="bg2"/>
          </a:solidFill>
          <a:ln w="38100">
            <a:solidFill>
              <a:schemeClr val="bg1"/>
            </a:solidFill>
          </a:ln>
        </p:spPr>
        <p:txBody>
          <a:bodyPr rtlCol="0"/>
          <a:lstStyle>
            <a:lvl1pPr marL="0" indent="0" algn="ctr" rtl="0">
              <a:buNone/>
              <a:defRPr/>
            </a:lvl1pPr>
          </a:lstStyle>
          <a:p>
            <a:pPr rtl="0"/>
            <a:r>
              <a:rPr lang="sk-SK"/>
              <a:t>Ak chcete pridať obrázok, kliknite na ikonu</a:t>
            </a:r>
            <a:endParaRPr dirty="0"/>
          </a:p>
        </p:txBody>
      </p:sp>
      <p:sp>
        <p:nvSpPr>
          <p:cNvPr id="81" name="Zástupný text 3"/>
          <p:cNvSpPr>
            <a:spLocks noGrp="1"/>
          </p:cNvSpPr>
          <p:nvPr>
            <p:ph type="body" sz="half" idx="2"/>
          </p:nvPr>
        </p:nvSpPr>
        <p:spPr>
          <a:xfrm>
            <a:off x="1235212" y="4947405"/>
            <a:ext cx="2743200" cy="914400"/>
          </a:xfrm>
        </p:spPr>
        <p:txBody>
          <a:bodyPr rtlCol="0">
            <a:normAutofit/>
          </a:bodyPr>
          <a:lstStyle>
            <a:lvl1pPr marL="0" indent="0" algn="l" rtl="0">
              <a:spcBef>
                <a:spcPts val="1600"/>
              </a:spcBef>
              <a:buNone/>
              <a:defRPr sz="1600"/>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sk-SK"/>
              <a:t>Kliknite sem a upravte štýly predlohy textu.</a:t>
            </a:r>
          </a:p>
        </p:txBody>
      </p:sp>
      <p:grpSp>
        <p:nvGrpSpPr>
          <p:cNvPr id="84" name="Skupina 83"/>
          <p:cNvGrpSpPr>
            <a:grpSpLocks noChangeAspect="1"/>
          </p:cNvGrpSpPr>
          <p:nvPr userDrawn="1"/>
        </p:nvGrpSpPr>
        <p:grpSpPr>
          <a:xfrm rot="5400000">
            <a:off x="4517135" y="1678105"/>
            <a:ext cx="3123347" cy="3089730"/>
            <a:chOff x="895350" y="3313113"/>
            <a:chExt cx="3613151" cy="2790825"/>
          </a:xfrm>
          <a:solidFill>
            <a:schemeClr val="tx1">
              <a:lumMod val="50000"/>
            </a:schemeClr>
          </a:solidFill>
        </p:grpSpPr>
        <p:sp>
          <p:nvSpPr>
            <p:cNvPr id="85" name="Voľný tvar 41"/>
            <p:cNvSpPr>
              <a:spLocks/>
            </p:cNvSpPr>
            <p:nvPr/>
          </p:nvSpPr>
          <p:spPr bwMode="auto">
            <a:xfrm>
              <a:off x="963613" y="3725863"/>
              <a:ext cx="11113" cy="1952625"/>
            </a:xfrm>
            <a:custGeom>
              <a:avLst/>
              <a:gdLst>
                <a:gd name="T0" fmla="*/ 3 w 5"/>
                <a:gd name="T1" fmla="*/ 0 h 868"/>
                <a:gd name="T2" fmla="*/ 4 w 5"/>
                <a:gd name="T3" fmla="*/ 217 h 868"/>
                <a:gd name="T4" fmla="*/ 3 w 5"/>
                <a:gd name="T5" fmla="*/ 326 h 868"/>
                <a:gd name="T6" fmla="*/ 4 w 5"/>
                <a:gd name="T7" fmla="*/ 434 h 868"/>
                <a:gd name="T8" fmla="*/ 4 w 5"/>
                <a:gd name="T9" fmla="*/ 651 h 868"/>
                <a:gd name="T10" fmla="*/ 4 w 5"/>
                <a:gd name="T11" fmla="*/ 760 h 868"/>
                <a:gd name="T12" fmla="*/ 3 w 5"/>
                <a:gd name="T13" fmla="*/ 868 h 868"/>
                <a:gd name="T14" fmla="*/ 2 w 5"/>
                <a:gd name="T15" fmla="*/ 868 h 868"/>
                <a:gd name="T16" fmla="*/ 1 w 5"/>
                <a:gd name="T17" fmla="*/ 760 h 868"/>
                <a:gd name="T18" fmla="*/ 0 w 5"/>
                <a:gd name="T19" fmla="*/ 651 h 868"/>
                <a:gd name="T20" fmla="*/ 1 w 5"/>
                <a:gd name="T21" fmla="*/ 434 h 868"/>
                <a:gd name="T22" fmla="*/ 2 w 5"/>
                <a:gd name="T23" fmla="*/ 326 h 868"/>
                <a:gd name="T24" fmla="*/ 1 w 5"/>
                <a:gd name="T25" fmla="*/ 217 h 868"/>
                <a:gd name="T26" fmla="*/ 2 w 5"/>
                <a:gd name="T27" fmla="*/ 0 h 868"/>
                <a:gd name="T28" fmla="*/ 3 w 5"/>
                <a:gd name="T29" fmla="*/ 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868">
                  <a:moveTo>
                    <a:pt x="3" y="0"/>
                  </a:moveTo>
                  <a:cubicBezTo>
                    <a:pt x="4" y="73"/>
                    <a:pt x="4" y="145"/>
                    <a:pt x="4" y="217"/>
                  </a:cubicBezTo>
                  <a:cubicBezTo>
                    <a:pt x="4" y="253"/>
                    <a:pt x="3" y="290"/>
                    <a:pt x="3" y="326"/>
                  </a:cubicBezTo>
                  <a:cubicBezTo>
                    <a:pt x="3" y="362"/>
                    <a:pt x="3" y="398"/>
                    <a:pt x="4" y="434"/>
                  </a:cubicBezTo>
                  <a:cubicBezTo>
                    <a:pt x="4" y="507"/>
                    <a:pt x="5" y="579"/>
                    <a:pt x="4" y="651"/>
                  </a:cubicBezTo>
                  <a:cubicBezTo>
                    <a:pt x="5" y="687"/>
                    <a:pt x="4" y="724"/>
                    <a:pt x="4" y="760"/>
                  </a:cubicBezTo>
                  <a:cubicBezTo>
                    <a:pt x="4" y="796"/>
                    <a:pt x="3" y="832"/>
                    <a:pt x="3" y="868"/>
                  </a:cubicBezTo>
                  <a:cubicBezTo>
                    <a:pt x="2" y="868"/>
                    <a:pt x="2" y="868"/>
                    <a:pt x="2" y="868"/>
                  </a:cubicBezTo>
                  <a:cubicBezTo>
                    <a:pt x="2" y="832"/>
                    <a:pt x="1" y="796"/>
                    <a:pt x="1" y="760"/>
                  </a:cubicBezTo>
                  <a:cubicBezTo>
                    <a:pt x="1" y="724"/>
                    <a:pt x="0" y="687"/>
                    <a:pt x="0" y="651"/>
                  </a:cubicBezTo>
                  <a:cubicBezTo>
                    <a:pt x="0" y="579"/>
                    <a:pt x="1" y="507"/>
                    <a:pt x="1" y="434"/>
                  </a:cubicBezTo>
                  <a:cubicBezTo>
                    <a:pt x="2" y="398"/>
                    <a:pt x="2" y="362"/>
                    <a:pt x="2" y="326"/>
                  </a:cubicBezTo>
                  <a:cubicBezTo>
                    <a:pt x="2" y="290"/>
                    <a:pt x="1" y="253"/>
                    <a:pt x="1" y="217"/>
                  </a:cubicBezTo>
                  <a:cubicBezTo>
                    <a:pt x="0" y="145"/>
                    <a:pt x="1" y="73"/>
                    <a:pt x="2" y="0"/>
                  </a:cubicBezTo>
                  <a:lnTo>
                    <a:pt x="3" y="0"/>
                  </a:ln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86" name="Voľný tvar 42"/>
            <p:cNvSpPr>
              <a:spLocks/>
            </p:cNvSpPr>
            <p:nvPr/>
          </p:nvSpPr>
          <p:spPr bwMode="auto">
            <a:xfrm>
              <a:off x="1350963" y="6038850"/>
              <a:ext cx="2736850" cy="11113"/>
            </a:xfrm>
            <a:custGeom>
              <a:avLst/>
              <a:gdLst>
                <a:gd name="T0" fmla="*/ 0 w 1216"/>
                <a:gd name="T1" fmla="*/ 2 h 5"/>
                <a:gd name="T2" fmla="*/ 304 w 1216"/>
                <a:gd name="T3" fmla="*/ 1 h 5"/>
                <a:gd name="T4" fmla="*/ 456 w 1216"/>
                <a:gd name="T5" fmla="*/ 2 h 5"/>
                <a:gd name="T6" fmla="*/ 608 w 1216"/>
                <a:gd name="T7" fmla="*/ 1 h 5"/>
                <a:gd name="T8" fmla="*/ 912 w 1216"/>
                <a:gd name="T9" fmla="*/ 0 h 5"/>
                <a:gd name="T10" fmla="*/ 1064 w 1216"/>
                <a:gd name="T11" fmla="*/ 1 h 5"/>
                <a:gd name="T12" fmla="*/ 1216 w 1216"/>
                <a:gd name="T13" fmla="*/ 2 h 5"/>
                <a:gd name="T14" fmla="*/ 1216 w 1216"/>
                <a:gd name="T15" fmla="*/ 2 h 5"/>
                <a:gd name="T16" fmla="*/ 1064 w 1216"/>
                <a:gd name="T17" fmla="*/ 4 h 5"/>
                <a:gd name="T18" fmla="*/ 912 w 1216"/>
                <a:gd name="T19" fmla="*/ 4 h 5"/>
                <a:gd name="T20" fmla="*/ 608 w 1216"/>
                <a:gd name="T21" fmla="*/ 3 h 5"/>
                <a:gd name="T22" fmla="*/ 456 w 1216"/>
                <a:gd name="T23" fmla="*/ 3 h 5"/>
                <a:gd name="T24" fmla="*/ 304 w 1216"/>
                <a:gd name="T25" fmla="*/ 4 h 5"/>
                <a:gd name="T26" fmla="*/ 0 w 1216"/>
                <a:gd name="T2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6" h="5">
                  <a:moveTo>
                    <a:pt x="0" y="2"/>
                  </a:moveTo>
                  <a:cubicBezTo>
                    <a:pt x="101" y="1"/>
                    <a:pt x="202" y="0"/>
                    <a:pt x="304" y="1"/>
                  </a:cubicBezTo>
                  <a:cubicBezTo>
                    <a:pt x="354" y="1"/>
                    <a:pt x="405" y="2"/>
                    <a:pt x="456" y="2"/>
                  </a:cubicBezTo>
                  <a:cubicBezTo>
                    <a:pt x="506" y="2"/>
                    <a:pt x="557" y="1"/>
                    <a:pt x="608" y="1"/>
                  </a:cubicBezTo>
                  <a:cubicBezTo>
                    <a:pt x="709" y="1"/>
                    <a:pt x="810" y="0"/>
                    <a:pt x="912" y="0"/>
                  </a:cubicBezTo>
                  <a:cubicBezTo>
                    <a:pt x="962" y="0"/>
                    <a:pt x="1013" y="1"/>
                    <a:pt x="1064" y="1"/>
                  </a:cubicBezTo>
                  <a:cubicBezTo>
                    <a:pt x="1114" y="1"/>
                    <a:pt x="1165" y="1"/>
                    <a:pt x="1216" y="2"/>
                  </a:cubicBezTo>
                  <a:cubicBezTo>
                    <a:pt x="1216" y="2"/>
                    <a:pt x="1216" y="2"/>
                    <a:pt x="1216" y="2"/>
                  </a:cubicBezTo>
                  <a:cubicBezTo>
                    <a:pt x="1165" y="3"/>
                    <a:pt x="1114" y="3"/>
                    <a:pt x="1064" y="4"/>
                  </a:cubicBezTo>
                  <a:cubicBezTo>
                    <a:pt x="1013" y="4"/>
                    <a:pt x="962" y="4"/>
                    <a:pt x="912" y="4"/>
                  </a:cubicBezTo>
                  <a:cubicBezTo>
                    <a:pt x="810" y="5"/>
                    <a:pt x="709" y="4"/>
                    <a:pt x="608" y="3"/>
                  </a:cubicBezTo>
                  <a:cubicBezTo>
                    <a:pt x="557" y="3"/>
                    <a:pt x="506" y="3"/>
                    <a:pt x="456" y="3"/>
                  </a:cubicBezTo>
                  <a:cubicBezTo>
                    <a:pt x="405" y="3"/>
                    <a:pt x="354" y="4"/>
                    <a:pt x="304" y="4"/>
                  </a:cubicBezTo>
                  <a:cubicBezTo>
                    <a:pt x="202" y="4"/>
                    <a:pt x="101" y="4"/>
                    <a:pt x="0" y="2"/>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87" name="Voľný tvar 43"/>
            <p:cNvSpPr>
              <a:spLocks/>
            </p:cNvSpPr>
            <p:nvPr/>
          </p:nvSpPr>
          <p:spPr bwMode="auto">
            <a:xfrm>
              <a:off x="1330325" y="3378200"/>
              <a:ext cx="2743200" cy="11113"/>
            </a:xfrm>
            <a:custGeom>
              <a:avLst/>
              <a:gdLst>
                <a:gd name="T0" fmla="*/ 0 w 1219"/>
                <a:gd name="T1" fmla="*/ 2 h 5"/>
                <a:gd name="T2" fmla="*/ 304 w 1219"/>
                <a:gd name="T3" fmla="*/ 1 h 5"/>
                <a:gd name="T4" fmla="*/ 457 w 1219"/>
                <a:gd name="T5" fmla="*/ 2 h 5"/>
                <a:gd name="T6" fmla="*/ 609 w 1219"/>
                <a:gd name="T7" fmla="*/ 1 h 5"/>
                <a:gd name="T8" fmla="*/ 914 w 1219"/>
                <a:gd name="T9" fmla="*/ 0 h 5"/>
                <a:gd name="T10" fmla="*/ 1067 w 1219"/>
                <a:gd name="T11" fmla="*/ 1 h 5"/>
                <a:gd name="T12" fmla="*/ 1219 w 1219"/>
                <a:gd name="T13" fmla="*/ 2 h 5"/>
                <a:gd name="T14" fmla="*/ 1219 w 1219"/>
                <a:gd name="T15" fmla="*/ 3 h 5"/>
                <a:gd name="T16" fmla="*/ 1067 w 1219"/>
                <a:gd name="T17" fmla="*/ 4 h 5"/>
                <a:gd name="T18" fmla="*/ 914 w 1219"/>
                <a:gd name="T19" fmla="*/ 4 h 5"/>
                <a:gd name="T20" fmla="*/ 609 w 1219"/>
                <a:gd name="T21" fmla="*/ 3 h 5"/>
                <a:gd name="T22" fmla="*/ 457 w 1219"/>
                <a:gd name="T23" fmla="*/ 3 h 5"/>
                <a:gd name="T24" fmla="*/ 304 w 1219"/>
                <a:gd name="T25" fmla="*/ 4 h 5"/>
                <a:gd name="T26" fmla="*/ 0 w 1219"/>
                <a:gd name="T27" fmla="*/ 3 h 5"/>
                <a:gd name="T28" fmla="*/ 0 w 1219"/>
                <a:gd name="T29"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9" h="5">
                  <a:moveTo>
                    <a:pt x="0" y="2"/>
                  </a:moveTo>
                  <a:cubicBezTo>
                    <a:pt x="101" y="1"/>
                    <a:pt x="203" y="0"/>
                    <a:pt x="304" y="1"/>
                  </a:cubicBezTo>
                  <a:cubicBezTo>
                    <a:pt x="355" y="1"/>
                    <a:pt x="406" y="2"/>
                    <a:pt x="457" y="2"/>
                  </a:cubicBezTo>
                  <a:cubicBezTo>
                    <a:pt x="508" y="2"/>
                    <a:pt x="559" y="1"/>
                    <a:pt x="609" y="1"/>
                  </a:cubicBezTo>
                  <a:cubicBezTo>
                    <a:pt x="711" y="1"/>
                    <a:pt x="813" y="0"/>
                    <a:pt x="914" y="0"/>
                  </a:cubicBezTo>
                  <a:cubicBezTo>
                    <a:pt x="965" y="0"/>
                    <a:pt x="1016" y="1"/>
                    <a:pt x="1067" y="1"/>
                  </a:cubicBezTo>
                  <a:cubicBezTo>
                    <a:pt x="1117" y="1"/>
                    <a:pt x="1168" y="1"/>
                    <a:pt x="1219" y="2"/>
                  </a:cubicBezTo>
                  <a:cubicBezTo>
                    <a:pt x="1219" y="3"/>
                    <a:pt x="1219" y="3"/>
                    <a:pt x="1219" y="3"/>
                  </a:cubicBezTo>
                  <a:cubicBezTo>
                    <a:pt x="1168" y="3"/>
                    <a:pt x="1117" y="4"/>
                    <a:pt x="1067" y="4"/>
                  </a:cubicBezTo>
                  <a:cubicBezTo>
                    <a:pt x="1016" y="4"/>
                    <a:pt x="965" y="4"/>
                    <a:pt x="914" y="4"/>
                  </a:cubicBezTo>
                  <a:cubicBezTo>
                    <a:pt x="813" y="5"/>
                    <a:pt x="711" y="4"/>
                    <a:pt x="609" y="3"/>
                  </a:cubicBezTo>
                  <a:cubicBezTo>
                    <a:pt x="559" y="3"/>
                    <a:pt x="508" y="3"/>
                    <a:pt x="457" y="3"/>
                  </a:cubicBezTo>
                  <a:cubicBezTo>
                    <a:pt x="406" y="3"/>
                    <a:pt x="355" y="4"/>
                    <a:pt x="304" y="4"/>
                  </a:cubicBezTo>
                  <a:cubicBezTo>
                    <a:pt x="203" y="4"/>
                    <a:pt x="101" y="4"/>
                    <a:pt x="0" y="3"/>
                  </a:cubicBezTo>
                  <a:lnTo>
                    <a:pt x="0" y="2"/>
                  </a:ln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88" name="Voľný tvar 44"/>
            <p:cNvSpPr>
              <a:spLocks/>
            </p:cNvSpPr>
            <p:nvPr/>
          </p:nvSpPr>
          <p:spPr bwMode="auto">
            <a:xfrm>
              <a:off x="4443413" y="3759200"/>
              <a:ext cx="9525" cy="1919288"/>
            </a:xfrm>
            <a:custGeom>
              <a:avLst/>
              <a:gdLst>
                <a:gd name="T0" fmla="*/ 2 w 4"/>
                <a:gd name="T1" fmla="*/ 853 h 853"/>
                <a:gd name="T2" fmla="*/ 0 w 4"/>
                <a:gd name="T3" fmla="*/ 640 h 853"/>
                <a:gd name="T4" fmla="*/ 1 w 4"/>
                <a:gd name="T5" fmla="*/ 533 h 853"/>
                <a:gd name="T6" fmla="*/ 1 w 4"/>
                <a:gd name="T7" fmla="*/ 427 h 853"/>
                <a:gd name="T8" fmla="*/ 0 w 4"/>
                <a:gd name="T9" fmla="*/ 213 h 853"/>
                <a:gd name="T10" fmla="*/ 0 w 4"/>
                <a:gd name="T11" fmla="*/ 107 h 853"/>
                <a:gd name="T12" fmla="*/ 2 w 4"/>
                <a:gd name="T13" fmla="*/ 0 h 853"/>
                <a:gd name="T14" fmla="*/ 2 w 4"/>
                <a:gd name="T15" fmla="*/ 0 h 853"/>
                <a:gd name="T16" fmla="*/ 3 w 4"/>
                <a:gd name="T17" fmla="*/ 107 h 853"/>
                <a:gd name="T18" fmla="*/ 4 w 4"/>
                <a:gd name="T19" fmla="*/ 213 h 853"/>
                <a:gd name="T20" fmla="*/ 3 w 4"/>
                <a:gd name="T21" fmla="*/ 427 h 853"/>
                <a:gd name="T22" fmla="*/ 2 w 4"/>
                <a:gd name="T23" fmla="*/ 533 h 853"/>
                <a:gd name="T24" fmla="*/ 3 w 4"/>
                <a:gd name="T25" fmla="*/ 640 h 853"/>
                <a:gd name="T26" fmla="*/ 2 w 4"/>
                <a:gd name="T27" fmla="*/ 853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 h="853">
                  <a:moveTo>
                    <a:pt x="2" y="853"/>
                  </a:moveTo>
                  <a:cubicBezTo>
                    <a:pt x="0" y="782"/>
                    <a:pt x="0" y="711"/>
                    <a:pt x="0" y="640"/>
                  </a:cubicBezTo>
                  <a:cubicBezTo>
                    <a:pt x="0" y="604"/>
                    <a:pt x="1" y="569"/>
                    <a:pt x="1" y="533"/>
                  </a:cubicBezTo>
                  <a:cubicBezTo>
                    <a:pt x="1" y="498"/>
                    <a:pt x="1" y="462"/>
                    <a:pt x="1" y="427"/>
                  </a:cubicBezTo>
                  <a:cubicBezTo>
                    <a:pt x="0" y="356"/>
                    <a:pt x="0" y="284"/>
                    <a:pt x="0" y="213"/>
                  </a:cubicBezTo>
                  <a:cubicBezTo>
                    <a:pt x="0" y="178"/>
                    <a:pt x="0" y="142"/>
                    <a:pt x="0" y="107"/>
                  </a:cubicBezTo>
                  <a:cubicBezTo>
                    <a:pt x="1" y="71"/>
                    <a:pt x="1" y="36"/>
                    <a:pt x="2" y="0"/>
                  </a:cubicBezTo>
                  <a:cubicBezTo>
                    <a:pt x="2" y="0"/>
                    <a:pt x="2" y="0"/>
                    <a:pt x="2" y="0"/>
                  </a:cubicBezTo>
                  <a:cubicBezTo>
                    <a:pt x="3" y="36"/>
                    <a:pt x="3" y="71"/>
                    <a:pt x="3" y="107"/>
                  </a:cubicBezTo>
                  <a:cubicBezTo>
                    <a:pt x="4" y="142"/>
                    <a:pt x="4" y="178"/>
                    <a:pt x="4" y="213"/>
                  </a:cubicBezTo>
                  <a:cubicBezTo>
                    <a:pt x="4" y="284"/>
                    <a:pt x="3" y="356"/>
                    <a:pt x="3" y="427"/>
                  </a:cubicBezTo>
                  <a:cubicBezTo>
                    <a:pt x="3" y="462"/>
                    <a:pt x="2" y="498"/>
                    <a:pt x="2" y="533"/>
                  </a:cubicBezTo>
                  <a:cubicBezTo>
                    <a:pt x="3" y="569"/>
                    <a:pt x="3" y="604"/>
                    <a:pt x="3" y="640"/>
                  </a:cubicBezTo>
                  <a:cubicBezTo>
                    <a:pt x="4" y="711"/>
                    <a:pt x="3" y="782"/>
                    <a:pt x="2" y="853"/>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89" name="Voľný tvar 45"/>
            <p:cNvSpPr>
              <a:spLocks noEditPoints="1"/>
            </p:cNvSpPr>
            <p:nvPr/>
          </p:nvSpPr>
          <p:spPr bwMode="auto">
            <a:xfrm>
              <a:off x="903288" y="5772150"/>
              <a:ext cx="341313" cy="331788"/>
            </a:xfrm>
            <a:custGeom>
              <a:avLst/>
              <a:gdLst>
                <a:gd name="T0" fmla="*/ 127 w 152"/>
                <a:gd name="T1" fmla="*/ 122 h 148"/>
                <a:gd name="T2" fmla="*/ 84 w 152"/>
                <a:gd name="T3" fmla="*/ 134 h 148"/>
                <a:gd name="T4" fmla="*/ 112 w 152"/>
                <a:gd name="T5" fmla="*/ 131 h 148"/>
                <a:gd name="T6" fmla="*/ 48 w 152"/>
                <a:gd name="T7" fmla="*/ 142 h 148"/>
                <a:gd name="T8" fmla="*/ 4 w 152"/>
                <a:gd name="T9" fmla="*/ 95 h 148"/>
                <a:gd name="T10" fmla="*/ 20 w 152"/>
                <a:gd name="T11" fmla="*/ 61 h 148"/>
                <a:gd name="T12" fmla="*/ 26 w 152"/>
                <a:gd name="T13" fmla="*/ 58 h 148"/>
                <a:gd name="T14" fmla="*/ 31 w 152"/>
                <a:gd name="T15" fmla="*/ 23 h 148"/>
                <a:gd name="T16" fmla="*/ 19 w 152"/>
                <a:gd name="T17" fmla="*/ 0 h 148"/>
                <a:gd name="T18" fmla="*/ 33 w 152"/>
                <a:gd name="T19" fmla="*/ 57 h 148"/>
                <a:gd name="T20" fmla="*/ 41 w 152"/>
                <a:gd name="T21" fmla="*/ 63 h 148"/>
                <a:gd name="T22" fmla="*/ 36 w 152"/>
                <a:gd name="T23" fmla="*/ 80 h 148"/>
                <a:gd name="T24" fmla="*/ 26 w 152"/>
                <a:gd name="T25" fmla="*/ 67 h 148"/>
                <a:gd name="T26" fmla="*/ 64 w 152"/>
                <a:gd name="T27" fmla="*/ 132 h 148"/>
                <a:gd name="T28" fmla="*/ 84 w 152"/>
                <a:gd name="T29" fmla="*/ 112 h 148"/>
                <a:gd name="T30" fmla="*/ 77 w 152"/>
                <a:gd name="T31" fmla="*/ 131 h 148"/>
                <a:gd name="T32" fmla="*/ 152 w 152"/>
                <a:gd name="T33" fmla="*/ 129 h 148"/>
                <a:gd name="T34" fmla="*/ 114 w 152"/>
                <a:gd name="T35" fmla="*/ 131 h 148"/>
                <a:gd name="T36" fmla="*/ 127 w 152"/>
                <a:gd name="T37" fmla="*/ 122 h 148"/>
                <a:gd name="T38" fmla="*/ 74 w 152"/>
                <a:gd name="T39" fmla="*/ 128 h 148"/>
                <a:gd name="T40" fmla="*/ 68 w 152"/>
                <a:gd name="T41" fmla="*/ 112 h 148"/>
                <a:gd name="T42" fmla="*/ 66 w 152"/>
                <a:gd name="T43" fmla="*/ 117 h 148"/>
                <a:gd name="T44" fmla="*/ 66 w 152"/>
                <a:gd name="T45" fmla="*/ 125 h 148"/>
                <a:gd name="T46" fmla="*/ 73 w 152"/>
                <a:gd name="T47" fmla="*/ 128 h 148"/>
                <a:gd name="T48" fmla="*/ 74 w 152"/>
                <a:gd name="T49" fmla="*/ 114 h 148"/>
                <a:gd name="T50" fmla="*/ 74 w 152"/>
                <a:gd name="T51" fmla="*/ 128 h 148"/>
                <a:gd name="T52" fmla="*/ 9 w 152"/>
                <a:gd name="T53" fmla="*/ 88 h 148"/>
                <a:gd name="T54" fmla="*/ 56 w 152"/>
                <a:gd name="T55" fmla="*/ 135 h 148"/>
                <a:gd name="T56" fmla="*/ 9 w 152"/>
                <a:gd name="T57" fmla="*/ 88 h 148"/>
                <a:gd name="T58" fmla="*/ 37 w 152"/>
                <a:gd name="T59" fmla="*/ 61 h 148"/>
                <a:gd name="T60" fmla="*/ 31 w 152"/>
                <a:gd name="T61" fmla="*/ 77 h 148"/>
                <a:gd name="T62" fmla="*/ 37 w 152"/>
                <a:gd name="T63" fmla="*/ 61 h 148"/>
                <a:gd name="T64" fmla="*/ 30 w 152"/>
                <a:gd name="T65" fmla="*/ 57 h 148"/>
                <a:gd name="T66" fmla="*/ 33 w 152"/>
                <a:gd name="T67" fmla="*/ 31 h 148"/>
                <a:gd name="T68" fmla="*/ 30 w 152"/>
                <a:gd name="T69" fmla="*/ 57 h 148"/>
                <a:gd name="T70" fmla="*/ 30 w 152"/>
                <a:gd name="T71" fmla="*/ 61 h 148"/>
                <a:gd name="T72" fmla="*/ 30 w 152"/>
                <a:gd name="T73" fmla="*/ 74 h 148"/>
                <a:gd name="T74" fmla="*/ 30 w 152"/>
                <a:gd name="T75" fmla="*/ 61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2" h="148">
                  <a:moveTo>
                    <a:pt x="127" y="122"/>
                  </a:moveTo>
                  <a:cubicBezTo>
                    <a:pt x="115" y="118"/>
                    <a:pt x="99" y="137"/>
                    <a:pt x="84" y="134"/>
                  </a:cubicBezTo>
                  <a:cubicBezTo>
                    <a:pt x="92" y="142"/>
                    <a:pt x="106" y="130"/>
                    <a:pt x="112" y="131"/>
                  </a:cubicBezTo>
                  <a:cubicBezTo>
                    <a:pt x="95" y="147"/>
                    <a:pt x="66" y="127"/>
                    <a:pt x="48" y="142"/>
                  </a:cubicBezTo>
                  <a:cubicBezTo>
                    <a:pt x="19" y="142"/>
                    <a:pt x="1" y="123"/>
                    <a:pt x="4" y="95"/>
                  </a:cubicBezTo>
                  <a:cubicBezTo>
                    <a:pt x="6" y="82"/>
                    <a:pt x="19" y="74"/>
                    <a:pt x="20" y="61"/>
                  </a:cubicBezTo>
                  <a:cubicBezTo>
                    <a:pt x="23" y="58"/>
                    <a:pt x="22" y="60"/>
                    <a:pt x="26" y="58"/>
                  </a:cubicBezTo>
                  <a:cubicBezTo>
                    <a:pt x="25" y="45"/>
                    <a:pt x="33" y="34"/>
                    <a:pt x="31" y="23"/>
                  </a:cubicBezTo>
                  <a:cubicBezTo>
                    <a:pt x="30" y="12"/>
                    <a:pt x="19" y="8"/>
                    <a:pt x="19" y="0"/>
                  </a:cubicBezTo>
                  <a:cubicBezTo>
                    <a:pt x="36" y="7"/>
                    <a:pt x="41" y="36"/>
                    <a:pt x="33" y="57"/>
                  </a:cubicBezTo>
                  <a:cubicBezTo>
                    <a:pt x="34" y="60"/>
                    <a:pt x="40" y="59"/>
                    <a:pt x="41" y="63"/>
                  </a:cubicBezTo>
                  <a:cubicBezTo>
                    <a:pt x="43" y="69"/>
                    <a:pt x="40" y="75"/>
                    <a:pt x="36" y="80"/>
                  </a:cubicBezTo>
                  <a:cubicBezTo>
                    <a:pt x="27" y="79"/>
                    <a:pt x="20" y="74"/>
                    <a:pt x="26" y="67"/>
                  </a:cubicBezTo>
                  <a:cubicBezTo>
                    <a:pt x="1" y="88"/>
                    <a:pt x="14" y="148"/>
                    <a:pt x="64" y="132"/>
                  </a:cubicBezTo>
                  <a:cubicBezTo>
                    <a:pt x="54" y="118"/>
                    <a:pt x="73" y="97"/>
                    <a:pt x="84" y="112"/>
                  </a:cubicBezTo>
                  <a:cubicBezTo>
                    <a:pt x="86" y="123"/>
                    <a:pt x="81" y="126"/>
                    <a:pt x="77" y="131"/>
                  </a:cubicBezTo>
                  <a:cubicBezTo>
                    <a:pt x="101" y="137"/>
                    <a:pt x="133" y="102"/>
                    <a:pt x="152" y="129"/>
                  </a:cubicBezTo>
                  <a:cubicBezTo>
                    <a:pt x="143" y="117"/>
                    <a:pt x="124" y="124"/>
                    <a:pt x="114" y="131"/>
                  </a:cubicBezTo>
                  <a:cubicBezTo>
                    <a:pt x="116" y="126"/>
                    <a:pt x="123" y="126"/>
                    <a:pt x="127" y="122"/>
                  </a:cubicBezTo>
                  <a:close/>
                  <a:moveTo>
                    <a:pt x="74" y="128"/>
                  </a:moveTo>
                  <a:cubicBezTo>
                    <a:pt x="91" y="127"/>
                    <a:pt x="78" y="98"/>
                    <a:pt x="68" y="112"/>
                  </a:cubicBezTo>
                  <a:cubicBezTo>
                    <a:pt x="75" y="112"/>
                    <a:pt x="69" y="117"/>
                    <a:pt x="66" y="117"/>
                  </a:cubicBezTo>
                  <a:cubicBezTo>
                    <a:pt x="66" y="119"/>
                    <a:pt x="66" y="122"/>
                    <a:pt x="66" y="125"/>
                  </a:cubicBezTo>
                  <a:cubicBezTo>
                    <a:pt x="68" y="126"/>
                    <a:pt x="69" y="128"/>
                    <a:pt x="73" y="128"/>
                  </a:cubicBezTo>
                  <a:cubicBezTo>
                    <a:pt x="75" y="124"/>
                    <a:pt x="80" y="117"/>
                    <a:pt x="74" y="114"/>
                  </a:cubicBezTo>
                  <a:cubicBezTo>
                    <a:pt x="84" y="115"/>
                    <a:pt x="78" y="125"/>
                    <a:pt x="74" y="128"/>
                  </a:cubicBezTo>
                  <a:close/>
                  <a:moveTo>
                    <a:pt x="9" y="88"/>
                  </a:moveTo>
                  <a:cubicBezTo>
                    <a:pt x="0" y="121"/>
                    <a:pt x="28" y="148"/>
                    <a:pt x="56" y="135"/>
                  </a:cubicBezTo>
                  <a:cubicBezTo>
                    <a:pt x="20" y="145"/>
                    <a:pt x="13" y="115"/>
                    <a:pt x="9" y="88"/>
                  </a:cubicBezTo>
                  <a:close/>
                  <a:moveTo>
                    <a:pt x="37" y="61"/>
                  </a:moveTo>
                  <a:cubicBezTo>
                    <a:pt x="38" y="69"/>
                    <a:pt x="34" y="72"/>
                    <a:pt x="31" y="77"/>
                  </a:cubicBezTo>
                  <a:cubicBezTo>
                    <a:pt x="40" y="78"/>
                    <a:pt x="42" y="66"/>
                    <a:pt x="37" y="61"/>
                  </a:cubicBezTo>
                  <a:close/>
                  <a:moveTo>
                    <a:pt x="30" y="57"/>
                  </a:moveTo>
                  <a:cubicBezTo>
                    <a:pt x="30" y="49"/>
                    <a:pt x="38" y="40"/>
                    <a:pt x="33" y="31"/>
                  </a:cubicBezTo>
                  <a:cubicBezTo>
                    <a:pt x="34" y="41"/>
                    <a:pt x="26" y="49"/>
                    <a:pt x="30" y="57"/>
                  </a:cubicBezTo>
                  <a:close/>
                  <a:moveTo>
                    <a:pt x="30" y="61"/>
                  </a:moveTo>
                  <a:cubicBezTo>
                    <a:pt x="28" y="63"/>
                    <a:pt x="27" y="72"/>
                    <a:pt x="30" y="74"/>
                  </a:cubicBezTo>
                  <a:cubicBezTo>
                    <a:pt x="33" y="70"/>
                    <a:pt x="36" y="63"/>
                    <a:pt x="30" y="61"/>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90" name="Voľný tvar 46"/>
            <p:cNvSpPr>
              <a:spLocks noEditPoints="1"/>
            </p:cNvSpPr>
            <p:nvPr/>
          </p:nvSpPr>
          <p:spPr bwMode="auto">
            <a:xfrm>
              <a:off x="906463" y="5768975"/>
              <a:ext cx="341313" cy="323850"/>
            </a:xfrm>
            <a:custGeom>
              <a:avLst/>
              <a:gdLst>
                <a:gd name="T0" fmla="*/ 2 w 151"/>
                <a:gd name="T1" fmla="*/ 96 h 144"/>
                <a:gd name="T2" fmla="*/ 21 w 151"/>
                <a:gd name="T3" fmla="*/ 59 h 144"/>
                <a:gd name="T4" fmla="*/ 22 w 151"/>
                <a:gd name="T5" fmla="*/ 12 h 144"/>
                <a:gd name="T6" fmla="*/ 32 w 151"/>
                <a:gd name="T7" fmla="*/ 58 h 144"/>
                <a:gd name="T8" fmla="*/ 34 w 151"/>
                <a:gd name="T9" fmla="*/ 81 h 144"/>
                <a:gd name="T10" fmla="*/ 15 w 151"/>
                <a:gd name="T11" fmla="*/ 112 h 144"/>
                <a:gd name="T12" fmla="*/ 73 w 151"/>
                <a:gd name="T13" fmla="*/ 107 h 144"/>
                <a:gd name="T14" fmla="*/ 76 w 151"/>
                <a:gd name="T15" fmla="*/ 131 h 144"/>
                <a:gd name="T16" fmla="*/ 151 w 151"/>
                <a:gd name="T17" fmla="*/ 130 h 144"/>
                <a:gd name="T18" fmla="*/ 110 w 151"/>
                <a:gd name="T19" fmla="*/ 134 h 144"/>
                <a:gd name="T20" fmla="*/ 66 w 151"/>
                <a:gd name="T21" fmla="*/ 138 h 144"/>
                <a:gd name="T22" fmla="*/ 12 w 151"/>
                <a:gd name="T23" fmla="*/ 128 h 144"/>
                <a:gd name="T24" fmla="*/ 86 w 151"/>
                <a:gd name="T25" fmla="*/ 138 h 144"/>
                <a:gd name="T26" fmla="*/ 86 w 151"/>
                <a:gd name="T27" fmla="*/ 134 h 144"/>
                <a:gd name="T28" fmla="*/ 75 w 151"/>
                <a:gd name="T29" fmla="*/ 133 h 144"/>
                <a:gd name="T30" fmla="*/ 77 w 151"/>
                <a:gd name="T31" fmla="*/ 128 h 144"/>
                <a:gd name="T32" fmla="*/ 66 w 151"/>
                <a:gd name="T33" fmla="*/ 128 h 144"/>
                <a:gd name="T34" fmla="*/ 64 w 151"/>
                <a:gd name="T35" fmla="*/ 117 h 144"/>
                <a:gd name="T36" fmla="*/ 65 w 151"/>
                <a:gd name="T37" fmla="*/ 114 h 144"/>
                <a:gd name="T38" fmla="*/ 63 w 151"/>
                <a:gd name="T39" fmla="*/ 133 h 144"/>
                <a:gd name="T40" fmla="*/ 54 w 151"/>
                <a:gd name="T41" fmla="*/ 137 h 144"/>
                <a:gd name="T42" fmla="*/ 7 w 151"/>
                <a:gd name="T43" fmla="*/ 86 h 144"/>
                <a:gd name="T44" fmla="*/ 41 w 151"/>
                <a:gd name="T45" fmla="*/ 139 h 144"/>
                <a:gd name="T46" fmla="*/ 92 w 151"/>
                <a:gd name="T47" fmla="*/ 138 h 144"/>
                <a:gd name="T48" fmla="*/ 41 w 151"/>
                <a:gd name="T49" fmla="*/ 137 h 144"/>
                <a:gd name="T50" fmla="*/ 26 w 151"/>
                <a:gd name="T51" fmla="*/ 65 h 144"/>
                <a:gd name="T52" fmla="*/ 32 w 151"/>
                <a:gd name="T53" fmla="*/ 64 h 144"/>
                <a:gd name="T54" fmla="*/ 26 w 151"/>
                <a:gd name="T55" fmla="*/ 72 h 144"/>
                <a:gd name="T56" fmla="*/ 33 w 151"/>
                <a:gd name="T57" fmla="*/ 80 h 144"/>
                <a:gd name="T58" fmla="*/ 38 w 151"/>
                <a:gd name="T59" fmla="*/ 73 h 144"/>
                <a:gd name="T60" fmla="*/ 28 w 151"/>
                <a:gd name="T61" fmla="*/ 78 h 144"/>
                <a:gd name="T62" fmla="*/ 34 w 151"/>
                <a:gd name="T63" fmla="*/ 61 h 144"/>
                <a:gd name="T64" fmla="*/ 18 w 151"/>
                <a:gd name="T65" fmla="*/ 2 h 144"/>
                <a:gd name="T66" fmla="*/ 31 w 151"/>
                <a:gd name="T67" fmla="*/ 32 h 144"/>
                <a:gd name="T68" fmla="*/ 27 w 151"/>
                <a:gd name="T69" fmla="*/ 58 h 144"/>
                <a:gd name="T70" fmla="*/ 28 w 151"/>
                <a:gd name="T71" fmla="*/ 42 h 144"/>
                <a:gd name="T72" fmla="*/ 21 w 151"/>
                <a:gd name="T73" fmla="*/ 61 h 144"/>
                <a:gd name="T74" fmla="*/ 7 w 151"/>
                <a:gd name="T75" fmla="*/ 86 h 144"/>
                <a:gd name="T76" fmla="*/ 110 w 151"/>
                <a:gd name="T77" fmla="*/ 131 h 144"/>
                <a:gd name="T78" fmla="*/ 121 w 151"/>
                <a:gd name="T79" fmla="*/ 123 h 144"/>
                <a:gd name="T80" fmla="*/ 67 w 151"/>
                <a:gd name="T81" fmla="*/ 127 h 144"/>
                <a:gd name="T82" fmla="*/ 74 w 151"/>
                <a:gd name="T83" fmla="*/ 118 h 144"/>
                <a:gd name="T84" fmla="*/ 64 w 151"/>
                <a:gd name="T85" fmla="*/ 118 h 144"/>
                <a:gd name="T86" fmla="*/ 75 w 151"/>
                <a:gd name="T87" fmla="*/ 118 h 144"/>
                <a:gd name="T88" fmla="*/ 70 w 151"/>
                <a:gd name="T89" fmla="*/ 114 h 144"/>
                <a:gd name="T90" fmla="*/ 79 w 151"/>
                <a:gd name="T91" fmla="*/ 120 h 144"/>
                <a:gd name="T92" fmla="*/ 122 w 151"/>
                <a:gd name="T93" fmla="*/ 122 h 144"/>
                <a:gd name="T94" fmla="*/ 123 w 151"/>
                <a:gd name="T95" fmla="*/ 125 h 144"/>
                <a:gd name="T96" fmla="*/ 122 w 151"/>
                <a:gd name="T97" fmla="*/ 122 h 144"/>
                <a:gd name="T98" fmla="*/ 81 w 151"/>
                <a:gd name="T99" fmla="*/ 114 h 144"/>
                <a:gd name="T100" fmla="*/ 32 w 151"/>
                <a:gd name="T101" fmla="*/ 74 h 144"/>
                <a:gd name="T102" fmla="*/ 28 w 151"/>
                <a:gd name="T103" fmla="*/ 63 h 144"/>
                <a:gd name="T104" fmla="*/ 28 w 151"/>
                <a:gd name="T105" fmla="*/ 63 h 144"/>
                <a:gd name="T106" fmla="*/ 29 w 151"/>
                <a:gd name="T107" fmla="*/ 4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1" h="144">
                  <a:moveTo>
                    <a:pt x="47" y="144"/>
                  </a:moveTo>
                  <a:cubicBezTo>
                    <a:pt x="46" y="144"/>
                    <a:pt x="46" y="144"/>
                    <a:pt x="46" y="144"/>
                  </a:cubicBezTo>
                  <a:cubicBezTo>
                    <a:pt x="32" y="144"/>
                    <a:pt x="19" y="139"/>
                    <a:pt x="11" y="129"/>
                  </a:cubicBezTo>
                  <a:cubicBezTo>
                    <a:pt x="3" y="121"/>
                    <a:pt x="0" y="109"/>
                    <a:pt x="2" y="96"/>
                  </a:cubicBezTo>
                  <a:cubicBezTo>
                    <a:pt x="3" y="90"/>
                    <a:pt x="6" y="84"/>
                    <a:pt x="10" y="79"/>
                  </a:cubicBezTo>
                  <a:cubicBezTo>
                    <a:pt x="13" y="73"/>
                    <a:pt x="17" y="68"/>
                    <a:pt x="17" y="62"/>
                  </a:cubicBezTo>
                  <a:cubicBezTo>
                    <a:pt x="17" y="62"/>
                    <a:pt x="17" y="62"/>
                    <a:pt x="17" y="62"/>
                  </a:cubicBezTo>
                  <a:cubicBezTo>
                    <a:pt x="19" y="60"/>
                    <a:pt x="20" y="59"/>
                    <a:pt x="21" y="59"/>
                  </a:cubicBezTo>
                  <a:cubicBezTo>
                    <a:pt x="21" y="59"/>
                    <a:pt x="22" y="59"/>
                    <a:pt x="23" y="59"/>
                  </a:cubicBezTo>
                  <a:cubicBezTo>
                    <a:pt x="23" y="53"/>
                    <a:pt x="24" y="47"/>
                    <a:pt x="26" y="41"/>
                  </a:cubicBezTo>
                  <a:cubicBezTo>
                    <a:pt x="28" y="35"/>
                    <a:pt x="30" y="30"/>
                    <a:pt x="29" y="24"/>
                  </a:cubicBezTo>
                  <a:cubicBezTo>
                    <a:pt x="28" y="19"/>
                    <a:pt x="25" y="15"/>
                    <a:pt x="22" y="12"/>
                  </a:cubicBezTo>
                  <a:cubicBezTo>
                    <a:pt x="19" y="8"/>
                    <a:pt x="16" y="5"/>
                    <a:pt x="16" y="1"/>
                  </a:cubicBezTo>
                  <a:cubicBezTo>
                    <a:pt x="16" y="0"/>
                    <a:pt x="16" y="0"/>
                    <a:pt x="16" y="0"/>
                  </a:cubicBezTo>
                  <a:cubicBezTo>
                    <a:pt x="17" y="0"/>
                    <a:pt x="17" y="0"/>
                    <a:pt x="17" y="0"/>
                  </a:cubicBezTo>
                  <a:cubicBezTo>
                    <a:pt x="35" y="8"/>
                    <a:pt x="40" y="37"/>
                    <a:pt x="32" y="58"/>
                  </a:cubicBezTo>
                  <a:cubicBezTo>
                    <a:pt x="32" y="59"/>
                    <a:pt x="34" y="59"/>
                    <a:pt x="35" y="60"/>
                  </a:cubicBezTo>
                  <a:cubicBezTo>
                    <a:pt x="37" y="61"/>
                    <a:pt x="39" y="61"/>
                    <a:pt x="40" y="63"/>
                  </a:cubicBezTo>
                  <a:cubicBezTo>
                    <a:pt x="43" y="72"/>
                    <a:pt x="37" y="78"/>
                    <a:pt x="34" y="81"/>
                  </a:cubicBezTo>
                  <a:cubicBezTo>
                    <a:pt x="34" y="81"/>
                    <a:pt x="34" y="81"/>
                    <a:pt x="34" y="81"/>
                  </a:cubicBezTo>
                  <a:cubicBezTo>
                    <a:pt x="34" y="81"/>
                    <a:pt x="34" y="81"/>
                    <a:pt x="34" y="81"/>
                  </a:cubicBezTo>
                  <a:cubicBezTo>
                    <a:pt x="28" y="81"/>
                    <a:pt x="23" y="79"/>
                    <a:pt x="22" y="76"/>
                  </a:cubicBezTo>
                  <a:cubicBezTo>
                    <a:pt x="21" y="75"/>
                    <a:pt x="21" y="73"/>
                    <a:pt x="21" y="71"/>
                  </a:cubicBezTo>
                  <a:cubicBezTo>
                    <a:pt x="12" y="82"/>
                    <a:pt x="10" y="98"/>
                    <a:pt x="15" y="112"/>
                  </a:cubicBezTo>
                  <a:cubicBezTo>
                    <a:pt x="20" y="127"/>
                    <a:pt x="32" y="135"/>
                    <a:pt x="46" y="135"/>
                  </a:cubicBezTo>
                  <a:cubicBezTo>
                    <a:pt x="51" y="135"/>
                    <a:pt x="56" y="134"/>
                    <a:pt x="61" y="133"/>
                  </a:cubicBezTo>
                  <a:cubicBezTo>
                    <a:pt x="58" y="128"/>
                    <a:pt x="57" y="122"/>
                    <a:pt x="60" y="116"/>
                  </a:cubicBezTo>
                  <a:cubicBezTo>
                    <a:pt x="63" y="111"/>
                    <a:pt x="68" y="107"/>
                    <a:pt x="73" y="107"/>
                  </a:cubicBezTo>
                  <a:cubicBezTo>
                    <a:pt x="75" y="107"/>
                    <a:pt x="79" y="108"/>
                    <a:pt x="83" y="113"/>
                  </a:cubicBezTo>
                  <a:cubicBezTo>
                    <a:pt x="83" y="113"/>
                    <a:pt x="83" y="113"/>
                    <a:pt x="83" y="113"/>
                  </a:cubicBezTo>
                  <a:cubicBezTo>
                    <a:pt x="84" y="122"/>
                    <a:pt x="81" y="126"/>
                    <a:pt x="77" y="130"/>
                  </a:cubicBezTo>
                  <a:cubicBezTo>
                    <a:pt x="77" y="130"/>
                    <a:pt x="77" y="131"/>
                    <a:pt x="76" y="131"/>
                  </a:cubicBezTo>
                  <a:cubicBezTo>
                    <a:pt x="78" y="132"/>
                    <a:pt x="80" y="132"/>
                    <a:pt x="82" y="132"/>
                  </a:cubicBezTo>
                  <a:cubicBezTo>
                    <a:pt x="90" y="132"/>
                    <a:pt x="98" y="129"/>
                    <a:pt x="107" y="125"/>
                  </a:cubicBezTo>
                  <a:cubicBezTo>
                    <a:pt x="115" y="122"/>
                    <a:pt x="123" y="119"/>
                    <a:pt x="131" y="119"/>
                  </a:cubicBezTo>
                  <a:cubicBezTo>
                    <a:pt x="139" y="119"/>
                    <a:pt x="146" y="123"/>
                    <a:pt x="151" y="130"/>
                  </a:cubicBezTo>
                  <a:cubicBezTo>
                    <a:pt x="150" y="131"/>
                    <a:pt x="150" y="131"/>
                    <a:pt x="150" y="131"/>
                  </a:cubicBezTo>
                  <a:cubicBezTo>
                    <a:pt x="146" y="127"/>
                    <a:pt x="142" y="124"/>
                    <a:pt x="136" y="124"/>
                  </a:cubicBezTo>
                  <a:cubicBezTo>
                    <a:pt x="126" y="124"/>
                    <a:pt x="115" y="131"/>
                    <a:pt x="112" y="132"/>
                  </a:cubicBezTo>
                  <a:cubicBezTo>
                    <a:pt x="110" y="134"/>
                    <a:pt x="110" y="134"/>
                    <a:pt x="110" y="134"/>
                  </a:cubicBezTo>
                  <a:cubicBezTo>
                    <a:pt x="110" y="133"/>
                    <a:pt x="110" y="133"/>
                    <a:pt x="110" y="133"/>
                  </a:cubicBezTo>
                  <a:cubicBezTo>
                    <a:pt x="105" y="137"/>
                    <a:pt x="99" y="139"/>
                    <a:pt x="90" y="139"/>
                  </a:cubicBezTo>
                  <a:cubicBezTo>
                    <a:pt x="86" y="139"/>
                    <a:pt x="82" y="139"/>
                    <a:pt x="78" y="139"/>
                  </a:cubicBezTo>
                  <a:cubicBezTo>
                    <a:pt x="74" y="138"/>
                    <a:pt x="70" y="138"/>
                    <a:pt x="66" y="138"/>
                  </a:cubicBezTo>
                  <a:cubicBezTo>
                    <a:pt x="58" y="138"/>
                    <a:pt x="52" y="140"/>
                    <a:pt x="47" y="144"/>
                  </a:cubicBezTo>
                  <a:close/>
                  <a:moveTo>
                    <a:pt x="7" y="86"/>
                  </a:moveTo>
                  <a:cubicBezTo>
                    <a:pt x="5" y="89"/>
                    <a:pt x="4" y="93"/>
                    <a:pt x="3" y="96"/>
                  </a:cubicBezTo>
                  <a:cubicBezTo>
                    <a:pt x="2" y="109"/>
                    <a:pt x="5" y="120"/>
                    <a:pt x="12" y="128"/>
                  </a:cubicBezTo>
                  <a:cubicBezTo>
                    <a:pt x="20" y="137"/>
                    <a:pt x="32" y="142"/>
                    <a:pt x="46" y="142"/>
                  </a:cubicBezTo>
                  <a:cubicBezTo>
                    <a:pt x="51" y="138"/>
                    <a:pt x="57" y="136"/>
                    <a:pt x="66" y="136"/>
                  </a:cubicBezTo>
                  <a:cubicBezTo>
                    <a:pt x="70" y="136"/>
                    <a:pt x="74" y="137"/>
                    <a:pt x="78" y="137"/>
                  </a:cubicBezTo>
                  <a:cubicBezTo>
                    <a:pt x="81" y="137"/>
                    <a:pt x="83" y="138"/>
                    <a:pt x="86" y="138"/>
                  </a:cubicBezTo>
                  <a:cubicBezTo>
                    <a:pt x="84" y="137"/>
                    <a:pt x="83" y="136"/>
                    <a:pt x="81" y="135"/>
                  </a:cubicBezTo>
                  <a:cubicBezTo>
                    <a:pt x="80" y="133"/>
                    <a:pt x="80" y="133"/>
                    <a:pt x="80" y="133"/>
                  </a:cubicBezTo>
                  <a:cubicBezTo>
                    <a:pt x="82" y="134"/>
                    <a:pt x="82" y="134"/>
                    <a:pt x="82" y="134"/>
                  </a:cubicBezTo>
                  <a:cubicBezTo>
                    <a:pt x="83" y="134"/>
                    <a:pt x="84" y="134"/>
                    <a:pt x="86" y="134"/>
                  </a:cubicBezTo>
                  <a:cubicBezTo>
                    <a:pt x="92" y="134"/>
                    <a:pt x="99" y="131"/>
                    <a:pt x="105" y="128"/>
                  </a:cubicBezTo>
                  <a:cubicBezTo>
                    <a:pt x="105" y="128"/>
                    <a:pt x="105" y="128"/>
                    <a:pt x="105" y="128"/>
                  </a:cubicBezTo>
                  <a:cubicBezTo>
                    <a:pt x="97" y="131"/>
                    <a:pt x="89" y="133"/>
                    <a:pt x="82" y="133"/>
                  </a:cubicBezTo>
                  <a:cubicBezTo>
                    <a:pt x="79" y="133"/>
                    <a:pt x="77" y="133"/>
                    <a:pt x="75" y="133"/>
                  </a:cubicBezTo>
                  <a:cubicBezTo>
                    <a:pt x="74" y="132"/>
                    <a:pt x="74" y="132"/>
                    <a:pt x="74" y="132"/>
                  </a:cubicBezTo>
                  <a:cubicBezTo>
                    <a:pt x="74" y="131"/>
                    <a:pt x="74" y="131"/>
                    <a:pt x="74" y="131"/>
                  </a:cubicBezTo>
                  <a:cubicBezTo>
                    <a:pt x="75" y="131"/>
                    <a:pt x="76" y="130"/>
                    <a:pt x="76" y="129"/>
                  </a:cubicBezTo>
                  <a:cubicBezTo>
                    <a:pt x="77" y="129"/>
                    <a:pt x="77" y="128"/>
                    <a:pt x="77" y="128"/>
                  </a:cubicBezTo>
                  <a:cubicBezTo>
                    <a:pt x="76" y="129"/>
                    <a:pt x="74" y="130"/>
                    <a:pt x="72" y="130"/>
                  </a:cubicBezTo>
                  <a:cubicBezTo>
                    <a:pt x="70" y="130"/>
                    <a:pt x="70" y="130"/>
                    <a:pt x="70" y="130"/>
                  </a:cubicBezTo>
                  <a:cubicBezTo>
                    <a:pt x="70" y="130"/>
                    <a:pt x="70" y="130"/>
                    <a:pt x="70" y="130"/>
                  </a:cubicBezTo>
                  <a:cubicBezTo>
                    <a:pt x="68" y="130"/>
                    <a:pt x="67" y="129"/>
                    <a:pt x="66" y="128"/>
                  </a:cubicBezTo>
                  <a:cubicBezTo>
                    <a:pt x="65" y="128"/>
                    <a:pt x="64" y="127"/>
                    <a:pt x="63" y="127"/>
                  </a:cubicBezTo>
                  <a:cubicBezTo>
                    <a:pt x="63" y="127"/>
                    <a:pt x="63" y="127"/>
                    <a:pt x="63" y="127"/>
                  </a:cubicBezTo>
                  <a:cubicBezTo>
                    <a:pt x="63" y="117"/>
                    <a:pt x="63" y="117"/>
                    <a:pt x="63" y="117"/>
                  </a:cubicBezTo>
                  <a:cubicBezTo>
                    <a:pt x="64" y="117"/>
                    <a:pt x="64" y="117"/>
                    <a:pt x="64" y="117"/>
                  </a:cubicBezTo>
                  <a:cubicBezTo>
                    <a:pt x="64" y="117"/>
                    <a:pt x="64" y="117"/>
                    <a:pt x="64" y="117"/>
                  </a:cubicBezTo>
                  <a:cubicBezTo>
                    <a:pt x="66" y="117"/>
                    <a:pt x="68" y="115"/>
                    <a:pt x="68" y="114"/>
                  </a:cubicBezTo>
                  <a:cubicBezTo>
                    <a:pt x="68" y="114"/>
                    <a:pt x="68" y="114"/>
                    <a:pt x="66" y="114"/>
                  </a:cubicBezTo>
                  <a:cubicBezTo>
                    <a:pt x="65" y="114"/>
                    <a:pt x="65" y="114"/>
                    <a:pt x="65" y="114"/>
                  </a:cubicBezTo>
                  <a:cubicBezTo>
                    <a:pt x="66" y="113"/>
                    <a:pt x="66" y="113"/>
                    <a:pt x="66" y="113"/>
                  </a:cubicBezTo>
                  <a:cubicBezTo>
                    <a:pt x="67" y="110"/>
                    <a:pt x="69" y="109"/>
                    <a:pt x="71" y="109"/>
                  </a:cubicBezTo>
                  <a:cubicBezTo>
                    <a:pt x="67" y="110"/>
                    <a:pt x="64" y="113"/>
                    <a:pt x="62" y="117"/>
                  </a:cubicBezTo>
                  <a:cubicBezTo>
                    <a:pt x="59" y="122"/>
                    <a:pt x="59" y="128"/>
                    <a:pt x="63" y="133"/>
                  </a:cubicBezTo>
                  <a:cubicBezTo>
                    <a:pt x="63" y="134"/>
                    <a:pt x="63" y="134"/>
                    <a:pt x="63" y="134"/>
                  </a:cubicBezTo>
                  <a:cubicBezTo>
                    <a:pt x="62" y="134"/>
                    <a:pt x="62" y="134"/>
                    <a:pt x="62" y="134"/>
                  </a:cubicBezTo>
                  <a:cubicBezTo>
                    <a:pt x="59" y="135"/>
                    <a:pt x="56" y="136"/>
                    <a:pt x="54" y="136"/>
                  </a:cubicBezTo>
                  <a:cubicBezTo>
                    <a:pt x="54" y="137"/>
                    <a:pt x="54" y="137"/>
                    <a:pt x="54" y="137"/>
                  </a:cubicBezTo>
                  <a:cubicBezTo>
                    <a:pt x="49" y="139"/>
                    <a:pt x="44" y="140"/>
                    <a:pt x="39" y="140"/>
                  </a:cubicBezTo>
                  <a:cubicBezTo>
                    <a:pt x="29" y="140"/>
                    <a:pt x="19" y="135"/>
                    <a:pt x="13" y="127"/>
                  </a:cubicBezTo>
                  <a:cubicBezTo>
                    <a:pt x="5" y="116"/>
                    <a:pt x="2" y="103"/>
                    <a:pt x="6" y="89"/>
                  </a:cubicBezTo>
                  <a:lnTo>
                    <a:pt x="7" y="86"/>
                  </a:lnTo>
                  <a:close/>
                  <a:moveTo>
                    <a:pt x="7" y="93"/>
                  </a:moveTo>
                  <a:cubicBezTo>
                    <a:pt x="4" y="105"/>
                    <a:pt x="7" y="117"/>
                    <a:pt x="14" y="126"/>
                  </a:cubicBezTo>
                  <a:cubicBezTo>
                    <a:pt x="21" y="135"/>
                    <a:pt x="31" y="139"/>
                    <a:pt x="41" y="139"/>
                  </a:cubicBezTo>
                  <a:cubicBezTo>
                    <a:pt x="41" y="139"/>
                    <a:pt x="41" y="139"/>
                    <a:pt x="41" y="139"/>
                  </a:cubicBezTo>
                  <a:cubicBezTo>
                    <a:pt x="16" y="139"/>
                    <a:pt x="10" y="113"/>
                    <a:pt x="7" y="93"/>
                  </a:cubicBezTo>
                  <a:close/>
                  <a:moveTo>
                    <a:pt x="108" y="133"/>
                  </a:moveTo>
                  <a:cubicBezTo>
                    <a:pt x="106" y="133"/>
                    <a:pt x="104" y="134"/>
                    <a:pt x="102" y="135"/>
                  </a:cubicBezTo>
                  <a:cubicBezTo>
                    <a:pt x="99" y="136"/>
                    <a:pt x="95" y="137"/>
                    <a:pt x="92" y="138"/>
                  </a:cubicBezTo>
                  <a:cubicBezTo>
                    <a:pt x="99" y="138"/>
                    <a:pt x="104" y="136"/>
                    <a:pt x="108" y="133"/>
                  </a:cubicBezTo>
                  <a:close/>
                  <a:moveTo>
                    <a:pt x="7" y="86"/>
                  </a:moveTo>
                  <a:cubicBezTo>
                    <a:pt x="7" y="89"/>
                    <a:pt x="7" y="89"/>
                    <a:pt x="7" y="89"/>
                  </a:cubicBezTo>
                  <a:cubicBezTo>
                    <a:pt x="12" y="114"/>
                    <a:pt x="17" y="137"/>
                    <a:pt x="41" y="137"/>
                  </a:cubicBezTo>
                  <a:cubicBezTo>
                    <a:pt x="43" y="137"/>
                    <a:pt x="45" y="137"/>
                    <a:pt x="48" y="137"/>
                  </a:cubicBezTo>
                  <a:cubicBezTo>
                    <a:pt x="32" y="137"/>
                    <a:pt x="19" y="128"/>
                    <a:pt x="13" y="113"/>
                  </a:cubicBezTo>
                  <a:cubicBezTo>
                    <a:pt x="7" y="96"/>
                    <a:pt x="12" y="77"/>
                    <a:pt x="23" y="67"/>
                  </a:cubicBezTo>
                  <a:cubicBezTo>
                    <a:pt x="26" y="65"/>
                    <a:pt x="26" y="65"/>
                    <a:pt x="26" y="65"/>
                  </a:cubicBezTo>
                  <a:cubicBezTo>
                    <a:pt x="26" y="63"/>
                    <a:pt x="27" y="62"/>
                    <a:pt x="27" y="62"/>
                  </a:cubicBezTo>
                  <a:cubicBezTo>
                    <a:pt x="28" y="61"/>
                    <a:pt x="28" y="61"/>
                    <a:pt x="28" y="61"/>
                  </a:cubicBezTo>
                  <a:cubicBezTo>
                    <a:pt x="28" y="61"/>
                    <a:pt x="28" y="61"/>
                    <a:pt x="28" y="61"/>
                  </a:cubicBezTo>
                  <a:cubicBezTo>
                    <a:pt x="30" y="62"/>
                    <a:pt x="31" y="63"/>
                    <a:pt x="32" y="64"/>
                  </a:cubicBezTo>
                  <a:cubicBezTo>
                    <a:pt x="33" y="68"/>
                    <a:pt x="30" y="73"/>
                    <a:pt x="29" y="75"/>
                  </a:cubicBezTo>
                  <a:cubicBezTo>
                    <a:pt x="28" y="76"/>
                    <a:pt x="28" y="76"/>
                    <a:pt x="28" y="76"/>
                  </a:cubicBezTo>
                  <a:cubicBezTo>
                    <a:pt x="28" y="76"/>
                    <a:pt x="28" y="76"/>
                    <a:pt x="28" y="76"/>
                  </a:cubicBezTo>
                  <a:cubicBezTo>
                    <a:pt x="27" y="75"/>
                    <a:pt x="26" y="74"/>
                    <a:pt x="26" y="72"/>
                  </a:cubicBezTo>
                  <a:cubicBezTo>
                    <a:pt x="25" y="70"/>
                    <a:pt x="26" y="68"/>
                    <a:pt x="26" y="66"/>
                  </a:cubicBezTo>
                  <a:cubicBezTo>
                    <a:pt x="24" y="68"/>
                    <a:pt x="24" y="68"/>
                    <a:pt x="24" y="68"/>
                  </a:cubicBezTo>
                  <a:cubicBezTo>
                    <a:pt x="22" y="71"/>
                    <a:pt x="22" y="73"/>
                    <a:pt x="23" y="75"/>
                  </a:cubicBezTo>
                  <a:cubicBezTo>
                    <a:pt x="24" y="78"/>
                    <a:pt x="28" y="80"/>
                    <a:pt x="33" y="80"/>
                  </a:cubicBezTo>
                  <a:cubicBezTo>
                    <a:pt x="36" y="77"/>
                    <a:pt x="41" y="71"/>
                    <a:pt x="39" y="64"/>
                  </a:cubicBezTo>
                  <a:cubicBezTo>
                    <a:pt x="38" y="63"/>
                    <a:pt x="37" y="62"/>
                    <a:pt x="35" y="62"/>
                  </a:cubicBezTo>
                  <a:cubicBezTo>
                    <a:pt x="36" y="62"/>
                    <a:pt x="36" y="62"/>
                    <a:pt x="36" y="62"/>
                  </a:cubicBezTo>
                  <a:cubicBezTo>
                    <a:pt x="38" y="64"/>
                    <a:pt x="39" y="69"/>
                    <a:pt x="38" y="73"/>
                  </a:cubicBezTo>
                  <a:cubicBezTo>
                    <a:pt x="36" y="77"/>
                    <a:pt x="34" y="79"/>
                    <a:pt x="30" y="79"/>
                  </a:cubicBezTo>
                  <a:cubicBezTo>
                    <a:pt x="30" y="79"/>
                    <a:pt x="30" y="79"/>
                    <a:pt x="30" y="79"/>
                  </a:cubicBezTo>
                  <a:cubicBezTo>
                    <a:pt x="30" y="79"/>
                    <a:pt x="30" y="79"/>
                    <a:pt x="29" y="79"/>
                  </a:cubicBezTo>
                  <a:cubicBezTo>
                    <a:pt x="28" y="78"/>
                    <a:pt x="28" y="78"/>
                    <a:pt x="28" y="78"/>
                  </a:cubicBezTo>
                  <a:cubicBezTo>
                    <a:pt x="29" y="78"/>
                    <a:pt x="29" y="78"/>
                    <a:pt x="29" y="78"/>
                  </a:cubicBezTo>
                  <a:cubicBezTo>
                    <a:pt x="29" y="76"/>
                    <a:pt x="30" y="75"/>
                    <a:pt x="31" y="74"/>
                  </a:cubicBezTo>
                  <a:cubicBezTo>
                    <a:pt x="33" y="71"/>
                    <a:pt x="35" y="68"/>
                    <a:pt x="34" y="62"/>
                  </a:cubicBezTo>
                  <a:cubicBezTo>
                    <a:pt x="34" y="61"/>
                    <a:pt x="34" y="61"/>
                    <a:pt x="34" y="61"/>
                  </a:cubicBezTo>
                  <a:cubicBezTo>
                    <a:pt x="33" y="61"/>
                    <a:pt x="31" y="60"/>
                    <a:pt x="30" y="58"/>
                  </a:cubicBezTo>
                  <a:cubicBezTo>
                    <a:pt x="30" y="58"/>
                    <a:pt x="30" y="58"/>
                    <a:pt x="30" y="58"/>
                  </a:cubicBezTo>
                  <a:cubicBezTo>
                    <a:pt x="30" y="58"/>
                    <a:pt x="30" y="58"/>
                    <a:pt x="30" y="58"/>
                  </a:cubicBezTo>
                  <a:cubicBezTo>
                    <a:pt x="38" y="39"/>
                    <a:pt x="34" y="10"/>
                    <a:pt x="18" y="2"/>
                  </a:cubicBezTo>
                  <a:cubicBezTo>
                    <a:pt x="18" y="5"/>
                    <a:pt x="20" y="8"/>
                    <a:pt x="23" y="11"/>
                  </a:cubicBezTo>
                  <a:cubicBezTo>
                    <a:pt x="26" y="14"/>
                    <a:pt x="29" y="18"/>
                    <a:pt x="30" y="24"/>
                  </a:cubicBezTo>
                  <a:cubicBezTo>
                    <a:pt x="30" y="26"/>
                    <a:pt x="30" y="28"/>
                    <a:pt x="30" y="30"/>
                  </a:cubicBezTo>
                  <a:cubicBezTo>
                    <a:pt x="31" y="32"/>
                    <a:pt x="31" y="32"/>
                    <a:pt x="31" y="32"/>
                  </a:cubicBezTo>
                  <a:cubicBezTo>
                    <a:pt x="35" y="38"/>
                    <a:pt x="33" y="44"/>
                    <a:pt x="31" y="49"/>
                  </a:cubicBezTo>
                  <a:cubicBezTo>
                    <a:pt x="30" y="52"/>
                    <a:pt x="29" y="55"/>
                    <a:pt x="29" y="58"/>
                  </a:cubicBezTo>
                  <a:cubicBezTo>
                    <a:pt x="29" y="61"/>
                    <a:pt x="29" y="61"/>
                    <a:pt x="29" y="61"/>
                  </a:cubicBezTo>
                  <a:cubicBezTo>
                    <a:pt x="27" y="58"/>
                    <a:pt x="27" y="58"/>
                    <a:pt x="27" y="58"/>
                  </a:cubicBezTo>
                  <a:cubicBezTo>
                    <a:pt x="25" y="53"/>
                    <a:pt x="26" y="49"/>
                    <a:pt x="28" y="44"/>
                  </a:cubicBezTo>
                  <a:cubicBezTo>
                    <a:pt x="29" y="40"/>
                    <a:pt x="31" y="36"/>
                    <a:pt x="30" y="32"/>
                  </a:cubicBezTo>
                  <a:cubicBezTo>
                    <a:pt x="30" y="32"/>
                    <a:pt x="30" y="32"/>
                    <a:pt x="30" y="32"/>
                  </a:cubicBezTo>
                  <a:cubicBezTo>
                    <a:pt x="30" y="35"/>
                    <a:pt x="29" y="38"/>
                    <a:pt x="28" y="42"/>
                  </a:cubicBezTo>
                  <a:cubicBezTo>
                    <a:pt x="26" y="47"/>
                    <a:pt x="24" y="53"/>
                    <a:pt x="24" y="59"/>
                  </a:cubicBezTo>
                  <a:cubicBezTo>
                    <a:pt x="25" y="60"/>
                    <a:pt x="25" y="60"/>
                    <a:pt x="25" y="60"/>
                  </a:cubicBezTo>
                  <a:cubicBezTo>
                    <a:pt x="24" y="60"/>
                    <a:pt x="24" y="60"/>
                    <a:pt x="24" y="60"/>
                  </a:cubicBezTo>
                  <a:cubicBezTo>
                    <a:pt x="23" y="61"/>
                    <a:pt x="22" y="61"/>
                    <a:pt x="21" y="61"/>
                  </a:cubicBezTo>
                  <a:cubicBezTo>
                    <a:pt x="21" y="61"/>
                    <a:pt x="21" y="61"/>
                    <a:pt x="21" y="61"/>
                  </a:cubicBezTo>
                  <a:cubicBezTo>
                    <a:pt x="20" y="61"/>
                    <a:pt x="20" y="61"/>
                    <a:pt x="19" y="62"/>
                  </a:cubicBezTo>
                  <a:cubicBezTo>
                    <a:pt x="18" y="69"/>
                    <a:pt x="14" y="74"/>
                    <a:pt x="11" y="79"/>
                  </a:cubicBezTo>
                  <a:cubicBezTo>
                    <a:pt x="10" y="82"/>
                    <a:pt x="8" y="84"/>
                    <a:pt x="7" y="86"/>
                  </a:cubicBezTo>
                  <a:close/>
                  <a:moveTo>
                    <a:pt x="85" y="136"/>
                  </a:moveTo>
                  <a:cubicBezTo>
                    <a:pt x="86" y="136"/>
                    <a:pt x="87" y="137"/>
                    <a:pt x="89" y="137"/>
                  </a:cubicBezTo>
                  <a:cubicBezTo>
                    <a:pt x="93" y="137"/>
                    <a:pt x="97" y="135"/>
                    <a:pt x="101" y="133"/>
                  </a:cubicBezTo>
                  <a:cubicBezTo>
                    <a:pt x="105" y="132"/>
                    <a:pt x="108" y="131"/>
                    <a:pt x="110" y="131"/>
                  </a:cubicBezTo>
                  <a:cubicBezTo>
                    <a:pt x="111" y="131"/>
                    <a:pt x="111" y="131"/>
                    <a:pt x="111" y="131"/>
                  </a:cubicBezTo>
                  <a:cubicBezTo>
                    <a:pt x="113" y="129"/>
                    <a:pt x="116" y="127"/>
                    <a:pt x="118" y="126"/>
                  </a:cubicBezTo>
                  <a:cubicBezTo>
                    <a:pt x="120" y="125"/>
                    <a:pt x="122" y="125"/>
                    <a:pt x="123" y="124"/>
                  </a:cubicBezTo>
                  <a:cubicBezTo>
                    <a:pt x="122" y="124"/>
                    <a:pt x="122" y="123"/>
                    <a:pt x="121" y="123"/>
                  </a:cubicBezTo>
                  <a:cubicBezTo>
                    <a:pt x="117" y="123"/>
                    <a:pt x="111" y="126"/>
                    <a:pt x="106" y="129"/>
                  </a:cubicBezTo>
                  <a:cubicBezTo>
                    <a:pt x="99" y="132"/>
                    <a:pt x="92" y="136"/>
                    <a:pt x="85" y="136"/>
                  </a:cubicBezTo>
                  <a:close/>
                  <a:moveTo>
                    <a:pt x="64" y="126"/>
                  </a:moveTo>
                  <a:cubicBezTo>
                    <a:pt x="65" y="126"/>
                    <a:pt x="66" y="126"/>
                    <a:pt x="67" y="127"/>
                  </a:cubicBezTo>
                  <a:cubicBezTo>
                    <a:pt x="68" y="128"/>
                    <a:pt x="69" y="128"/>
                    <a:pt x="70" y="128"/>
                  </a:cubicBezTo>
                  <a:cubicBezTo>
                    <a:pt x="70" y="128"/>
                    <a:pt x="70" y="128"/>
                    <a:pt x="70" y="128"/>
                  </a:cubicBezTo>
                  <a:cubicBezTo>
                    <a:pt x="70" y="128"/>
                    <a:pt x="71" y="128"/>
                    <a:pt x="71" y="127"/>
                  </a:cubicBezTo>
                  <a:cubicBezTo>
                    <a:pt x="72" y="125"/>
                    <a:pt x="75" y="121"/>
                    <a:pt x="74" y="118"/>
                  </a:cubicBezTo>
                  <a:cubicBezTo>
                    <a:pt x="74" y="117"/>
                    <a:pt x="73" y="116"/>
                    <a:pt x="72" y="115"/>
                  </a:cubicBezTo>
                  <a:cubicBezTo>
                    <a:pt x="70" y="114"/>
                    <a:pt x="70" y="114"/>
                    <a:pt x="70" y="114"/>
                  </a:cubicBezTo>
                  <a:cubicBezTo>
                    <a:pt x="70" y="114"/>
                    <a:pt x="70" y="114"/>
                    <a:pt x="70" y="114"/>
                  </a:cubicBezTo>
                  <a:cubicBezTo>
                    <a:pt x="70" y="116"/>
                    <a:pt x="67" y="118"/>
                    <a:pt x="64" y="118"/>
                  </a:cubicBezTo>
                  <a:cubicBezTo>
                    <a:pt x="64" y="118"/>
                    <a:pt x="64" y="118"/>
                    <a:pt x="64" y="118"/>
                  </a:cubicBezTo>
                  <a:lnTo>
                    <a:pt x="64" y="126"/>
                  </a:lnTo>
                  <a:close/>
                  <a:moveTo>
                    <a:pt x="75" y="116"/>
                  </a:moveTo>
                  <a:cubicBezTo>
                    <a:pt x="75" y="117"/>
                    <a:pt x="75" y="117"/>
                    <a:pt x="75" y="118"/>
                  </a:cubicBezTo>
                  <a:cubicBezTo>
                    <a:pt x="76" y="121"/>
                    <a:pt x="74" y="125"/>
                    <a:pt x="72" y="128"/>
                  </a:cubicBezTo>
                  <a:cubicBezTo>
                    <a:pt x="75" y="126"/>
                    <a:pt x="77" y="121"/>
                    <a:pt x="77" y="118"/>
                  </a:cubicBezTo>
                  <a:cubicBezTo>
                    <a:pt x="76" y="118"/>
                    <a:pt x="76" y="117"/>
                    <a:pt x="75" y="116"/>
                  </a:cubicBezTo>
                  <a:close/>
                  <a:moveTo>
                    <a:pt x="70" y="114"/>
                  </a:moveTo>
                  <a:cubicBezTo>
                    <a:pt x="72" y="114"/>
                    <a:pt x="72" y="114"/>
                    <a:pt x="72" y="114"/>
                  </a:cubicBezTo>
                  <a:cubicBezTo>
                    <a:pt x="76" y="115"/>
                    <a:pt x="78" y="117"/>
                    <a:pt x="78" y="118"/>
                  </a:cubicBezTo>
                  <a:cubicBezTo>
                    <a:pt x="79" y="121"/>
                    <a:pt x="77" y="125"/>
                    <a:pt x="74" y="128"/>
                  </a:cubicBezTo>
                  <a:cubicBezTo>
                    <a:pt x="79" y="126"/>
                    <a:pt x="79" y="122"/>
                    <a:pt x="79" y="120"/>
                  </a:cubicBezTo>
                  <a:cubicBezTo>
                    <a:pt x="79" y="116"/>
                    <a:pt x="76" y="110"/>
                    <a:pt x="72" y="110"/>
                  </a:cubicBezTo>
                  <a:cubicBezTo>
                    <a:pt x="71" y="110"/>
                    <a:pt x="69" y="111"/>
                    <a:pt x="68" y="113"/>
                  </a:cubicBezTo>
                  <a:cubicBezTo>
                    <a:pt x="69" y="113"/>
                    <a:pt x="69" y="113"/>
                    <a:pt x="70" y="114"/>
                  </a:cubicBezTo>
                  <a:close/>
                  <a:moveTo>
                    <a:pt x="122" y="122"/>
                  </a:moveTo>
                  <a:cubicBezTo>
                    <a:pt x="123" y="122"/>
                    <a:pt x="124" y="122"/>
                    <a:pt x="125" y="123"/>
                  </a:cubicBezTo>
                  <a:cubicBezTo>
                    <a:pt x="126" y="123"/>
                    <a:pt x="126" y="123"/>
                    <a:pt x="126" y="123"/>
                  </a:cubicBezTo>
                  <a:cubicBezTo>
                    <a:pt x="125" y="124"/>
                    <a:pt x="125" y="124"/>
                    <a:pt x="125" y="124"/>
                  </a:cubicBezTo>
                  <a:cubicBezTo>
                    <a:pt x="125" y="124"/>
                    <a:pt x="124" y="125"/>
                    <a:pt x="123" y="125"/>
                  </a:cubicBezTo>
                  <a:cubicBezTo>
                    <a:pt x="127" y="124"/>
                    <a:pt x="131" y="123"/>
                    <a:pt x="136" y="123"/>
                  </a:cubicBezTo>
                  <a:cubicBezTo>
                    <a:pt x="139" y="123"/>
                    <a:pt x="141" y="123"/>
                    <a:pt x="143" y="124"/>
                  </a:cubicBezTo>
                  <a:cubicBezTo>
                    <a:pt x="140" y="122"/>
                    <a:pt x="136" y="121"/>
                    <a:pt x="131" y="121"/>
                  </a:cubicBezTo>
                  <a:cubicBezTo>
                    <a:pt x="128" y="121"/>
                    <a:pt x="125" y="121"/>
                    <a:pt x="122" y="122"/>
                  </a:cubicBezTo>
                  <a:close/>
                  <a:moveTo>
                    <a:pt x="72" y="109"/>
                  </a:moveTo>
                  <a:cubicBezTo>
                    <a:pt x="77" y="109"/>
                    <a:pt x="81" y="115"/>
                    <a:pt x="81" y="120"/>
                  </a:cubicBezTo>
                  <a:cubicBezTo>
                    <a:pt x="81" y="121"/>
                    <a:pt x="81" y="122"/>
                    <a:pt x="81" y="123"/>
                  </a:cubicBezTo>
                  <a:cubicBezTo>
                    <a:pt x="82" y="121"/>
                    <a:pt x="82" y="118"/>
                    <a:pt x="81" y="114"/>
                  </a:cubicBezTo>
                  <a:cubicBezTo>
                    <a:pt x="79" y="110"/>
                    <a:pt x="75" y="108"/>
                    <a:pt x="71" y="109"/>
                  </a:cubicBezTo>
                  <a:cubicBezTo>
                    <a:pt x="72" y="109"/>
                    <a:pt x="72" y="109"/>
                    <a:pt x="72" y="109"/>
                  </a:cubicBezTo>
                  <a:close/>
                  <a:moveTo>
                    <a:pt x="36" y="65"/>
                  </a:moveTo>
                  <a:cubicBezTo>
                    <a:pt x="36" y="69"/>
                    <a:pt x="34" y="72"/>
                    <a:pt x="32" y="74"/>
                  </a:cubicBezTo>
                  <a:cubicBezTo>
                    <a:pt x="32" y="75"/>
                    <a:pt x="31" y="76"/>
                    <a:pt x="31" y="77"/>
                  </a:cubicBezTo>
                  <a:cubicBezTo>
                    <a:pt x="34" y="77"/>
                    <a:pt x="36" y="74"/>
                    <a:pt x="36" y="73"/>
                  </a:cubicBezTo>
                  <a:cubicBezTo>
                    <a:pt x="37" y="70"/>
                    <a:pt x="37" y="67"/>
                    <a:pt x="36" y="65"/>
                  </a:cubicBezTo>
                  <a:close/>
                  <a:moveTo>
                    <a:pt x="28" y="63"/>
                  </a:moveTo>
                  <a:cubicBezTo>
                    <a:pt x="27" y="65"/>
                    <a:pt x="27" y="69"/>
                    <a:pt x="27" y="72"/>
                  </a:cubicBezTo>
                  <a:cubicBezTo>
                    <a:pt x="27" y="73"/>
                    <a:pt x="28" y="73"/>
                    <a:pt x="28" y="74"/>
                  </a:cubicBezTo>
                  <a:cubicBezTo>
                    <a:pt x="30" y="71"/>
                    <a:pt x="32" y="67"/>
                    <a:pt x="31" y="65"/>
                  </a:cubicBezTo>
                  <a:cubicBezTo>
                    <a:pt x="30" y="64"/>
                    <a:pt x="30" y="63"/>
                    <a:pt x="28" y="63"/>
                  </a:cubicBezTo>
                  <a:close/>
                  <a:moveTo>
                    <a:pt x="32" y="36"/>
                  </a:moveTo>
                  <a:cubicBezTo>
                    <a:pt x="31" y="39"/>
                    <a:pt x="30" y="42"/>
                    <a:pt x="29" y="44"/>
                  </a:cubicBezTo>
                  <a:cubicBezTo>
                    <a:pt x="28" y="48"/>
                    <a:pt x="27" y="51"/>
                    <a:pt x="28" y="55"/>
                  </a:cubicBezTo>
                  <a:cubicBezTo>
                    <a:pt x="28" y="53"/>
                    <a:pt x="29" y="51"/>
                    <a:pt x="29" y="49"/>
                  </a:cubicBezTo>
                  <a:cubicBezTo>
                    <a:pt x="31" y="45"/>
                    <a:pt x="32" y="41"/>
                    <a:pt x="32" y="36"/>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91" name="Voľný tvar 47"/>
            <p:cNvSpPr>
              <a:spLocks noEditPoints="1"/>
            </p:cNvSpPr>
            <p:nvPr/>
          </p:nvSpPr>
          <p:spPr bwMode="auto">
            <a:xfrm>
              <a:off x="895350" y="3316288"/>
              <a:ext cx="363538" cy="328613"/>
            </a:xfrm>
            <a:custGeom>
              <a:avLst/>
              <a:gdLst>
                <a:gd name="T0" fmla="*/ 50 w 161"/>
                <a:gd name="T1" fmla="*/ 8 h 146"/>
                <a:gd name="T2" fmla="*/ 60 w 161"/>
                <a:gd name="T3" fmla="*/ 25 h 146"/>
                <a:gd name="T4" fmla="*/ 54 w 161"/>
                <a:gd name="T5" fmla="*/ 17 h 146"/>
                <a:gd name="T6" fmla="*/ 63 w 161"/>
                <a:gd name="T7" fmla="*/ 34 h 146"/>
                <a:gd name="T8" fmla="*/ 49 w 161"/>
                <a:gd name="T9" fmla="*/ 37 h 146"/>
                <a:gd name="T10" fmla="*/ 41 w 161"/>
                <a:gd name="T11" fmla="*/ 13 h 146"/>
                <a:gd name="T12" fmla="*/ 16 w 161"/>
                <a:gd name="T13" fmla="*/ 62 h 146"/>
                <a:gd name="T14" fmla="*/ 34 w 161"/>
                <a:gd name="T15" fmla="*/ 92 h 146"/>
                <a:gd name="T16" fmla="*/ 27 w 161"/>
                <a:gd name="T17" fmla="*/ 146 h 146"/>
                <a:gd name="T18" fmla="*/ 33 w 161"/>
                <a:gd name="T19" fmla="*/ 104 h 146"/>
                <a:gd name="T20" fmla="*/ 26 w 161"/>
                <a:gd name="T21" fmla="*/ 102 h 146"/>
                <a:gd name="T22" fmla="*/ 30 w 161"/>
                <a:gd name="T23" fmla="*/ 101 h 146"/>
                <a:gd name="T24" fmla="*/ 4 w 161"/>
                <a:gd name="T25" fmla="*/ 60 h 146"/>
                <a:gd name="T26" fmla="*/ 41 w 161"/>
                <a:gd name="T27" fmla="*/ 10 h 146"/>
                <a:gd name="T28" fmla="*/ 51 w 161"/>
                <a:gd name="T29" fmla="*/ 4 h 146"/>
                <a:gd name="T30" fmla="*/ 145 w 161"/>
                <a:gd name="T31" fmla="*/ 13 h 146"/>
                <a:gd name="T32" fmla="*/ 142 w 161"/>
                <a:gd name="T33" fmla="*/ 0 h 146"/>
                <a:gd name="T34" fmla="*/ 141 w 161"/>
                <a:gd name="T35" fmla="*/ 33 h 146"/>
                <a:gd name="T36" fmla="*/ 50 w 161"/>
                <a:gd name="T37" fmla="*/ 8 h 146"/>
                <a:gd name="T38" fmla="*/ 137 w 161"/>
                <a:gd name="T39" fmla="*/ 31 h 146"/>
                <a:gd name="T40" fmla="*/ 148 w 161"/>
                <a:gd name="T41" fmla="*/ 16 h 146"/>
                <a:gd name="T42" fmla="*/ 70 w 161"/>
                <a:gd name="T43" fmla="*/ 8 h 146"/>
                <a:gd name="T44" fmla="*/ 137 w 161"/>
                <a:gd name="T45" fmla="*/ 31 h 146"/>
                <a:gd name="T46" fmla="*/ 26 w 161"/>
                <a:gd name="T47" fmla="*/ 84 h 146"/>
                <a:gd name="T48" fmla="*/ 22 w 161"/>
                <a:gd name="T49" fmla="*/ 16 h 146"/>
                <a:gd name="T50" fmla="*/ 26 w 161"/>
                <a:gd name="T51" fmla="*/ 84 h 146"/>
                <a:gd name="T52" fmla="*/ 57 w 161"/>
                <a:gd name="T53" fmla="*/ 28 h 146"/>
                <a:gd name="T54" fmla="*/ 46 w 161"/>
                <a:gd name="T55" fmla="*/ 16 h 146"/>
                <a:gd name="T56" fmla="*/ 57 w 161"/>
                <a:gd name="T57" fmla="*/ 28 h 146"/>
                <a:gd name="T58" fmla="*/ 57 w 161"/>
                <a:gd name="T59" fmla="*/ 31 h 146"/>
                <a:gd name="T60" fmla="*/ 46 w 161"/>
                <a:gd name="T61" fmla="*/ 28 h 146"/>
                <a:gd name="T62" fmla="*/ 57 w 161"/>
                <a:gd name="T63" fmla="*/ 31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1" h="146">
                  <a:moveTo>
                    <a:pt x="50" y="8"/>
                  </a:moveTo>
                  <a:cubicBezTo>
                    <a:pt x="55" y="14"/>
                    <a:pt x="53" y="20"/>
                    <a:pt x="60" y="25"/>
                  </a:cubicBezTo>
                  <a:cubicBezTo>
                    <a:pt x="62" y="23"/>
                    <a:pt x="58" y="18"/>
                    <a:pt x="54" y="17"/>
                  </a:cubicBezTo>
                  <a:cubicBezTo>
                    <a:pt x="64" y="13"/>
                    <a:pt x="65" y="25"/>
                    <a:pt x="63" y="34"/>
                  </a:cubicBezTo>
                  <a:cubicBezTo>
                    <a:pt x="59" y="36"/>
                    <a:pt x="55" y="37"/>
                    <a:pt x="49" y="37"/>
                  </a:cubicBezTo>
                  <a:cubicBezTo>
                    <a:pt x="43" y="31"/>
                    <a:pt x="43" y="19"/>
                    <a:pt x="41" y="13"/>
                  </a:cubicBezTo>
                  <a:cubicBezTo>
                    <a:pt x="14" y="14"/>
                    <a:pt x="9" y="41"/>
                    <a:pt x="16" y="62"/>
                  </a:cubicBezTo>
                  <a:cubicBezTo>
                    <a:pt x="19" y="72"/>
                    <a:pt x="30" y="81"/>
                    <a:pt x="34" y="92"/>
                  </a:cubicBezTo>
                  <a:cubicBezTo>
                    <a:pt x="41" y="111"/>
                    <a:pt x="38" y="129"/>
                    <a:pt x="27" y="146"/>
                  </a:cubicBezTo>
                  <a:cubicBezTo>
                    <a:pt x="28" y="137"/>
                    <a:pt x="39" y="121"/>
                    <a:pt x="33" y="104"/>
                  </a:cubicBezTo>
                  <a:cubicBezTo>
                    <a:pt x="31" y="102"/>
                    <a:pt x="29" y="102"/>
                    <a:pt x="26" y="102"/>
                  </a:cubicBezTo>
                  <a:cubicBezTo>
                    <a:pt x="26" y="100"/>
                    <a:pt x="28" y="101"/>
                    <a:pt x="30" y="101"/>
                  </a:cubicBezTo>
                  <a:cubicBezTo>
                    <a:pt x="28" y="89"/>
                    <a:pt x="7" y="79"/>
                    <a:pt x="4" y="60"/>
                  </a:cubicBezTo>
                  <a:cubicBezTo>
                    <a:pt x="1" y="34"/>
                    <a:pt x="12" y="6"/>
                    <a:pt x="41" y="10"/>
                  </a:cubicBezTo>
                  <a:cubicBezTo>
                    <a:pt x="45" y="9"/>
                    <a:pt x="47" y="5"/>
                    <a:pt x="51" y="4"/>
                  </a:cubicBezTo>
                  <a:cubicBezTo>
                    <a:pt x="86" y="1"/>
                    <a:pt x="128" y="46"/>
                    <a:pt x="145" y="13"/>
                  </a:cubicBezTo>
                  <a:cubicBezTo>
                    <a:pt x="146" y="6"/>
                    <a:pt x="144" y="3"/>
                    <a:pt x="142" y="0"/>
                  </a:cubicBezTo>
                  <a:cubicBezTo>
                    <a:pt x="161" y="2"/>
                    <a:pt x="149" y="29"/>
                    <a:pt x="141" y="33"/>
                  </a:cubicBezTo>
                  <a:cubicBezTo>
                    <a:pt x="111" y="47"/>
                    <a:pt x="71" y="4"/>
                    <a:pt x="50" y="8"/>
                  </a:cubicBezTo>
                  <a:close/>
                  <a:moveTo>
                    <a:pt x="137" y="31"/>
                  </a:moveTo>
                  <a:cubicBezTo>
                    <a:pt x="142" y="29"/>
                    <a:pt x="151" y="17"/>
                    <a:pt x="148" y="16"/>
                  </a:cubicBezTo>
                  <a:cubicBezTo>
                    <a:pt x="130" y="43"/>
                    <a:pt x="93" y="14"/>
                    <a:pt x="70" y="8"/>
                  </a:cubicBezTo>
                  <a:cubicBezTo>
                    <a:pt x="87" y="21"/>
                    <a:pt x="105" y="33"/>
                    <a:pt x="137" y="31"/>
                  </a:cubicBezTo>
                  <a:close/>
                  <a:moveTo>
                    <a:pt x="26" y="84"/>
                  </a:moveTo>
                  <a:cubicBezTo>
                    <a:pt x="10" y="71"/>
                    <a:pt x="7" y="27"/>
                    <a:pt x="22" y="16"/>
                  </a:cubicBezTo>
                  <a:cubicBezTo>
                    <a:pt x="0" y="29"/>
                    <a:pt x="5" y="78"/>
                    <a:pt x="26" y="84"/>
                  </a:cubicBezTo>
                  <a:close/>
                  <a:moveTo>
                    <a:pt x="57" y="28"/>
                  </a:moveTo>
                  <a:cubicBezTo>
                    <a:pt x="55" y="22"/>
                    <a:pt x="53" y="16"/>
                    <a:pt x="46" y="16"/>
                  </a:cubicBezTo>
                  <a:cubicBezTo>
                    <a:pt x="46" y="23"/>
                    <a:pt x="50" y="27"/>
                    <a:pt x="57" y="28"/>
                  </a:cubicBezTo>
                  <a:close/>
                  <a:moveTo>
                    <a:pt x="57" y="31"/>
                  </a:moveTo>
                  <a:cubicBezTo>
                    <a:pt x="51" y="33"/>
                    <a:pt x="49" y="24"/>
                    <a:pt x="46" y="28"/>
                  </a:cubicBezTo>
                  <a:cubicBezTo>
                    <a:pt x="47" y="31"/>
                    <a:pt x="56" y="40"/>
                    <a:pt x="57" y="31"/>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92" name="Voľný tvar 48"/>
            <p:cNvSpPr>
              <a:spLocks noEditPoints="1"/>
            </p:cNvSpPr>
            <p:nvPr/>
          </p:nvSpPr>
          <p:spPr bwMode="auto">
            <a:xfrm>
              <a:off x="903288" y="3313113"/>
              <a:ext cx="336550" cy="338138"/>
            </a:xfrm>
            <a:custGeom>
              <a:avLst/>
              <a:gdLst>
                <a:gd name="T0" fmla="*/ 81 w 150"/>
                <a:gd name="T1" fmla="*/ 22 h 150"/>
                <a:gd name="T2" fmla="*/ 52 w 150"/>
                <a:gd name="T3" fmla="*/ 17 h 150"/>
                <a:gd name="T4" fmla="*/ 60 w 150"/>
                <a:gd name="T5" fmla="*/ 35 h 150"/>
                <a:gd name="T6" fmla="*/ 45 w 150"/>
                <a:gd name="T7" fmla="*/ 39 h 150"/>
                <a:gd name="T8" fmla="*/ 39 w 150"/>
                <a:gd name="T9" fmla="*/ 20 h 150"/>
                <a:gd name="T10" fmla="*/ 14 w 150"/>
                <a:gd name="T11" fmla="*/ 63 h 150"/>
                <a:gd name="T12" fmla="*/ 25 w 150"/>
                <a:gd name="T13" fmla="*/ 148 h 150"/>
                <a:gd name="T14" fmla="*/ 26 w 150"/>
                <a:gd name="T15" fmla="*/ 137 h 150"/>
                <a:gd name="T16" fmla="*/ 23 w 150"/>
                <a:gd name="T17" fmla="*/ 104 h 150"/>
                <a:gd name="T18" fmla="*/ 26 w 150"/>
                <a:gd name="T19" fmla="*/ 101 h 150"/>
                <a:gd name="T20" fmla="*/ 1 w 150"/>
                <a:gd name="T21" fmla="*/ 61 h 150"/>
                <a:gd name="T22" fmla="*/ 38 w 150"/>
                <a:gd name="T23" fmla="*/ 10 h 150"/>
                <a:gd name="T24" fmla="*/ 91 w 150"/>
                <a:gd name="T25" fmla="*/ 16 h 150"/>
                <a:gd name="T26" fmla="*/ 139 w 150"/>
                <a:gd name="T27" fmla="*/ 2 h 150"/>
                <a:gd name="T28" fmla="*/ 150 w 150"/>
                <a:gd name="T29" fmla="*/ 12 h 150"/>
                <a:gd name="T30" fmla="*/ 82 w 150"/>
                <a:gd name="T31" fmla="*/ 20 h 150"/>
                <a:gd name="T32" fmla="*/ 141 w 150"/>
                <a:gd name="T33" fmla="*/ 2 h 150"/>
                <a:gd name="T34" fmla="*/ 143 w 150"/>
                <a:gd name="T35" fmla="*/ 14 h 150"/>
                <a:gd name="T36" fmla="*/ 44 w 150"/>
                <a:gd name="T37" fmla="*/ 9 h 150"/>
                <a:gd name="T38" fmla="*/ 38 w 150"/>
                <a:gd name="T39" fmla="*/ 12 h 150"/>
                <a:gd name="T40" fmla="*/ 2 w 150"/>
                <a:gd name="T41" fmla="*/ 60 h 150"/>
                <a:gd name="T42" fmla="*/ 28 w 150"/>
                <a:gd name="T43" fmla="*/ 102 h 150"/>
                <a:gd name="T44" fmla="*/ 30 w 150"/>
                <a:gd name="T45" fmla="*/ 104 h 150"/>
                <a:gd name="T46" fmla="*/ 32 w 150"/>
                <a:gd name="T47" fmla="*/ 116 h 150"/>
                <a:gd name="T48" fmla="*/ 31 w 150"/>
                <a:gd name="T49" fmla="*/ 93 h 150"/>
                <a:gd name="T50" fmla="*/ 11 w 150"/>
                <a:gd name="T51" fmla="*/ 61 h 150"/>
                <a:gd name="T52" fmla="*/ 23 w 150"/>
                <a:gd name="T53" fmla="*/ 85 h 150"/>
                <a:gd name="T54" fmla="*/ 19 w 150"/>
                <a:gd name="T55" fmla="*/ 17 h 150"/>
                <a:gd name="T56" fmla="*/ 39 w 150"/>
                <a:gd name="T57" fmla="*/ 13 h 150"/>
                <a:gd name="T58" fmla="*/ 42 w 150"/>
                <a:gd name="T59" fmla="*/ 29 h 150"/>
                <a:gd name="T60" fmla="*/ 48 w 150"/>
                <a:gd name="T61" fmla="*/ 29 h 150"/>
                <a:gd name="T62" fmla="*/ 55 w 150"/>
                <a:gd name="T63" fmla="*/ 32 h 150"/>
                <a:gd name="T64" fmla="*/ 42 w 150"/>
                <a:gd name="T65" fmla="*/ 30 h 150"/>
                <a:gd name="T66" fmla="*/ 60 w 150"/>
                <a:gd name="T67" fmla="*/ 27 h 150"/>
                <a:gd name="T68" fmla="*/ 58 w 150"/>
                <a:gd name="T69" fmla="*/ 25 h 150"/>
                <a:gd name="T70" fmla="*/ 56 w 150"/>
                <a:gd name="T71" fmla="*/ 27 h 150"/>
                <a:gd name="T72" fmla="*/ 50 w 150"/>
                <a:gd name="T73" fmla="*/ 18 h 150"/>
                <a:gd name="T74" fmla="*/ 45 w 150"/>
                <a:gd name="T75" fmla="*/ 9 h 150"/>
                <a:gd name="T76" fmla="*/ 57 w 150"/>
                <a:gd name="T77" fmla="*/ 25 h 150"/>
                <a:gd name="T78" fmla="*/ 53 w 150"/>
                <a:gd name="T79" fmla="*/ 33 h 150"/>
                <a:gd name="T80" fmla="*/ 44 w 150"/>
                <a:gd name="T81" fmla="*/ 29 h 150"/>
                <a:gd name="T82" fmla="*/ 8 w 150"/>
                <a:gd name="T83" fmla="*/ 46 h 150"/>
                <a:gd name="T84" fmla="*/ 146 w 150"/>
                <a:gd name="T85" fmla="*/ 18 h 150"/>
                <a:gd name="T86" fmla="*/ 134 w 150"/>
                <a:gd name="T87" fmla="*/ 33 h 150"/>
                <a:gd name="T88" fmla="*/ 67 w 150"/>
                <a:gd name="T89" fmla="*/ 9 h 150"/>
                <a:gd name="T90" fmla="*/ 145 w 150"/>
                <a:gd name="T91" fmla="*/ 16 h 150"/>
                <a:gd name="T92" fmla="*/ 133 w 150"/>
                <a:gd name="T93" fmla="*/ 31 h 150"/>
                <a:gd name="T94" fmla="*/ 71 w 150"/>
                <a:gd name="T95" fmla="*/ 11 h 150"/>
                <a:gd name="T96" fmla="*/ 54 w 150"/>
                <a:gd name="T97" fmla="*/ 30 h 150"/>
                <a:gd name="T98" fmla="*/ 43 w 150"/>
                <a:gd name="T99" fmla="*/ 16 h 150"/>
                <a:gd name="T100" fmla="*/ 43 w 150"/>
                <a:gd name="T101" fmla="*/ 1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0" h="150">
                  <a:moveTo>
                    <a:pt x="150" y="12"/>
                  </a:moveTo>
                  <a:cubicBezTo>
                    <a:pt x="150" y="20"/>
                    <a:pt x="143" y="32"/>
                    <a:pt x="138" y="34"/>
                  </a:cubicBezTo>
                  <a:cubicBezTo>
                    <a:pt x="120" y="43"/>
                    <a:pt x="99" y="32"/>
                    <a:pt x="81" y="22"/>
                  </a:cubicBezTo>
                  <a:cubicBezTo>
                    <a:pt x="69" y="15"/>
                    <a:pt x="57" y="9"/>
                    <a:pt x="48" y="10"/>
                  </a:cubicBezTo>
                  <a:cubicBezTo>
                    <a:pt x="50" y="12"/>
                    <a:pt x="51" y="15"/>
                    <a:pt x="52" y="17"/>
                  </a:cubicBezTo>
                  <a:cubicBezTo>
                    <a:pt x="52" y="17"/>
                    <a:pt x="52" y="17"/>
                    <a:pt x="52" y="17"/>
                  </a:cubicBezTo>
                  <a:cubicBezTo>
                    <a:pt x="54" y="16"/>
                    <a:pt x="56" y="16"/>
                    <a:pt x="58" y="17"/>
                  </a:cubicBezTo>
                  <a:cubicBezTo>
                    <a:pt x="61" y="19"/>
                    <a:pt x="61" y="24"/>
                    <a:pt x="61" y="27"/>
                  </a:cubicBezTo>
                  <a:cubicBezTo>
                    <a:pt x="61" y="30"/>
                    <a:pt x="61" y="33"/>
                    <a:pt x="60" y="35"/>
                  </a:cubicBezTo>
                  <a:cubicBezTo>
                    <a:pt x="60" y="35"/>
                    <a:pt x="60" y="35"/>
                    <a:pt x="60" y="35"/>
                  </a:cubicBezTo>
                  <a:cubicBezTo>
                    <a:pt x="60" y="36"/>
                    <a:pt x="60" y="36"/>
                    <a:pt x="60" y="36"/>
                  </a:cubicBezTo>
                  <a:cubicBezTo>
                    <a:pt x="57" y="38"/>
                    <a:pt x="52" y="39"/>
                    <a:pt x="45" y="39"/>
                  </a:cubicBezTo>
                  <a:cubicBezTo>
                    <a:pt x="45" y="39"/>
                    <a:pt x="45" y="39"/>
                    <a:pt x="45" y="39"/>
                  </a:cubicBezTo>
                  <a:cubicBezTo>
                    <a:pt x="45" y="38"/>
                    <a:pt x="45" y="38"/>
                    <a:pt x="45" y="38"/>
                  </a:cubicBezTo>
                  <a:cubicBezTo>
                    <a:pt x="41" y="34"/>
                    <a:pt x="40" y="26"/>
                    <a:pt x="39" y="20"/>
                  </a:cubicBezTo>
                  <a:cubicBezTo>
                    <a:pt x="39" y="18"/>
                    <a:pt x="38" y="16"/>
                    <a:pt x="38" y="14"/>
                  </a:cubicBezTo>
                  <a:cubicBezTo>
                    <a:pt x="21" y="15"/>
                    <a:pt x="11" y="27"/>
                    <a:pt x="11" y="47"/>
                  </a:cubicBezTo>
                  <a:cubicBezTo>
                    <a:pt x="11" y="52"/>
                    <a:pt x="12" y="58"/>
                    <a:pt x="14" y="63"/>
                  </a:cubicBezTo>
                  <a:cubicBezTo>
                    <a:pt x="15" y="68"/>
                    <a:pt x="18" y="72"/>
                    <a:pt x="22" y="77"/>
                  </a:cubicBezTo>
                  <a:cubicBezTo>
                    <a:pt x="26" y="82"/>
                    <a:pt x="30" y="87"/>
                    <a:pt x="32" y="93"/>
                  </a:cubicBezTo>
                  <a:cubicBezTo>
                    <a:pt x="39" y="111"/>
                    <a:pt x="36" y="130"/>
                    <a:pt x="25" y="148"/>
                  </a:cubicBezTo>
                  <a:cubicBezTo>
                    <a:pt x="23" y="150"/>
                    <a:pt x="23" y="150"/>
                    <a:pt x="23" y="150"/>
                  </a:cubicBezTo>
                  <a:cubicBezTo>
                    <a:pt x="23" y="147"/>
                    <a:pt x="23" y="147"/>
                    <a:pt x="23" y="147"/>
                  </a:cubicBezTo>
                  <a:cubicBezTo>
                    <a:pt x="24" y="144"/>
                    <a:pt x="25" y="141"/>
                    <a:pt x="26" y="137"/>
                  </a:cubicBezTo>
                  <a:cubicBezTo>
                    <a:pt x="28" y="131"/>
                    <a:pt x="31" y="123"/>
                    <a:pt x="31" y="116"/>
                  </a:cubicBezTo>
                  <a:cubicBezTo>
                    <a:pt x="31" y="112"/>
                    <a:pt x="30" y="108"/>
                    <a:pt x="29" y="105"/>
                  </a:cubicBezTo>
                  <a:cubicBezTo>
                    <a:pt x="28" y="104"/>
                    <a:pt x="26" y="104"/>
                    <a:pt x="23" y="104"/>
                  </a:cubicBezTo>
                  <a:cubicBezTo>
                    <a:pt x="22" y="104"/>
                    <a:pt x="22" y="104"/>
                    <a:pt x="22" y="104"/>
                  </a:cubicBezTo>
                  <a:cubicBezTo>
                    <a:pt x="22" y="103"/>
                    <a:pt x="22" y="103"/>
                    <a:pt x="22" y="103"/>
                  </a:cubicBezTo>
                  <a:cubicBezTo>
                    <a:pt x="22" y="101"/>
                    <a:pt x="24" y="101"/>
                    <a:pt x="26" y="101"/>
                  </a:cubicBezTo>
                  <a:cubicBezTo>
                    <a:pt x="26" y="101"/>
                    <a:pt x="26" y="101"/>
                    <a:pt x="26" y="101"/>
                  </a:cubicBezTo>
                  <a:cubicBezTo>
                    <a:pt x="25" y="97"/>
                    <a:pt x="21" y="93"/>
                    <a:pt x="17" y="88"/>
                  </a:cubicBezTo>
                  <a:cubicBezTo>
                    <a:pt x="10" y="81"/>
                    <a:pt x="2" y="72"/>
                    <a:pt x="1" y="61"/>
                  </a:cubicBezTo>
                  <a:cubicBezTo>
                    <a:pt x="0" y="58"/>
                    <a:pt x="0" y="55"/>
                    <a:pt x="0" y="52"/>
                  </a:cubicBezTo>
                  <a:cubicBezTo>
                    <a:pt x="0" y="37"/>
                    <a:pt x="5" y="24"/>
                    <a:pt x="13" y="17"/>
                  </a:cubicBezTo>
                  <a:cubicBezTo>
                    <a:pt x="20" y="11"/>
                    <a:pt x="28" y="9"/>
                    <a:pt x="38" y="10"/>
                  </a:cubicBezTo>
                  <a:cubicBezTo>
                    <a:pt x="40" y="10"/>
                    <a:pt x="41" y="9"/>
                    <a:pt x="43" y="7"/>
                  </a:cubicBezTo>
                  <a:cubicBezTo>
                    <a:pt x="44" y="6"/>
                    <a:pt x="46" y="5"/>
                    <a:pt x="48" y="4"/>
                  </a:cubicBezTo>
                  <a:cubicBezTo>
                    <a:pt x="62" y="3"/>
                    <a:pt x="77" y="9"/>
                    <a:pt x="91" y="16"/>
                  </a:cubicBezTo>
                  <a:cubicBezTo>
                    <a:pt x="113" y="25"/>
                    <a:pt x="131" y="33"/>
                    <a:pt x="141" y="13"/>
                  </a:cubicBezTo>
                  <a:cubicBezTo>
                    <a:pt x="142" y="12"/>
                    <a:pt x="142" y="11"/>
                    <a:pt x="142" y="10"/>
                  </a:cubicBezTo>
                  <a:cubicBezTo>
                    <a:pt x="142" y="7"/>
                    <a:pt x="140" y="4"/>
                    <a:pt x="139" y="2"/>
                  </a:cubicBezTo>
                  <a:cubicBezTo>
                    <a:pt x="138" y="0"/>
                    <a:pt x="138" y="0"/>
                    <a:pt x="138" y="0"/>
                  </a:cubicBezTo>
                  <a:cubicBezTo>
                    <a:pt x="139" y="0"/>
                    <a:pt x="139" y="0"/>
                    <a:pt x="139" y="0"/>
                  </a:cubicBezTo>
                  <a:cubicBezTo>
                    <a:pt x="146" y="1"/>
                    <a:pt x="150" y="5"/>
                    <a:pt x="150" y="12"/>
                  </a:cubicBezTo>
                  <a:close/>
                  <a:moveTo>
                    <a:pt x="45" y="9"/>
                  </a:moveTo>
                  <a:cubicBezTo>
                    <a:pt x="47" y="9"/>
                    <a:pt x="47" y="9"/>
                    <a:pt x="47" y="9"/>
                  </a:cubicBezTo>
                  <a:cubicBezTo>
                    <a:pt x="56" y="7"/>
                    <a:pt x="68" y="13"/>
                    <a:pt x="82" y="20"/>
                  </a:cubicBezTo>
                  <a:cubicBezTo>
                    <a:pt x="100" y="30"/>
                    <a:pt x="120" y="41"/>
                    <a:pt x="138" y="33"/>
                  </a:cubicBezTo>
                  <a:cubicBezTo>
                    <a:pt x="142" y="31"/>
                    <a:pt x="148" y="20"/>
                    <a:pt x="148" y="12"/>
                  </a:cubicBezTo>
                  <a:cubicBezTo>
                    <a:pt x="148" y="8"/>
                    <a:pt x="147" y="3"/>
                    <a:pt x="141" y="2"/>
                  </a:cubicBezTo>
                  <a:cubicBezTo>
                    <a:pt x="142" y="4"/>
                    <a:pt x="143" y="7"/>
                    <a:pt x="143" y="10"/>
                  </a:cubicBezTo>
                  <a:cubicBezTo>
                    <a:pt x="143" y="11"/>
                    <a:pt x="143" y="13"/>
                    <a:pt x="143" y="14"/>
                  </a:cubicBezTo>
                  <a:cubicBezTo>
                    <a:pt x="143" y="14"/>
                    <a:pt x="143" y="14"/>
                    <a:pt x="143" y="14"/>
                  </a:cubicBezTo>
                  <a:cubicBezTo>
                    <a:pt x="132" y="35"/>
                    <a:pt x="112" y="26"/>
                    <a:pt x="91" y="17"/>
                  </a:cubicBezTo>
                  <a:cubicBezTo>
                    <a:pt x="76" y="11"/>
                    <a:pt x="62" y="5"/>
                    <a:pt x="48" y="6"/>
                  </a:cubicBezTo>
                  <a:cubicBezTo>
                    <a:pt x="46" y="6"/>
                    <a:pt x="45" y="7"/>
                    <a:pt x="44" y="9"/>
                  </a:cubicBezTo>
                  <a:cubicBezTo>
                    <a:pt x="42" y="10"/>
                    <a:pt x="41" y="11"/>
                    <a:pt x="39" y="12"/>
                  </a:cubicBezTo>
                  <a:cubicBezTo>
                    <a:pt x="38" y="12"/>
                    <a:pt x="38" y="12"/>
                    <a:pt x="38" y="12"/>
                  </a:cubicBezTo>
                  <a:cubicBezTo>
                    <a:pt x="38" y="12"/>
                    <a:pt x="38" y="12"/>
                    <a:pt x="38" y="12"/>
                  </a:cubicBezTo>
                  <a:cubicBezTo>
                    <a:pt x="29" y="10"/>
                    <a:pt x="20" y="13"/>
                    <a:pt x="14" y="18"/>
                  </a:cubicBezTo>
                  <a:cubicBezTo>
                    <a:pt x="6" y="25"/>
                    <a:pt x="2" y="37"/>
                    <a:pt x="2" y="52"/>
                  </a:cubicBezTo>
                  <a:cubicBezTo>
                    <a:pt x="2" y="55"/>
                    <a:pt x="2" y="58"/>
                    <a:pt x="2" y="60"/>
                  </a:cubicBezTo>
                  <a:cubicBezTo>
                    <a:pt x="4" y="72"/>
                    <a:pt x="11" y="80"/>
                    <a:pt x="18" y="87"/>
                  </a:cubicBezTo>
                  <a:cubicBezTo>
                    <a:pt x="23" y="92"/>
                    <a:pt x="27" y="97"/>
                    <a:pt x="28" y="102"/>
                  </a:cubicBezTo>
                  <a:cubicBezTo>
                    <a:pt x="28" y="102"/>
                    <a:pt x="28" y="102"/>
                    <a:pt x="28" y="102"/>
                  </a:cubicBezTo>
                  <a:cubicBezTo>
                    <a:pt x="27" y="102"/>
                    <a:pt x="27" y="102"/>
                    <a:pt x="27" y="102"/>
                  </a:cubicBezTo>
                  <a:cubicBezTo>
                    <a:pt x="27" y="102"/>
                    <a:pt x="27" y="102"/>
                    <a:pt x="27" y="102"/>
                  </a:cubicBezTo>
                  <a:cubicBezTo>
                    <a:pt x="28" y="103"/>
                    <a:pt x="29" y="103"/>
                    <a:pt x="30" y="104"/>
                  </a:cubicBezTo>
                  <a:cubicBezTo>
                    <a:pt x="31" y="104"/>
                    <a:pt x="31" y="104"/>
                    <a:pt x="31" y="104"/>
                  </a:cubicBezTo>
                  <a:cubicBezTo>
                    <a:pt x="31" y="104"/>
                    <a:pt x="31" y="104"/>
                    <a:pt x="31" y="104"/>
                  </a:cubicBezTo>
                  <a:cubicBezTo>
                    <a:pt x="32" y="108"/>
                    <a:pt x="32" y="112"/>
                    <a:pt x="32" y="116"/>
                  </a:cubicBezTo>
                  <a:cubicBezTo>
                    <a:pt x="32" y="124"/>
                    <a:pt x="30" y="131"/>
                    <a:pt x="28" y="138"/>
                  </a:cubicBezTo>
                  <a:cubicBezTo>
                    <a:pt x="27" y="140"/>
                    <a:pt x="26" y="141"/>
                    <a:pt x="26" y="143"/>
                  </a:cubicBezTo>
                  <a:cubicBezTo>
                    <a:pt x="35" y="127"/>
                    <a:pt x="37" y="110"/>
                    <a:pt x="31" y="93"/>
                  </a:cubicBezTo>
                  <a:cubicBezTo>
                    <a:pt x="28" y="88"/>
                    <a:pt x="25" y="83"/>
                    <a:pt x="21" y="78"/>
                  </a:cubicBezTo>
                  <a:cubicBezTo>
                    <a:pt x="17" y="73"/>
                    <a:pt x="14" y="69"/>
                    <a:pt x="12" y="64"/>
                  </a:cubicBezTo>
                  <a:cubicBezTo>
                    <a:pt x="12" y="63"/>
                    <a:pt x="12" y="62"/>
                    <a:pt x="11" y="61"/>
                  </a:cubicBezTo>
                  <a:cubicBezTo>
                    <a:pt x="13" y="71"/>
                    <a:pt x="17" y="79"/>
                    <a:pt x="23" y="84"/>
                  </a:cubicBezTo>
                  <a:cubicBezTo>
                    <a:pt x="26" y="86"/>
                    <a:pt x="26" y="86"/>
                    <a:pt x="26" y="86"/>
                  </a:cubicBezTo>
                  <a:cubicBezTo>
                    <a:pt x="23" y="85"/>
                    <a:pt x="23" y="85"/>
                    <a:pt x="23" y="85"/>
                  </a:cubicBezTo>
                  <a:cubicBezTo>
                    <a:pt x="10" y="82"/>
                    <a:pt x="4" y="64"/>
                    <a:pt x="4" y="49"/>
                  </a:cubicBezTo>
                  <a:cubicBezTo>
                    <a:pt x="4" y="34"/>
                    <a:pt x="9" y="21"/>
                    <a:pt x="18" y="16"/>
                  </a:cubicBezTo>
                  <a:cubicBezTo>
                    <a:pt x="19" y="17"/>
                    <a:pt x="19" y="17"/>
                    <a:pt x="19" y="17"/>
                  </a:cubicBezTo>
                  <a:cubicBezTo>
                    <a:pt x="15" y="21"/>
                    <a:pt x="12" y="28"/>
                    <a:pt x="10" y="37"/>
                  </a:cubicBezTo>
                  <a:cubicBezTo>
                    <a:pt x="13" y="22"/>
                    <a:pt x="23" y="14"/>
                    <a:pt x="38" y="13"/>
                  </a:cubicBezTo>
                  <a:cubicBezTo>
                    <a:pt x="39" y="13"/>
                    <a:pt x="39" y="13"/>
                    <a:pt x="39" y="13"/>
                  </a:cubicBezTo>
                  <a:cubicBezTo>
                    <a:pt x="39" y="13"/>
                    <a:pt x="39" y="13"/>
                    <a:pt x="39" y="13"/>
                  </a:cubicBezTo>
                  <a:cubicBezTo>
                    <a:pt x="40" y="15"/>
                    <a:pt x="40" y="18"/>
                    <a:pt x="40" y="20"/>
                  </a:cubicBezTo>
                  <a:cubicBezTo>
                    <a:pt x="41" y="23"/>
                    <a:pt x="41" y="26"/>
                    <a:pt x="42" y="29"/>
                  </a:cubicBezTo>
                  <a:cubicBezTo>
                    <a:pt x="42" y="29"/>
                    <a:pt x="42" y="29"/>
                    <a:pt x="42" y="29"/>
                  </a:cubicBezTo>
                  <a:cubicBezTo>
                    <a:pt x="43" y="28"/>
                    <a:pt x="44" y="27"/>
                    <a:pt x="44" y="27"/>
                  </a:cubicBezTo>
                  <a:cubicBezTo>
                    <a:pt x="46" y="27"/>
                    <a:pt x="47" y="28"/>
                    <a:pt x="48" y="29"/>
                  </a:cubicBezTo>
                  <a:cubicBezTo>
                    <a:pt x="50" y="31"/>
                    <a:pt x="52" y="32"/>
                    <a:pt x="54" y="31"/>
                  </a:cubicBezTo>
                  <a:cubicBezTo>
                    <a:pt x="55" y="31"/>
                    <a:pt x="55" y="31"/>
                    <a:pt x="55" y="31"/>
                  </a:cubicBezTo>
                  <a:cubicBezTo>
                    <a:pt x="55" y="32"/>
                    <a:pt x="55" y="32"/>
                    <a:pt x="55" y="32"/>
                  </a:cubicBezTo>
                  <a:cubicBezTo>
                    <a:pt x="54" y="35"/>
                    <a:pt x="53" y="36"/>
                    <a:pt x="52" y="37"/>
                  </a:cubicBezTo>
                  <a:cubicBezTo>
                    <a:pt x="48" y="38"/>
                    <a:pt x="43" y="32"/>
                    <a:pt x="42" y="30"/>
                  </a:cubicBezTo>
                  <a:cubicBezTo>
                    <a:pt x="42" y="30"/>
                    <a:pt x="42" y="30"/>
                    <a:pt x="42" y="30"/>
                  </a:cubicBezTo>
                  <a:cubicBezTo>
                    <a:pt x="43" y="33"/>
                    <a:pt x="44" y="35"/>
                    <a:pt x="46" y="37"/>
                  </a:cubicBezTo>
                  <a:cubicBezTo>
                    <a:pt x="52" y="38"/>
                    <a:pt x="56" y="37"/>
                    <a:pt x="59" y="35"/>
                  </a:cubicBezTo>
                  <a:cubicBezTo>
                    <a:pt x="60" y="32"/>
                    <a:pt x="60" y="30"/>
                    <a:pt x="60" y="27"/>
                  </a:cubicBezTo>
                  <a:cubicBezTo>
                    <a:pt x="60" y="23"/>
                    <a:pt x="59" y="20"/>
                    <a:pt x="57" y="18"/>
                  </a:cubicBezTo>
                  <a:cubicBezTo>
                    <a:pt x="56" y="18"/>
                    <a:pt x="55" y="18"/>
                    <a:pt x="53" y="18"/>
                  </a:cubicBezTo>
                  <a:cubicBezTo>
                    <a:pt x="56" y="19"/>
                    <a:pt x="58" y="22"/>
                    <a:pt x="58" y="25"/>
                  </a:cubicBezTo>
                  <a:cubicBezTo>
                    <a:pt x="58" y="26"/>
                    <a:pt x="58" y="26"/>
                    <a:pt x="57" y="27"/>
                  </a:cubicBezTo>
                  <a:cubicBezTo>
                    <a:pt x="57" y="27"/>
                    <a:pt x="57" y="27"/>
                    <a:pt x="57" y="27"/>
                  </a:cubicBezTo>
                  <a:cubicBezTo>
                    <a:pt x="56" y="27"/>
                    <a:pt x="56" y="27"/>
                    <a:pt x="56" y="27"/>
                  </a:cubicBezTo>
                  <a:cubicBezTo>
                    <a:pt x="53" y="24"/>
                    <a:pt x="52" y="21"/>
                    <a:pt x="51" y="19"/>
                  </a:cubicBezTo>
                  <a:cubicBezTo>
                    <a:pt x="49" y="18"/>
                    <a:pt x="49" y="18"/>
                    <a:pt x="49" y="18"/>
                  </a:cubicBezTo>
                  <a:cubicBezTo>
                    <a:pt x="50" y="18"/>
                    <a:pt x="50" y="18"/>
                    <a:pt x="50" y="18"/>
                  </a:cubicBezTo>
                  <a:cubicBezTo>
                    <a:pt x="50" y="17"/>
                    <a:pt x="50" y="17"/>
                    <a:pt x="50" y="17"/>
                  </a:cubicBezTo>
                  <a:cubicBezTo>
                    <a:pt x="49" y="15"/>
                    <a:pt x="49" y="12"/>
                    <a:pt x="46" y="10"/>
                  </a:cubicBezTo>
                  <a:lnTo>
                    <a:pt x="45" y="9"/>
                  </a:lnTo>
                  <a:close/>
                  <a:moveTo>
                    <a:pt x="57" y="25"/>
                  </a:moveTo>
                  <a:cubicBezTo>
                    <a:pt x="57" y="24"/>
                    <a:pt x="55" y="21"/>
                    <a:pt x="53" y="19"/>
                  </a:cubicBezTo>
                  <a:cubicBezTo>
                    <a:pt x="53" y="21"/>
                    <a:pt x="54" y="23"/>
                    <a:pt x="57" y="25"/>
                  </a:cubicBezTo>
                  <a:close/>
                  <a:moveTo>
                    <a:pt x="44" y="29"/>
                  </a:moveTo>
                  <a:cubicBezTo>
                    <a:pt x="45" y="32"/>
                    <a:pt x="49" y="36"/>
                    <a:pt x="51" y="35"/>
                  </a:cubicBezTo>
                  <a:cubicBezTo>
                    <a:pt x="52" y="35"/>
                    <a:pt x="53" y="34"/>
                    <a:pt x="53" y="33"/>
                  </a:cubicBezTo>
                  <a:cubicBezTo>
                    <a:pt x="51" y="33"/>
                    <a:pt x="49" y="32"/>
                    <a:pt x="47" y="30"/>
                  </a:cubicBezTo>
                  <a:cubicBezTo>
                    <a:pt x="46" y="30"/>
                    <a:pt x="45" y="29"/>
                    <a:pt x="45" y="29"/>
                  </a:cubicBezTo>
                  <a:cubicBezTo>
                    <a:pt x="44" y="29"/>
                    <a:pt x="44" y="29"/>
                    <a:pt x="44" y="29"/>
                  </a:cubicBezTo>
                  <a:close/>
                  <a:moveTo>
                    <a:pt x="5" y="49"/>
                  </a:moveTo>
                  <a:cubicBezTo>
                    <a:pt x="5" y="62"/>
                    <a:pt x="10" y="77"/>
                    <a:pt x="19" y="82"/>
                  </a:cubicBezTo>
                  <a:cubicBezTo>
                    <a:pt x="12" y="74"/>
                    <a:pt x="8" y="58"/>
                    <a:pt x="8" y="46"/>
                  </a:cubicBezTo>
                  <a:cubicBezTo>
                    <a:pt x="8" y="36"/>
                    <a:pt x="10" y="28"/>
                    <a:pt x="13" y="22"/>
                  </a:cubicBezTo>
                  <a:cubicBezTo>
                    <a:pt x="8" y="29"/>
                    <a:pt x="5" y="38"/>
                    <a:pt x="5" y="49"/>
                  </a:cubicBezTo>
                  <a:close/>
                  <a:moveTo>
                    <a:pt x="146" y="18"/>
                  </a:moveTo>
                  <a:cubicBezTo>
                    <a:pt x="146" y="18"/>
                    <a:pt x="146" y="18"/>
                    <a:pt x="146" y="18"/>
                  </a:cubicBezTo>
                  <a:cubicBezTo>
                    <a:pt x="146" y="21"/>
                    <a:pt x="139" y="31"/>
                    <a:pt x="134" y="33"/>
                  </a:cubicBezTo>
                  <a:cubicBezTo>
                    <a:pt x="134" y="33"/>
                    <a:pt x="134" y="33"/>
                    <a:pt x="134" y="33"/>
                  </a:cubicBezTo>
                  <a:cubicBezTo>
                    <a:pt x="103" y="35"/>
                    <a:pt x="85" y="24"/>
                    <a:pt x="66" y="10"/>
                  </a:cubicBezTo>
                  <a:cubicBezTo>
                    <a:pt x="63" y="8"/>
                    <a:pt x="63" y="8"/>
                    <a:pt x="63" y="8"/>
                  </a:cubicBezTo>
                  <a:cubicBezTo>
                    <a:pt x="67" y="9"/>
                    <a:pt x="67" y="9"/>
                    <a:pt x="67" y="9"/>
                  </a:cubicBezTo>
                  <a:cubicBezTo>
                    <a:pt x="73" y="10"/>
                    <a:pt x="80" y="13"/>
                    <a:pt x="88" y="17"/>
                  </a:cubicBezTo>
                  <a:cubicBezTo>
                    <a:pt x="108" y="26"/>
                    <a:pt x="131" y="36"/>
                    <a:pt x="144" y="16"/>
                  </a:cubicBezTo>
                  <a:cubicBezTo>
                    <a:pt x="145" y="16"/>
                    <a:pt x="145" y="16"/>
                    <a:pt x="145" y="16"/>
                  </a:cubicBezTo>
                  <a:cubicBezTo>
                    <a:pt x="145" y="16"/>
                    <a:pt x="145" y="16"/>
                    <a:pt x="145" y="16"/>
                  </a:cubicBezTo>
                  <a:cubicBezTo>
                    <a:pt x="146" y="16"/>
                    <a:pt x="146" y="16"/>
                    <a:pt x="146" y="18"/>
                  </a:cubicBezTo>
                  <a:close/>
                  <a:moveTo>
                    <a:pt x="133" y="31"/>
                  </a:moveTo>
                  <a:cubicBezTo>
                    <a:pt x="138" y="29"/>
                    <a:pt x="144" y="21"/>
                    <a:pt x="145" y="18"/>
                  </a:cubicBezTo>
                  <a:cubicBezTo>
                    <a:pt x="131" y="37"/>
                    <a:pt x="108" y="27"/>
                    <a:pt x="87" y="18"/>
                  </a:cubicBezTo>
                  <a:cubicBezTo>
                    <a:pt x="81" y="15"/>
                    <a:pt x="76" y="13"/>
                    <a:pt x="71" y="11"/>
                  </a:cubicBezTo>
                  <a:cubicBezTo>
                    <a:pt x="88" y="23"/>
                    <a:pt x="105" y="33"/>
                    <a:pt x="133" y="31"/>
                  </a:cubicBezTo>
                  <a:close/>
                  <a:moveTo>
                    <a:pt x="55" y="30"/>
                  </a:moveTo>
                  <a:cubicBezTo>
                    <a:pt x="54" y="30"/>
                    <a:pt x="54" y="30"/>
                    <a:pt x="54" y="30"/>
                  </a:cubicBezTo>
                  <a:cubicBezTo>
                    <a:pt x="47" y="29"/>
                    <a:pt x="42" y="25"/>
                    <a:pt x="42" y="17"/>
                  </a:cubicBezTo>
                  <a:cubicBezTo>
                    <a:pt x="42" y="16"/>
                    <a:pt x="42" y="16"/>
                    <a:pt x="42" y="16"/>
                  </a:cubicBezTo>
                  <a:cubicBezTo>
                    <a:pt x="43" y="16"/>
                    <a:pt x="43" y="16"/>
                    <a:pt x="43" y="16"/>
                  </a:cubicBezTo>
                  <a:cubicBezTo>
                    <a:pt x="50" y="17"/>
                    <a:pt x="53" y="23"/>
                    <a:pt x="55" y="29"/>
                  </a:cubicBezTo>
                  <a:lnTo>
                    <a:pt x="55" y="30"/>
                  </a:lnTo>
                  <a:close/>
                  <a:moveTo>
                    <a:pt x="43" y="17"/>
                  </a:moveTo>
                  <a:cubicBezTo>
                    <a:pt x="44" y="24"/>
                    <a:pt x="47" y="27"/>
                    <a:pt x="53" y="28"/>
                  </a:cubicBezTo>
                  <a:cubicBezTo>
                    <a:pt x="51" y="23"/>
                    <a:pt x="49" y="19"/>
                    <a:pt x="43" y="17"/>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93" name="Voľný tvar 49"/>
            <p:cNvSpPr>
              <a:spLocks noEditPoints="1"/>
            </p:cNvSpPr>
            <p:nvPr/>
          </p:nvSpPr>
          <p:spPr bwMode="auto">
            <a:xfrm>
              <a:off x="4162425" y="3344863"/>
              <a:ext cx="334963" cy="328613"/>
            </a:xfrm>
            <a:custGeom>
              <a:avLst/>
              <a:gdLst>
                <a:gd name="T0" fmla="*/ 61 w 149"/>
                <a:gd name="T1" fmla="*/ 17 h 146"/>
                <a:gd name="T2" fmla="*/ 70 w 149"/>
                <a:gd name="T3" fmla="*/ 13 h 146"/>
                <a:gd name="T4" fmla="*/ 67 w 149"/>
                <a:gd name="T5" fmla="*/ 22 h 146"/>
                <a:gd name="T6" fmla="*/ 71 w 149"/>
                <a:gd name="T7" fmla="*/ 8 h 146"/>
                <a:gd name="T8" fmla="*/ 77 w 149"/>
                <a:gd name="T9" fmla="*/ 20 h 146"/>
                <a:gd name="T10" fmla="*/ 146 w 149"/>
                <a:gd name="T11" fmla="*/ 39 h 146"/>
                <a:gd name="T12" fmla="*/ 125 w 149"/>
                <a:gd name="T13" fmla="*/ 103 h 146"/>
                <a:gd name="T14" fmla="*/ 146 w 149"/>
                <a:gd name="T15" fmla="*/ 99 h 146"/>
                <a:gd name="T16" fmla="*/ 148 w 149"/>
                <a:gd name="T17" fmla="*/ 120 h 146"/>
                <a:gd name="T18" fmla="*/ 129 w 149"/>
                <a:gd name="T19" fmla="*/ 119 h 146"/>
                <a:gd name="T20" fmla="*/ 141 w 149"/>
                <a:gd name="T21" fmla="*/ 143 h 146"/>
                <a:gd name="T22" fmla="*/ 124 w 149"/>
                <a:gd name="T23" fmla="*/ 108 h 146"/>
                <a:gd name="T24" fmla="*/ 121 w 149"/>
                <a:gd name="T25" fmla="*/ 76 h 146"/>
                <a:gd name="T26" fmla="*/ 132 w 149"/>
                <a:gd name="T27" fmla="*/ 18 h 146"/>
                <a:gd name="T28" fmla="*/ 46 w 149"/>
                <a:gd name="T29" fmla="*/ 31 h 146"/>
                <a:gd name="T30" fmla="*/ 0 w 149"/>
                <a:gd name="T31" fmla="*/ 27 h 146"/>
                <a:gd name="T32" fmla="*/ 60 w 149"/>
                <a:gd name="T33" fmla="*/ 24 h 146"/>
                <a:gd name="T34" fmla="*/ 58 w 149"/>
                <a:gd name="T35" fmla="*/ 11 h 146"/>
                <a:gd name="T36" fmla="*/ 68 w 149"/>
                <a:gd name="T37" fmla="*/ 8 h 146"/>
                <a:gd name="T38" fmla="*/ 61 w 149"/>
                <a:gd name="T39" fmla="*/ 17 h 146"/>
                <a:gd name="T40" fmla="*/ 58 w 149"/>
                <a:gd name="T41" fmla="*/ 27 h 146"/>
                <a:gd name="T42" fmla="*/ 31 w 149"/>
                <a:gd name="T43" fmla="*/ 25 h 146"/>
                <a:gd name="T44" fmla="*/ 58 w 149"/>
                <a:gd name="T45" fmla="*/ 27 h 146"/>
                <a:gd name="T46" fmla="*/ 101 w 149"/>
                <a:gd name="T47" fmla="*/ 11 h 146"/>
                <a:gd name="T48" fmla="*/ 88 w 149"/>
                <a:gd name="T49" fmla="*/ 20 h 146"/>
                <a:gd name="T50" fmla="*/ 101 w 149"/>
                <a:gd name="T51" fmla="*/ 11 h 146"/>
                <a:gd name="T52" fmla="*/ 142 w 149"/>
                <a:gd name="T53" fmla="*/ 32 h 146"/>
                <a:gd name="T54" fmla="*/ 141 w 149"/>
                <a:gd name="T55" fmla="*/ 34 h 146"/>
                <a:gd name="T56" fmla="*/ 122 w 149"/>
                <a:gd name="T57" fmla="*/ 95 h 146"/>
                <a:gd name="T58" fmla="*/ 142 w 149"/>
                <a:gd name="T59" fmla="*/ 32 h 146"/>
                <a:gd name="T60" fmla="*/ 145 w 149"/>
                <a:gd name="T61" fmla="*/ 119 h 146"/>
                <a:gd name="T62" fmla="*/ 142 w 149"/>
                <a:gd name="T63" fmla="*/ 106 h 146"/>
                <a:gd name="T64" fmla="*/ 132 w 149"/>
                <a:gd name="T65" fmla="*/ 106 h 146"/>
                <a:gd name="T66" fmla="*/ 145 w 149"/>
                <a:gd name="T67" fmla="*/ 119 h 146"/>
                <a:gd name="T68" fmla="*/ 146 w 149"/>
                <a:gd name="T69" fmla="*/ 103 h 146"/>
                <a:gd name="T70" fmla="*/ 134 w 149"/>
                <a:gd name="T71" fmla="*/ 103 h 146"/>
                <a:gd name="T72" fmla="*/ 146 w 149"/>
                <a:gd name="T73" fmla="*/ 10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9" h="146">
                  <a:moveTo>
                    <a:pt x="61" y="17"/>
                  </a:moveTo>
                  <a:cubicBezTo>
                    <a:pt x="64" y="17"/>
                    <a:pt x="67" y="9"/>
                    <a:pt x="70" y="13"/>
                  </a:cubicBezTo>
                  <a:cubicBezTo>
                    <a:pt x="68" y="15"/>
                    <a:pt x="65" y="17"/>
                    <a:pt x="67" y="22"/>
                  </a:cubicBezTo>
                  <a:cubicBezTo>
                    <a:pt x="78" y="22"/>
                    <a:pt x="72" y="11"/>
                    <a:pt x="71" y="8"/>
                  </a:cubicBezTo>
                  <a:cubicBezTo>
                    <a:pt x="75" y="4"/>
                    <a:pt x="81" y="15"/>
                    <a:pt x="77" y="20"/>
                  </a:cubicBezTo>
                  <a:cubicBezTo>
                    <a:pt x="103" y="0"/>
                    <a:pt x="144" y="7"/>
                    <a:pt x="146" y="39"/>
                  </a:cubicBezTo>
                  <a:cubicBezTo>
                    <a:pt x="148" y="63"/>
                    <a:pt x="123" y="79"/>
                    <a:pt x="125" y="103"/>
                  </a:cubicBezTo>
                  <a:cubicBezTo>
                    <a:pt x="130" y="105"/>
                    <a:pt x="138" y="94"/>
                    <a:pt x="146" y="99"/>
                  </a:cubicBezTo>
                  <a:cubicBezTo>
                    <a:pt x="149" y="104"/>
                    <a:pt x="147" y="114"/>
                    <a:pt x="148" y="120"/>
                  </a:cubicBezTo>
                  <a:cubicBezTo>
                    <a:pt x="142" y="125"/>
                    <a:pt x="135" y="122"/>
                    <a:pt x="129" y="119"/>
                  </a:cubicBezTo>
                  <a:cubicBezTo>
                    <a:pt x="129" y="131"/>
                    <a:pt x="129" y="143"/>
                    <a:pt x="141" y="143"/>
                  </a:cubicBezTo>
                  <a:cubicBezTo>
                    <a:pt x="120" y="146"/>
                    <a:pt x="125" y="125"/>
                    <a:pt x="124" y="108"/>
                  </a:cubicBezTo>
                  <a:cubicBezTo>
                    <a:pt x="123" y="95"/>
                    <a:pt x="118" y="88"/>
                    <a:pt x="121" y="76"/>
                  </a:cubicBezTo>
                  <a:cubicBezTo>
                    <a:pt x="125" y="57"/>
                    <a:pt x="149" y="40"/>
                    <a:pt x="132" y="18"/>
                  </a:cubicBezTo>
                  <a:cubicBezTo>
                    <a:pt x="101" y="5"/>
                    <a:pt x="76" y="33"/>
                    <a:pt x="46" y="31"/>
                  </a:cubicBezTo>
                  <a:cubicBezTo>
                    <a:pt x="31" y="30"/>
                    <a:pt x="16" y="16"/>
                    <a:pt x="0" y="27"/>
                  </a:cubicBezTo>
                  <a:cubicBezTo>
                    <a:pt x="14" y="12"/>
                    <a:pt x="37" y="23"/>
                    <a:pt x="60" y="24"/>
                  </a:cubicBezTo>
                  <a:cubicBezTo>
                    <a:pt x="62" y="22"/>
                    <a:pt x="58" y="15"/>
                    <a:pt x="58" y="11"/>
                  </a:cubicBezTo>
                  <a:cubicBezTo>
                    <a:pt x="61" y="10"/>
                    <a:pt x="64" y="4"/>
                    <a:pt x="68" y="8"/>
                  </a:cubicBezTo>
                  <a:cubicBezTo>
                    <a:pt x="67" y="9"/>
                    <a:pt x="59" y="9"/>
                    <a:pt x="61" y="17"/>
                  </a:cubicBezTo>
                  <a:close/>
                  <a:moveTo>
                    <a:pt x="58" y="27"/>
                  </a:moveTo>
                  <a:cubicBezTo>
                    <a:pt x="49" y="25"/>
                    <a:pt x="41" y="22"/>
                    <a:pt x="31" y="25"/>
                  </a:cubicBezTo>
                  <a:cubicBezTo>
                    <a:pt x="41" y="26"/>
                    <a:pt x="49" y="32"/>
                    <a:pt x="58" y="27"/>
                  </a:cubicBezTo>
                  <a:close/>
                  <a:moveTo>
                    <a:pt x="101" y="11"/>
                  </a:moveTo>
                  <a:cubicBezTo>
                    <a:pt x="98" y="14"/>
                    <a:pt x="85" y="15"/>
                    <a:pt x="88" y="20"/>
                  </a:cubicBezTo>
                  <a:cubicBezTo>
                    <a:pt x="90" y="15"/>
                    <a:pt x="104" y="16"/>
                    <a:pt x="101" y="11"/>
                  </a:cubicBezTo>
                  <a:close/>
                  <a:moveTo>
                    <a:pt x="142" y="32"/>
                  </a:moveTo>
                  <a:cubicBezTo>
                    <a:pt x="140" y="29"/>
                    <a:pt x="138" y="30"/>
                    <a:pt x="141" y="34"/>
                  </a:cubicBezTo>
                  <a:cubicBezTo>
                    <a:pt x="139" y="59"/>
                    <a:pt x="121" y="67"/>
                    <a:pt x="122" y="95"/>
                  </a:cubicBezTo>
                  <a:cubicBezTo>
                    <a:pt x="127" y="73"/>
                    <a:pt x="146" y="59"/>
                    <a:pt x="142" y="32"/>
                  </a:cubicBezTo>
                  <a:close/>
                  <a:moveTo>
                    <a:pt x="145" y="119"/>
                  </a:moveTo>
                  <a:cubicBezTo>
                    <a:pt x="145" y="113"/>
                    <a:pt x="145" y="109"/>
                    <a:pt x="142" y="106"/>
                  </a:cubicBezTo>
                  <a:cubicBezTo>
                    <a:pt x="139" y="106"/>
                    <a:pt x="135" y="106"/>
                    <a:pt x="132" y="106"/>
                  </a:cubicBezTo>
                  <a:cubicBezTo>
                    <a:pt x="126" y="113"/>
                    <a:pt x="134" y="121"/>
                    <a:pt x="145" y="119"/>
                  </a:cubicBezTo>
                  <a:close/>
                  <a:moveTo>
                    <a:pt x="146" y="103"/>
                  </a:moveTo>
                  <a:cubicBezTo>
                    <a:pt x="142" y="100"/>
                    <a:pt x="137" y="100"/>
                    <a:pt x="134" y="103"/>
                  </a:cubicBezTo>
                  <a:cubicBezTo>
                    <a:pt x="139" y="101"/>
                    <a:pt x="144" y="107"/>
                    <a:pt x="146" y="103"/>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94" name="Voľný tvar 50"/>
            <p:cNvSpPr>
              <a:spLocks noEditPoints="1"/>
            </p:cNvSpPr>
            <p:nvPr/>
          </p:nvSpPr>
          <p:spPr bwMode="auto">
            <a:xfrm>
              <a:off x="4162425" y="3359150"/>
              <a:ext cx="334963" cy="309563"/>
            </a:xfrm>
            <a:custGeom>
              <a:avLst/>
              <a:gdLst>
                <a:gd name="T0" fmla="*/ 69 w 149"/>
                <a:gd name="T1" fmla="*/ 3 h 138"/>
                <a:gd name="T2" fmla="*/ 64 w 149"/>
                <a:gd name="T3" fmla="*/ 7 h 138"/>
                <a:gd name="T4" fmla="*/ 70 w 149"/>
                <a:gd name="T5" fmla="*/ 7 h 138"/>
                <a:gd name="T6" fmla="*/ 70 w 149"/>
                <a:gd name="T7" fmla="*/ 3 h 138"/>
                <a:gd name="T8" fmla="*/ 73 w 149"/>
                <a:gd name="T9" fmla="*/ 1 h 138"/>
                <a:gd name="T10" fmla="*/ 147 w 149"/>
                <a:gd name="T11" fmla="*/ 33 h 138"/>
                <a:gd name="T12" fmla="*/ 142 w 149"/>
                <a:gd name="T13" fmla="*/ 91 h 138"/>
                <a:gd name="T14" fmla="*/ 149 w 149"/>
                <a:gd name="T15" fmla="*/ 114 h 138"/>
                <a:gd name="T16" fmla="*/ 130 w 149"/>
                <a:gd name="T17" fmla="*/ 114 h 138"/>
                <a:gd name="T18" fmla="*/ 137 w 149"/>
                <a:gd name="T19" fmla="*/ 138 h 138"/>
                <a:gd name="T20" fmla="*/ 122 w 149"/>
                <a:gd name="T21" fmla="*/ 94 h 138"/>
                <a:gd name="T22" fmla="*/ 129 w 149"/>
                <a:gd name="T23" fmla="*/ 51 h 138"/>
                <a:gd name="T24" fmla="*/ 49 w 149"/>
                <a:gd name="T25" fmla="*/ 26 h 138"/>
                <a:gd name="T26" fmla="*/ 1 w 149"/>
                <a:gd name="T27" fmla="*/ 21 h 138"/>
                <a:gd name="T28" fmla="*/ 39 w 149"/>
                <a:gd name="T29" fmla="*/ 15 h 138"/>
                <a:gd name="T30" fmla="*/ 58 w 149"/>
                <a:gd name="T31" fmla="*/ 5 h 138"/>
                <a:gd name="T32" fmla="*/ 67 w 149"/>
                <a:gd name="T33" fmla="*/ 2 h 138"/>
                <a:gd name="T34" fmla="*/ 60 w 149"/>
                <a:gd name="T35" fmla="*/ 10 h 138"/>
                <a:gd name="T36" fmla="*/ 77 w 149"/>
                <a:gd name="T37" fmla="*/ 14 h 138"/>
                <a:gd name="T38" fmla="*/ 73 w 149"/>
                <a:gd name="T39" fmla="*/ 15 h 138"/>
                <a:gd name="T40" fmla="*/ 68 w 149"/>
                <a:gd name="T41" fmla="*/ 8 h 138"/>
                <a:gd name="T42" fmla="*/ 61 w 149"/>
                <a:gd name="T43" fmla="*/ 12 h 138"/>
                <a:gd name="T44" fmla="*/ 60 w 149"/>
                <a:gd name="T45" fmla="*/ 19 h 138"/>
                <a:gd name="T46" fmla="*/ 7 w 149"/>
                <a:gd name="T47" fmla="*/ 17 h 138"/>
                <a:gd name="T48" fmla="*/ 40 w 149"/>
                <a:gd name="T49" fmla="*/ 17 h 138"/>
                <a:gd name="T50" fmla="*/ 60 w 149"/>
                <a:gd name="T51" fmla="*/ 20 h 138"/>
                <a:gd name="T52" fmla="*/ 31 w 149"/>
                <a:gd name="T53" fmla="*/ 20 h 138"/>
                <a:gd name="T54" fmla="*/ 49 w 149"/>
                <a:gd name="T55" fmla="*/ 24 h 138"/>
                <a:gd name="T56" fmla="*/ 87 w 149"/>
                <a:gd name="T57" fmla="*/ 12 h 138"/>
                <a:gd name="T58" fmla="*/ 77 w 149"/>
                <a:gd name="T59" fmla="*/ 14 h 138"/>
                <a:gd name="T60" fmla="*/ 124 w 149"/>
                <a:gd name="T61" fmla="*/ 97 h 138"/>
                <a:gd name="T62" fmla="*/ 101 w 149"/>
                <a:gd name="T63" fmla="*/ 4 h 138"/>
                <a:gd name="T64" fmla="*/ 89 w 149"/>
                <a:gd name="T65" fmla="*/ 14 h 138"/>
                <a:gd name="T66" fmla="*/ 133 w 149"/>
                <a:gd name="T67" fmla="*/ 12 h 138"/>
                <a:gd name="T68" fmla="*/ 131 w 149"/>
                <a:gd name="T69" fmla="*/ 55 h 138"/>
                <a:gd name="T70" fmla="*/ 140 w 149"/>
                <a:gd name="T71" fmla="*/ 24 h 138"/>
                <a:gd name="T72" fmla="*/ 123 w 149"/>
                <a:gd name="T73" fmla="*/ 89 h 138"/>
                <a:gd name="T74" fmla="*/ 135 w 149"/>
                <a:gd name="T75" fmla="*/ 137 h 138"/>
                <a:gd name="T76" fmla="*/ 141 w 149"/>
                <a:gd name="T77" fmla="*/ 116 h 138"/>
                <a:gd name="T78" fmla="*/ 147 w 149"/>
                <a:gd name="T79" fmla="*/ 98 h 138"/>
                <a:gd name="T80" fmla="*/ 131 w 149"/>
                <a:gd name="T81" fmla="*/ 99 h 138"/>
                <a:gd name="T82" fmla="*/ 146 w 149"/>
                <a:gd name="T83" fmla="*/ 94 h 138"/>
                <a:gd name="T84" fmla="*/ 88 w 149"/>
                <a:gd name="T85" fmla="*/ 12 h 138"/>
                <a:gd name="T86" fmla="*/ 95 w 149"/>
                <a:gd name="T87" fmla="*/ 9 h 138"/>
                <a:gd name="T88" fmla="*/ 40 w 149"/>
                <a:gd name="T89" fmla="*/ 19 h 138"/>
                <a:gd name="T90" fmla="*/ 56 w 149"/>
                <a:gd name="T91" fmla="*/ 21 h 138"/>
                <a:gd name="T92" fmla="*/ 141 w 149"/>
                <a:gd name="T93" fmla="*/ 28 h 138"/>
                <a:gd name="T94" fmla="*/ 131 w 149"/>
                <a:gd name="T95" fmla="*/ 66 h 138"/>
                <a:gd name="T96" fmla="*/ 141 w 149"/>
                <a:gd name="T97" fmla="*/ 97 h 138"/>
                <a:gd name="T98" fmla="*/ 143 w 149"/>
                <a:gd name="T99" fmla="*/ 100 h 138"/>
                <a:gd name="T100" fmla="*/ 130 w 149"/>
                <a:gd name="T101" fmla="*/ 108 h 138"/>
                <a:gd name="T102" fmla="*/ 131 w 149"/>
                <a:gd name="T103" fmla="*/ 107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9" h="138">
                  <a:moveTo>
                    <a:pt x="65" y="0"/>
                  </a:moveTo>
                  <a:cubicBezTo>
                    <a:pt x="66" y="0"/>
                    <a:pt x="68" y="1"/>
                    <a:pt x="69" y="2"/>
                  </a:cubicBezTo>
                  <a:cubicBezTo>
                    <a:pt x="69" y="2"/>
                    <a:pt x="69" y="2"/>
                    <a:pt x="69" y="2"/>
                  </a:cubicBezTo>
                  <a:cubicBezTo>
                    <a:pt x="69" y="3"/>
                    <a:pt x="69" y="3"/>
                    <a:pt x="69" y="3"/>
                  </a:cubicBezTo>
                  <a:cubicBezTo>
                    <a:pt x="68" y="3"/>
                    <a:pt x="68" y="3"/>
                    <a:pt x="67" y="4"/>
                  </a:cubicBezTo>
                  <a:cubicBezTo>
                    <a:pt x="65" y="4"/>
                    <a:pt x="63" y="4"/>
                    <a:pt x="62" y="6"/>
                  </a:cubicBezTo>
                  <a:cubicBezTo>
                    <a:pt x="62" y="7"/>
                    <a:pt x="61" y="8"/>
                    <a:pt x="62" y="10"/>
                  </a:cubicBezTo>
                  <a:cubicBezTo>
                    <a:pt x="63" y="9"/>
                    <a:pt x="63" y="8"/>
                    <a:pt x="64" y="7"/>
                  </a:cubicBezTo>
                  <a:cubicBezTo>
                    <a:pt x="66" y="6"/>
                    <a:pt x="67" y="5"/>
                    <a:pt x="68" y="5"/>
                  </a:cubicBezTo>
                  <a:cubicBezTo>
                    <a:pt x="69" y="5"/>
                    <a:pt x="70" y="5"/>
                    <a:pt x="70" y="6"/>
                  </a:cubicBezTo>
                  <a:cubicBezTo>
                    <a:pt x="71" y="6"/>
                    <a:pt x="71" y="6"/>
                    <a:pt x="71" y="6"/>
                  </a:cubicBezTo>
                  <a:cubicBezTo>
                    <a:pt x="70" y="7"/>
                    <a:pt x="70" y="7"/>
                    <a:pt x="70" y="7"/>
                  </a:cubicBezTo>
                  <a:cubicBezTo>
                    <a:pt x="70" y="8"/>
                    <a:pt x="69" y="8"/>
                    <a:pt x="69" y="9"/>
                  </a:cubicBezTo>
                  <a:cubicBezTo>
                    <a:pt x="68" y="11"/>
                    <a:pt x="67" y="12"/>
                    <a:pt x="67" y="16"/>
                  </a:cubicBezTo>
                  <a:cubicBezTo>
                    <a:pt x="70" y="16"/>
                    <a:pt x="71" y="15"/>
                    <a:pt x="72" y="14"/>
                  </a:cubicBezTo>
                  <a:cubicBezTo>
                    <a:pt x="74" y="11"/>
                    <a:pt x="71" y="5"/>
                    <a:pt x="70" y="3"/>
                  </a:cubicBezTo>
                  <a:cubicBezTo>
                    <a:pt x="70" y="2"/>
                    <a:pt x="70" y="2"/>
                    <a:pt x="70" y="2"/>
                  </a:cubicBezTo>
                  <a:cubicBezTo>
                    <a:pt x="71" y="2"/>
                    <a:pt x="71" y="2"/>
                    <a:pt x="71" y="2"/>
                  </a:cubicBezTo>
                  <a:cubicBezTo>
                    <a:pt x="71" y="1"/>
                    <a:pt x="72" y="1"/>
                    <a:pt x="73" y="1"/>
                  </a:cubicBezTo>
                  <a:cubicBezTo>
                    <a:pt x="73" y="1"/>
                    <a:pt x="73" y="1"/>
                    <a:pt x="73" y="1"/>
                  </a:cubicBezTo>
                  <a:cubicBezTo>
                    <a:pt x="75" y="1"/>
                    <a:pt x="77" y="3"/>
                    <a:pt x="78" y="5"/>
                  </a:cubicBezTo>
                  <a:cubicBezTo>
                    <a:pt x="79" y="7"/>
                    <a:pt x="79" y="9"/>
                    <a:pt x="79" y="11"/>
                  </a:cubicBezTo>
                  <a:cubicBezTo>
                    <a:pt x="88" y="5"/>
                    <a:pt x="99" y="2"/>
                    <a:pt x="110" y="2"/>
                  </a:cubicBezTo>
                  <a:cubicBezTo>
                    <a:pt x="131" y="2"/>
                    <a:pt x="145" y="14"/>
                    <a:pt x="147" y="33"/>
                  </a:cubicBezTo>
                  <a:cubicBezTo>
                    <a:pt x="148" y="45"/>
                    <a:pt x="142" y="55"/>
                    <a:pt x="137" y="65"/>
                  </a:cubicBezTo>
                  <a:cubicBezTo>
                    <a:pt x="131" y="75"/>
                    <a:pt x="125" y="85"/>
                    <a:pt x="126" y="97"/>
                  </a:cubicBezTo>
                  <a:cubicBezTo>
                    <a:pt x="127" y="97"/>
                    <a:pt x="130" y="96"/>
                    <a:pt x="132" y="95"/>
                  </a:cubicBezTo>
                  <a:cubicBezTo>
                    <a:pt x="135" y="93"/>
                    <a:pt x="138" y="91"/>
                    <a:pt x="142" y="91"/>
                  </a:cubicBezTo>
                  <a:cubicBezTo>
                    <a:pt x="144" y="91"/>
                    <a:pt x="145" y="92"/>
                    <a:pt x="147" y="93"/>
                  </a:cubicBezTo>
                  <a:cubicBezTo>
                    <a:pt x="147" y="93"/>
                    <a:pt x="147" y="93"/>
                    <a:pt x="147" y="93"/>
                  </a:cubicBezTo>
                  <a:cubicBezTo>
                    <a:pt x="149" y="96"/>
                    <a:pt x="149" y="101"/>
                    <a:pt x="149" y="106"/>
                  </a:cubicBezTo>
                  <a:cubicBezTo>
                    <a:pt x="148" y="109"/>
                    <a:pt x="148" y="112"/>
                    <a:pt x="149" y="114"/>
                  </a:cubicBezTo>
                  <a:cubicBezTo>
                    <a:pt x="149" y="115"/>
                    <a:pt x="149" y="115"/>
                    <a:pt x="149" y="115"/>
                  </a:cubicBezTo>
                  <a:cubicBezTo>
                    <a:pt x="148" y="115"/>
                    <a:pt x="148" y="115"/>
                    <a:pt x="148" y="115"/>
                  </a:cubicBezTo>
                  <a:cubicBezTo>
                    <a:pt x="146" y="117"/>
                    <a:pt x="143" y="118"/>
                    <a:pt x="141" y="118"/>
                  </a:cubicBezTo>
                  <a:cubicBezTo>
                    <a:pt x="137" y="118"/>
                    <a:pt x="134" y="116"/>
                    <a:pt x="130" y="114"/>
                  </a:cubicBezTo>
                  <a:cubicBezTo>
                    <a:pt x="130" y="115"/>
                    <a:pt x="130" y="115"/>
                    <a:pt x="130" y="115"/>
                  </a:cubicBezTo>
                  <a:cubicBezTo>
                    <a:pt x="130" y="126"/>
                    <a:pt x="130" y="136"/>
                    <a:pt x="141" y="136"/>
                  </a:cubicBezTo>
                  <a:cubicBezTo>
                    <a:pt x="141" y="138"/>
                    <a:pt x="141" y="138"/>
                    <a:pt x="141" y="138"/>
                  </a:cubicBezTo>
                  <a:cubicBezTo>
                    <a:pt x="139" y="138"/>
                    <a:pt x="138" y="138"/>
                    <a:pt x="137" y="138"/>
                  </a:cubicBezTo>
                  <a:cubicBezTo>
                    <a:pt x="123" y="138"/>
                    <a:pt x="123" y="125"/>
                    <a:pt x="123" y="112"/>
                  </a:cubicBezTo>
                  <a:cubicBezTo>
                    <a:pt x="123" y="108"/>
                    <a:pt x="123" y="105"/>
                    <a:pt x="123" y="102"/>
                  </a:cubicBezTo>
                  <a:cubicBezTo>
                    <a:pt x="123" y="99"/>
                    <a:pt x="122" y="96"/>
                    <a:pt x="122" y="94"/>
                  </a:cubicBezTo>
                  <a:cubicBezTo>
                    <a:pt x="122" y="94"/>
                    <a:pt x="122" y="94"/>
                    <a:pt x="122" y="94"/>
                  </a:cubicBezTo>
                  <a:cubicBezTo>
                    <a:pt x="122" y="93"/>
                    <a:pt x="122" y="93"/>
                    <a:pt x="122" y="93"/>
                  </a:cubicBezTo>
                  <a:cubicBezTo>
                    <a:pt x="121" y="92"/>
                    <a:pt x="121" y="91"/>
                    <a:pt x="121" y="90"/>
                  </a:cubicBezTo>
                  <a:cubicBezTo>
                    <a:pt x="120" y="84"/>
                    <a:pt x="118" y="78"/>
                    <a:pt x="120" y="70"/>
                  </a:cubicBezTo>
                  <a:cubicBezTo>
                    <a:pt x="122" y="64"/>
                    <a:pt x="125" y="57"/>
                    <a:pt x="129" y="51"/>
                  </a:cubicBezTo>
                  <a:cubicBezTo>
                    <a:pt x="136" y="39"/>
                    <a:pt x="143" y="27"/>
                    <a:pt x="132" y="13"/>
                  </a:cubicBezTo>
                  <a:cubicBezTo>
                    <a:pt x="126" y="11"/>
                    <a:pt x="121" y="10"/>
                    <a:pt x="115" y="10"/>
                  </a:cubicBezTo>
                  <a:cubicBezTo>
                    <a:pt x="104" y="10"/>
                    <a:pt x="93" y="14"/>
                    <a:pt x="83" y="18"/>
                  </a:cubicBezTo>
                  <a:cubicBezTo>
                    <a:pt x="72" y="22"/>
                    <a:pt x="61" y="26"/>
                    <a:pt x="49" y="26"/>
                  </a:cubicBezTo>
                  <a:cubicBezTo>
                    <a:pt x="48" y="26"/>
                    <a:pt x="47" y="26"/>
                    <a:pt x="45" y="26"/>
                  </a:cubicBezTo>
                  <a:cubicBezTo>
                    <a:pt x="40" y="25"/>
                    <a:pt x="35" y="23"/>
                    <a:pt x="30" y="22"/>
                  </a:cubicBezTo>
                  <a:cubicBezTo>
                    <a:pt x="25" y="19"/>
                    <a:pt x="19" y="17"/>
                    <a:pt x="13" y="17"/>
                  </a:cubicBezTo>
                  <a:cubicBezTo>
                    <a:pt x="9" y="17"/>
                    <a:pt x="4" y="19"/>
                    <a:pt x="1" y="21"/>
                  </a:cubicBezTo>
                  <a:cubicBezTo>
                    <a:pt x="0" y="20"/>
                    <a:pt x="0" y="20"/>
                    <a:pt x="0" y="20"/>
                  </a:cubicBezTo>
                  <a:cubicBezTo>
                    <a:pt x="5" y="15"/>
                    <a:pt x="11" y="13"/>
                    <a:pt x="20" y="13"/>
                  </a:cubicBezTo>
                  <a:cubicBezTo>
                    <a:pt x="20" y="13"/>
                    <a:pt x="20" y="13"/>
                    <a:pt x="20" y="13"/>
                  </a:cubicBezTo>
                  <a:cubicBezTo>
                    <a:pt x="26" y="13"/>
                    <a:pt x="33" y="14"/>
                    <a:pt x="39" y="15"/>
                  </a:cubicBezTo>
                  <a:cubicBezTo>
                    <a:pt x="46" y="16"/>
                    <a:pt x="53" y="17"/>
                    <a:pt x="59" y="17"/>
                  </a:cubicBezTo>
                  <a:cubicBezTo>
                    <a:pt x="61" y="16"/>
                    <a:pt x="60" y="13"/>
                    <a:pt x="59" y="10"/>
                  </a:cubicBezTo>
                  <a:cubicBezTo>
                    <a:pt x="58" y="8"/>
                    <a:pt x="58" y="7"/>
                    <a:pt x="58" y="5"/>
                  </a:cubicBezTo>
                  <a:cubicBezTo>
                    <a:pt x="58" y="5"/>
                    <a:pt x="58" y="5"/>
                    <a:pt x="58" y="5"/>
                  </a:cubicBezTo>
                  <a:cubicBezTo>
                    <a:pt x="58" y="4"/>
                    <a:pt x="58" y="4"/>
                    <a:pt x="58" y="4"/>
                  </a:cubicBezTo>
                  <a:cubicBezTo>
                    <a:pt x="59" y="4"/>
                    <a:pt x="59" y="3"/>
                    <a:pt x="60" y="3"/>
                  </a:cubicBezTo>
                  <a:cubicBezTo>
                    <a:pt x="62" y="1"/>
                    <a:pt x="63" y="0"/>
                    <a:pt x="65" y="0"/>
                  </a:cubicBezTo>
                  <a:close/>
                  <a:moveTo>
                    <a:pt x="67" y="2"/>
                  </a:moveTo>
                  <a:cubicBezTo>
                    <a:pt x="65" y="1"/>
                    <a:pt x="63" y="2"/>
                    <a:pt x="61" y="4"/>
                  </a:cubicBezTo>
                  <a:cubicBezTo>
                    <a:pt x="60" y="4"/>
                    <a:pt x="60" y="5"/>
                    <a:pt x="59" y="5"/>
                  </a:cubicBezTo>
                  <a:cubicBezTo>
                    <a:pt x="59" y="7"/>
                    <a:pt x="60" y="8"/>
                    <a:pt x="60" y="10"/>
                  </a:cubicBezTo>
                  <a:cubicBezTo>
                    <a:pt x="60" y="10"/>
                    <a:pt x="60" y="10"/>
                    <a:pt x="60" y="10"/>
                  </a:cubicBezTo>
                  <a:cubicBezTo>
                    <a:pt x="60" y="8"/>
                    <a:pt x="60" y="7"/>
                    <a:pt x="61" y="5"/>
                  </a:cubicBezTo>
                  <a:cubicBezTo>
                    <a:pt x="62" y="3"/>
                    <a:pt x="65" y="3"/>
                    <a:pt x="66" y="2"/>
                  </a:cubicBezTo>
                  <a:cubicBezTo>
                    <a:pt x="66" y="2"/>
                    <a:pt x="67" y="2"/>
                    <a:pt x="67" y="2"/>
                  </a:cubicBezTo>
                  <a:close/>
                  <a:moveTo>
                    <a:pt x="77" y="14"/>
                  </a:moveTo>
                  <a:cubicBezTo>
                    <a:pt x="76" y="13"/>
                    <a:pt x="76" y="13"/>
                    <a:pt x="76" y="13"/>
                  </a:cubicBezTo>
                  <a:cubicBezTo>
                    <a:pt x="78" y="11"/>
                    <a:pt x="78" y="8"/>
                    <a:pt x="77" y="6"/>
                  </a:cubicBezTo>
                  <a:cubicBezTo>
                    <a:pt x="75" y="3"/>
                    <a:pt x="73" y="1"/>
                    <a:pt x="72" y="2"/>
                  </a:cubicBezTo>
                  <a:cubicBezTo>
                    <a:pt x="73" y="5"/>
                    <a:pt x="76" y="11"/>
                    <a:pt x="73" y="15"/>
                  </a:cubicBezTo>
                  <a:cubicBezTo>
                    <a:pt x="72" y="16"/>
                    <a:pt x="70" y="17"/>
                    <a:pt x="67" y="17"/>
                  </a:cubicBezTo>
                  <a:cubicBezTo>
                    <a:pt x="66" y="17"/>
                    <a:pt x="66" y="17"/>
                    <a:pt x="66" y="17"/>
                  </a:cubicBezTo>
                  <a:cubicBezTo>
                    <a:pt x="66" y="17"/>
                    <a:pt x="66" y="17"/>
                    <a:pt x="66" y="17"/>
                  </a:cubicBezTo>
                  <a:cubicBezTo>
                    <a:pt x="65" y="12"/>
                    <a:pt x="66" y="10"/>
                    <a:pt x="68" y="8"/>
                  </a:cubicBezTo>
                  <a:cubicBezTo>
                    <a:pt x="68" y="8"/>
                    <a:pt x="68" y="7"/>
                    <a:pt x="69" y="7"/>
                  </a:cubicBezTo>
                  <a:cubicBezTo>
                    <a:pt x="69" y="6"/>
                    <a:pt x="68" y="6"/>
                    <a:pt x="68" y="6"/>
                  </a:cubicBezTo>
                  <a:cubicBezTo>
                    <a:pt x="67" y="6"/>
                    <a:pt x="66" y="7"/>
                    <a:pt x="65" y="8"/>
                  </a:cubicBezTo>
                  <a:cubicBezTo>
                    <a:pt x="64" y="10"/>
                    <a:pt x="63" y="11"/>
                    <a:pt x="61" y="12"/>
                  </a:cubicBezTo>
                  <a:cubicBezTo>
                    <a:pt x="61" y="12"/>
                    <a:pt x="61" y="12"/>
                    <a:pt x="61" y="12"/>
                  </a:cubicBezTo>
                  <a:cubicBezTo>
                    <a:pt x="61" y="14"/>
                    <a:pt x="62" y="17"/>
                    <a:pt x="60" y="18"/>
                  </a:cubicBezTo>
                  <a:cubicBezTo>
                    <a:pt x="60" y="19"/>
                    <a:pt x="60" y="19"/>
                    <a:pt x="60" y="19"/>
                  </a:cubicBezTo>
                  <a:cubicBezTo>
                    <a:pt x="60" y="19"/>
                    <a:pt x="60" y="19"/>
                    <a:pt x="60" y="19"/>
                  </a:cubicBezTo>
                  <a:cubicBezTo>
                    <a:pt x="53" y="18"/>
                    <a:pt x="46" y="17"/>
                    <a:pt x="39" y="16"/>
                  </a:cubicBezTo>
                  <a:cubicBezTo>
                    <a:pt x="32" y="15"/>
                    <a:pt x="26" y="14"/>
                    <a:pt x="20" y="14"/>
                  </a:cubicBezTo>
                  <a:cubicBezTo>
                    <a:pt x="20" y="14"/>
                    <a:pt x="20" y="14"/>
                    <a:pt x="20" y="14"/>
                  </a:cubicBezTo>
                  <a:cubicBezTo>
                    <a:pt x="15" y="14"/>
                    <a:pt x="11" y="15"/>
                    <a:pt x="7" y="17"/>
                  </a:cubicBezTo>
                  <a:cubicBezTo>
                    <a:pt x="9" y="16"/>
                    <a:pt x="11" y="16"/>
                    <a:pt x="13" y="16"/>
                  </a:cubicBezTo>
                  <a:cubicBezTo>
                    <a:pt x="18" y="16"/>
                    <a:pt x="24" y="18"/>
                    <a:pt x="29" y="19"/>
                  </a:cubicBezTo>
                  <a:cubicBezTo>
                    <a:pt x="31" y="19"/>
                    <a:pt x="31" y="19"/>
                    <a:pt x="31" y="19"/>
                  </a:cubicBezTo>
                  <a:cubicBezTo>
                    <a:pt x="34" y="18"/>
                    <a:pt x="37" y="17"/>
                    <a:pt x="40" y="17"/>
                  </a:cubicBezTo>
                  <a:cubicBezTo>
                    <a:pt x="40" y="17"/>
                    <a:pt x="40" y="17"/>
                    <a:pt x="40" y="17"/>
                  </a:cubicBezTo>
                  <a:cubicBezTo>
                    <a:pt x="45" y="17"/>
                    <a:pt x="49" y="18"/>
                    <a:pt x="54" y="19"/>
                  </a:cubicBezTo>
                  <a:cubicBezTo>
                    <a:pt x="55" y="19"/>
                    <a:pt x="57" y="20"/>
                    <a:pt x="58" y="20"/>
                  </a:cubicBezTo>
                  <a:cubicBezTo>
                    <a:pt x="60" y="20"/>
                    <a:pt x="60" y="20"/>
                    <a:pt x="60" y="20"/>
                  </a:cubicBezTo>
                  <a:cubicBezTo>
                    <a:pt x="59" y="21"/>
                    <a:pt x="59" y="21"/>
                    <a:pt x="59" y="21"/>
                  </a:cubicBezTo>
                  <a:cubicBezTo>
                    <a:pt x="56" y="23"/>
                    <a:pt x="53" y="24"/>
                    <a:pt x="50" y="24"/>
                  </a:cubicBezTo>
                  <a:cubicBezTo>
                    <a:pt x="47" y="24"/>
                    <a:pt x="43" y="23"/>
                    <a:pt x="40" y="22"/>
                  </a:cubicBezTo>
                  <a:cubicBezTo>
                    <a:pt x="37" y="21"/>
                    <a:pt x="34" y="20"/>
                    <a:pt x="31" y="20"/>
                  </a:cubicBezTo>
                  <a:cubicBezTo>
                    <a:pt x="30" y="20"/>
                    <a:pt x="30" y="20"/>
                    <a:pt x="30" y="20"/>
                  </a:cubicBezTo>
                  <a:cubicBezTo>
                    <a:pt x="30" y="20"/>
                    <a:pt x="31" y="20"/>
                    <a:pt x="31" y="20"/>
                  </a:cubicBezTo>
                  <a:cubicBezTo>
                    <a:pt x="36" y="22"/>
                    <a:pt x="41" y="24"/>
                    <a:pt x="46" y="24"/>
                  </a:cubicBezTo>
                  <a:cubicBezTo>
                    <a:pt x="47" y="24"/>
                    <a:pt x="48" y="24"/>
                    <a:pt x="49" y="24"/>
                  </a:cubicBezTo>
                  <a:cubicBezTo>
                    <a:pt x="61" y="24"/>
                    <a:pt x="72" y="20"/>
                    <a:pt x="82" y="16"/>
                  </a:cubicBezTo>
                  <a:cubicBezTo>
                    <a:pt x="84" y="16"/>
                    <a:pt x="86" y="15"/>
                    <a:pt x="88" y="14"/>
                  </a:cubicBezTo>
                  <a:cubicBezTo>
                    <a:pt x="88" y="14"/>
                    <a:pt x="88" y="14"/>
                    <a:pt x="88" y="14"/>
                  </a:cubicBezTo>
                  <a:cubicBezTo>
                    <a:pt x="87" y="13"/>
                    <a:pt x="87" y="12"/>
                    <a:pt x="87" y="12"/>
                  </a:cubicBezTo>
                  <a:cubicBezTo>
                    <a:pt x="88" y="10"/>
                    <a:pt x="91" y="9"/>
                    <a:pt x="94" y="7"/>
                  </a:cubicBezTo>
                  <a:cubicBezTo>
                    <a:pt x="97" y="7"/>
                    <a:pt x="99" y="6"/>
                    <a:pt x="100" y="5"/>
                  </a:cubicBezTo>
                  <a:cubicBezTo>
                    <a:pt x="101" y="4"/>
                    <a:pt x="101" y="4"/>
                    <a:pt x="101" y="4"/>
                  </a:cubicBezTo>
                  <a:cubicBezTo>
                    <a:pt x="92" y="6"/>
                    <a:pt x="84" y="9"/>
                    <a:pt x="77" y="14"/>
                  </a:cubicBezTo>
                  <a:close/>
                  <a:moveTo>
                    <a:pt x="126" y="98"/>
                  </a:moveTo>
                  <a:cubicBezTo>
                    <a:pt x="126" y="98"/>
                    <a:pt x="125" y="98"/>
                    <a:pt x="125" y="98"/>
                  </a:cubicBezTo>
                  <a:cubicBezTo>
                    <a:pt x="124" y="98"/>
                    <a:pt x="124" y="98"/>
                    <a:pt x="124" y="98"/>
                  </a:cubicBezTo>
                  <a:cubicBezTo>
                    <a:pt x="124" y="97"/>
                    <a:pt x="124" y="97"/>
                    <a:pt x="124" y="97"/>
                  </a:cubicBezTo>
                  <a:cubicBezTo>
                    <a:pt x="123" y="85"/>
                    <a:pt x="129" y="74"/>
                    <a:pt x="135" y="64"/>
                  </a:cubicBezTo>
                  <a:cubicBezTo>
                    <a:pt x="141" y="54"/>
                    <a:pt x="147" y="45"/>
                    <a:pt x="146" y="34"/>
                  </a:cubicBezTo>
                  <a:cubicBezTo>
                    <a:pt x="144" y="15"/>
                    <a:pt x="130" y="4"/>
                    <a:pt x="110" y="4"/>
                  </a:cubicBezTo>
                  <a:cubicBezTo>
                    <a:pt x="107" y="4"/>
                    <a:pt x="104" y="4"/>
                    <a:pt x="101" y="4"/>
                  </a:cubicBezTo>
                  <a:cubicBezTo>
                    <a:pt x="102" y="5"/>
                    <a:pt x="102" y="5"/>
                    <a:pt x="102" y="5"/>
                  </a:cubicBezTo>
                  <a:cubicBezTo>
                    <a:pt x="102" y="6"/>
                    <a:pt x="102" y="6"/>
                    <a:pt x="102" y="7"/>
                  </a:cubicBezTo>
                  <a:cubicBezTo>
                    <a:pt x="101" y="9"/>
                    <a:pt x="99" y="10"/>
                    <a:pt x="96" y="11"/>
                  </a:cubicBezTo>
                  <a:cubicBezTo>
                    <a:pt x="93" y="11"/>
                    <a:pt x="90" y="12"/>
                    <a:pt x="89" y="14"/>
                  </a:cubicBezTo>
                  <a:cubicBezTo>
                    <a:pt x="97" y="11"/>
                    <a:pt x="106" y="8"/>
                    <a:pt x="115" y="8"/>
                  </a:cubicBezTo>
                  <a:cubicBezTo>
                    <a:pt x="121" y="8"/>
                    <a:pt x="127" y="9"/>
                    <a:pt x="132" y="12"/>
                  </a:cubicBezTo>
                  <a:cubicBezTo>
                    <a:pt x="133" y="12"/>
                    <a:pt x="133" y="12"/>
                    <a:pt x="133" y="12"/>
                  </a:cubicBezTo>
                  <a:cubicBezTo>
                    <a:pt x="133" y="12"/>
                    <a:pt x="133" y="12"/>
                    <a:pt x="133" y="12"/>
                  </a:cubicBezTo>
                  <a:cubicBezTo>
                    <a:pt x="145" y="27"/>
                    <a:pt x="137" y="40"/>
                    <a:pt x="130" y="52"/>
                  </a:cubicBezTo>
                  <a:cubicBezTo>
                    <a:pt x="126" y="58"/>
                    <a:pt x="123" y="64"/>
                    <a:pt x="122" y="71"/>
                  </a:cubicBezTo>
                  <a:cubicBezTo>
                    <a:pt x="120" y="76"/>
                    <a:pt x="121" y="80"/>
                    <a:pt x="121" y="84"/>
                  </a:cubicBezTo>
                  <a:cubicBezTo>
                    <a:pt x="122" y="72"/>
                    <a:pt x="126" y="63"/>
                    <a:pt x="131" y="55"/>
                  </a:cubicBezTo>
                  <a:cubicBezTo>
                    <a:pt x="135" y="47"/>
                    <a:pt x="139" y="39"/>
                    <a:pt x="140" y="28"/>
                  </a:cubicBezTo>
                  <a:cubicBezTo>
                    <a:pt x="139" y="27"/>
                    <a:pt x="138" y="25"/>
                    <a:pt x="139" y="24"/>
                  </a:cubicBezTo>
                  <a:cubicBezTo>
                    <a:pt x="139" y="24"/>
                    <a:pt x="139" y="24"/>
                    <a:pt x="140" y="24"/>
                  </a:cubicBezTo>
                  <a:cubicBezTo>
                    <a:pt x="140" y="24"/>
                    <a:pt x="140" y="24"/>
                    <a:pt x="140" y="24"/>
                  </a:cubicBezTo>
                  <a:cubicBezTo>
                    <a:pt x="141" y="24"/>
                    <a:pt x="142" y="24"/>
                    <a:pt x="143" y="26"/>
                  </a:cubicBezTo>
                  <a:cubicBezTo>
                    <a:pt x="143" y="26"/>
                    <a:pt x="143" y="26"/>
                    <a:pt x="143" y="26"/>
                  </a:cubicBezTo>
                  <a:cubicBezTo>
                    <a:pt x="145" y="43"/>
                    <a:pt x="139" y="55"/>
                    <a:pt x="133" y="66"/>
                  </a:cubicBezTo>
                  <a:cubicBezTo>
                    <a:pt x="129" y="73"/>
                    <a:pt x="125" y="81"/>
                    <a:pt x="123" y="89"/>
                  </a:cubicBezTo>
                  <a:cubicBezTo>
                    <a:pt x="123" y="90"/>
                    <a:pt x="123" y="90"/>
                    <a:pt x="123" y="90"/>
                  </a:cubicBezTo>
                  <a:cubicBezTo>
                    <a:pt x="123" y="94"/>
                    <a:pt x="124" y="97"/>
                    <a:pt x="124" y="102"/>
                  </a:cubicBezTo>
                  <a:cubicBezTo>
                    <a:pt x="125" y="105"/>
                    <a:pt x="125" y="108"/>
                    <a:pt x="125" y="112"/>
                  </a:cubicBezTo>
                  <a:cubicBezTo>
                    <a:pt x="125" y="124"/>
                    <a:pt x="125" y="135"/>
                    <a:pt x="135" y="137"/>
                  </a:cubicBezTo>
                  <a:cubicBezTo>
                    <a:pt x="129" y="133"/>
                    <a:pt x="129" y="124"/>
                    <a:pt x="129" y="115"/>
                  </a:cubicBezTo>
                  <a:cubicBezTo>
                    <a:pt x="129" y="112"/>
                    <a:pt x="129" y="112"/>
                    <a:pt x="129" y="112"/>
                  </a:cubicBezTo>
                  <a:cubicBezTo>
                    <a:pt x="130" y="112"/>
                    <a:pt x="130" y="112"/>
                    <a:pt x="130" y="112"/>
                  </a:cubicBezTo>
                  <a:cubicBezTo>
                    <a:pt x="133" y="115"/>
                    <a:pt x="137" y="116"/>
                    <a:pt x="141" y="116"/>
                  </a:cubicBezTo>
                  <a:cubicBezTo>
                    <a:pt x="143" y="116"/>
                    <a:pt x="145" y="115"/>
                    <a:pt x="147" y="114"/>
                  </a:cubicBezTo>
                  <a:cubicBezTo>
                    <a:pt x="147" y="112"/>
                    <a:pt x="147" y="109"/>
                    <a:pt x="147" y="106"/>
                  </a:cubicBezTo>
                  <a:cubicBezTo>
                    <a:pt x="147" y="103"/>
                    <a:pt x="147" y="100"/>
                    <a:pt x="147" y="98"/>
                  </a:cubicBezTo>
                  <a:cubicBezTo>
                    <a:pt x="147" y="98"/>
                    <a:pt x="147" y="98"/>
                    <a:pt x="147" y="98"/>
                  </a:cubicBezTo>
                  <a:cubicBezTo>
                    <a:pt x="146" y="99"/>
                    <a:pt x="145" y="99"/>
                    <a:pt x="144" y="99"/>
                  </a:cubicBezTo>
                  <a:cubicBezTo>
                    <a:pt x="143" y="99"/>
                    <a:pt x="142" y="99"/>
                    <a:pt x="141" y="99"/>
                  </a:cubicBezTo>
                  <a:cubicBezTo>
                    <a:pt x="138" y="98"/>
                    <a:pt x="136" y="97"/>
                    <a:pt x="134" y="98"/>
                  </a:cubicBezTo>
                  <a:cubicBezTo>
                    <a:pt x="131" y="99"/>
                    <a:pt x="131" y="99"/>
                    <a:pt x="131" y="99"/>
                  </a:cubicBezTo>
                  <a:cubicBezTo>
                    <a:pt x="133" y="97"/>
                    <a:pt x="133" y="97"/>
                    <a:pt x="133" y="97"/>
                  </a:cubicBezTo>
                  <a:cubicBezTo>
                    <a:pt x="137" y="93"/>
                    <a:pt x="142" y="93"/>
                    <a:pt x="147" y="97"/>
                  </a:cubicBezTo>
                  <a:cubicBezTo>
                    <a:pt x="147" y="97"/>
                    <a:pt x="147" y="97"/>
                    <a:pt x="147" y="97"/>
                  </a:cubicBezTo>
                  <a:cubicBezTo>
                    <a:pt x="147" y="96"/>
                    <a:pt x="146" y="95"/>
                    <a:pt x="146" y="94"/>
                  </a:cubicBezTo>
                  <a:cubicBezTo>
                    <a:pt x="145" y="93"/>
                    <a:pt x="143" y="93"/>
                    <a:pt x="142" y="93"/>
                  </a:cubicBezTo>
                  <a:cubicBezTo>
                    <a:pt x="139" y="93"/>
                    <a:pt x="136" y="94"/>
                    <a:pt x="133" y="96"/>
                  </a:cubicBezTo>
                  <a:cubicBezTo>
                    <a:pt x="130" y="97"/>
                    <a:pt x="128" y="98"/>
                    <a:pt x="126" y="98"/>
                  </a:cubicBezTo>
                  <a:close/>
                  <a:moveTo>
                    <a:pt x="88" y="12"/>
                  </a:moveTo>
                  <a:cubicBezTo>
                    <a:pt x="90" y="11"/>
                    <a:pt x="93" y="10"/>
                    <a:pt x="95" y="9"/>
                  </a:cubicBezTo>
                  <a:cubicBezTo>
                    <a:pt x="98" y="8"/>
                    <a:pt x="100" y="8"/>
                    <a:pt x="101" y="7"/>
                  </a:cubicBezTo>
                  <a:cubicBezTo>
                    <a:pt x="101" y="7"/>
                    <a:pt x="101" y="6"/>
                    <a:pt x="101" y="6"/>
                  </a:cubicBezTo>
                  <a:cubicBezTo>
                    <a:pt x="99" y="7"/>
                    <a:pt x="97" y="8"/>
                    <a:pt x="95" y="9"/>
                  </a:cubicBezTo>
                  <a:cubicBezTo>
                    <a:pt x="92" y="10"/>
                    <a:pt x="89" y="11"/>
                    <a:pt x="88" y="12"/>
                  </a:cubicBezTo>
                  <a:close/>
                  <a:moveTo>
                    <a:pt x="56" y="21"/>
                  </a:moveTo>
                  <a:cubicBezTo>
                    <a:pt x="55" y="21"/>
                    <a:pt x="54" y="21"/>
                    <a:pt x="53" y="20"/>
                  </a:cubicBezTo>
                  <a:cubicBezTo>
                    <a:pt x="49" y="19"/>
                    <a:pt x="45" y="19"/>
                    <a:pt x="40" y="19"/>
                  </a:cubicBezTo>
                  <a:cubicBezTo>
                    <a:pt x="39" y="19"/>
                    <a:pt x="37" y="19"/>
                    <a:pt x="35" y="19"/>
                  </a:cubicBezTo>
                  <a:cubicBezTo>
                    <a:pt x="37" y="20"/>
                    <a:pt x="38" y="20"/>
                    <a:pt x="40" y="20"/>
                  </a:cubicBezTo>
                  <a:cubicBezTo>
                    <a:pt x="44" y="21"/>
                    <a:pt x="47" y="22"/>
                    <a:pt x="50" y="22"/>
                  </a:cubicBezTo>
                  <a:cubicBezTo>
                    <a:pt x="52" y="22"/>
                    <a:pt x="54" y="22"/>
                    <a:pt x="56" y="21"/>
                  </a:cubicBezTo>
                  <a:close/>
                  <a:moveTo>
                    <a:pt x="141" y="27"/>
                  </a:moveTo>
                  <a:cubicBezTo>
                    <a:pt x="141" y="26"/>
                    <a:pt x="141" y="26"/>
                    <a:pt x="140" y="25"/>
                  </a:cubicBezTo>
                  <a:cubicBezTo>
                    <a:pt x="141" y="26"/>
                    <a:pt x="141" y="27"/>
                    <a:pt x="141" y="27"/>
                  </a:cubicBezTo>
                  <a:cubicBezTo>
                    <a:pt x="141" y="28"/>
                    <a:pt x="141" y="28"/>
                    <a:pt x="141" y="28"/>
                  </a:cubicBezTo>
                  <a:cubicBezTo>
                    <a:pt x="141" y="28"/>
                    <a:pt x="141" y="28"/>
                    <a:pt x="141" y="28"/>
                  </a:cubicBezTo>
                  <a:cubicBezTo>
                    <a:pt x="141" y="40"/>
                    <a:pt x="136" y="48"/>
                    <a:pt x="132" y="56"/>
                  </a:cubicBezTo>
                  <a:cubicBezTo>
                    <a:pt x="128" y="64"/>
                    <a:pt x="123" y="72"/>
                    <a:pt x="123" y="84"/>
                  </a:cubicBezTo>
                  <a:cubicBezTo>
                    <a:pt x="125" y="77"/>
                    <a:pt x="128" y="71"/>
                    <a:pt x="131" y="66"/>
                  </a:cubicBezTo>
                  <a:cubicBezTo>
                    <a:pt x="138" y="54"/>
                    <a:pt x="144" y="43"/>
                    <a:pt x="141" y="27"/>
                  </a:cubicBezTo>
                  <a:close/>
                  <a:moveTo>
                    <a:pt x="145" y="98"/>
                  </a:moveTo>
                  <a:cubicBezTo>
                    <a:pt x="142" y="95"/>
                    <a:pt x="139" y="95"/>
                    <a:pt x="136" y="96"/>
                  </a:cubicBezTo>
                  <a:cubicBezTo>
                    <a:pt x="138" y="96"/>
                    <a:pt x="140" y="97"/>
                    <a:pt x="141" y="97"/>
                  </a:cubicBezTo>
                  <a:cubicBezTo>
                    <a:pt x="143" y="98"/>
                    <a:pt x="144" y="98"/>
                    <a:pt x="145" y="98"/>
                  </a:cubicBezTo>
                  <a:close/>
                  <a:moveTo>
                    <a:pt x="132" y="100"/>
                  </a:moveTo>
                  <a:cubicBezTo>
                    <a:pt x="142" y="100"/>
                    <a:pt x="142" y="100"/>
                    <a:pt x="142" y="100"/>
                  </a:cubicBezTo>
                  <a:cubicBezTo>
                    <a:pt x="143" y="100"/>
                    <a:pt x="143" y="100"/>
                    <a:pt x="143" y="100"/>
                  </a:cubicBezTo>
                  <a:cubicBezTo>
                    <a:pt x="146" y="102"/>
                    <a:pt x="146" y="108"/>
                    <a:pt x="146" y="113"/>
                  </a:cubicBezTo>
                  <a:cubicBezTo>
                    <a:pt x="146" y="114"/>
                    <a:pt x="146" y="114"/>
                    <a:pt x="146" y="114"/>
                  </a:cubicBezTo>
                  <a:cubicBezTo>
                    <a:pt x="145" y="114"/>
                    <a:pt x="145" y="114"/>
                    <a:pt x="145" y="114"/>
                  </a:cubicBezTo>
                  <a:cubicBezTo>
                    <a:pt x="138" y="115"/>
                    <a:pt x="132" y="112"/>
                    <a:pt x="130" y="108"/>
                  </a:cubicBezTo>
                  <a:cubicBezTo>
                    <a:pt x="129" y="105"/>
                    <a:pt x="129" y="102"/>
                    <a:pt x="132" y="100"/>
                  </a:cubicBezTo>
                  <a:close/>
                  <a:moveTo>
                    <a:pt x="142" y="101"/>
                  </a:moveTo>
                  <a:cubicBezTo>
                    <a:pt x="133" y="101"/>
                    <a:pt x="133" y="101"/>
                    <a:pt x="133" y="101"/>
                  </a:cubicBezTo>
                  <a:cubicBezTo>
                    <a:pt x="131" y="103"/>
                    <a:pt x="130" y="105"/>
                    <a:pt x="131" y="107"/>
                  </a:cubicBezTo>
                  <a:cubicBezTo>
                    <a:pt x="133" y="111"/>
                    <a:pt x="138" y="113"/>
                    <a:pt x="144" y="112"/>
                  </a:cubicBezTo>
                  <a:cubicBezTo>
                    <a:pt x="145" y="106"/>
                    <a:pt x="144" y="103"/>
                    <a:pt x="142" y="101"/>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95" name="Voľný tvar 51"/>
            <p:cNvSpPr>
              <a:spLocks noEditPoints="1"/>
            </p:cNvSpPr>
            <p:nvPr/>
          </p:nvSpPr>
          <p:spPr bwMode="auto">
            <a:xfrm>
              <a:off x="4205288" y="5753100"/>
              <a:ext cx="303213" cy="344488"/>
            </a:xfrm>
            <a:custGeom>
              <a:avLst/>
              <a:gdLst>
                <a:gd name="T0" fmla="*/ 47 w 135"/>
                <a:gd name="T1" fmla="*/ 133 h 153"/>
                <a:gd name="T2" fmla="*/ 91 w 135"/>
                <a:gd name="T3" fmla="*/ 114 h 153"/>
                <a:gd name="T4" fmla="*/ 47 w 135"/>
                <a:gd name="T5" fmla="*/ 138 h 153"/>
                <a:gd name="T6" fmla="*/ 0 w 135"/>
                <a:gd name="T7" fmla="*/ 124 h 153"/>
                <a:gd name="T8" fmla="*/ 4 w 135"/>
                <a:gd name="T9" fmla="*/ 133 h 153"/>
                <a:gd name="T10" fmla="*/ 97 w 135"/>
                <a:gd name="T11" fmla="*/ 109 h 153"/>
                <a:gd name="T12" fmla="*/ 100 w 135"/>
                <a:gd name="T13" fmla="*/ 94 h 153"/>
                <a:gd name="T14" fmla="*/ 125 w 135"/>
                <a:gd name="T15" fmla="*/ 22 h 153"/>
                <a:gd name="T16" fmla="*/ 101 w 135"/>
                <a:gd name="T17" fmla="*/ 15 h 153"/>
                <a:gd name="T18" fmla="*/ 114 w 135"/>
                <a:gd name="T19" fmla="*/ 5 h 153"/>
                <a:gd name="T20" fmla="*/ 132 w 135"/>
                <a:gd name="T21" fmla="*/ 30 h 153"/>
                <a:gd name="T22" fmla="*/ 107 w 135"/>
                <a:gd name="T23" fmla="*/ 106 h 153"/>
                <a:gd name="T24" fmla="*/ 100 w 135"/>
                <a:gd name="T25" fmla="*/ 137 h 153"/>
                <a:gd name="T26" fmla="*/ 95 w 135"/>
                <a:gd name="T27" fmla="*/ 113 h 153"/>
                <a:gd name="T28" fmla="*/ 47 w 135"/>
                <a:gd name="T29" fmla="*/ 133 h 153"/>
                <a:gd name="T30" fmla="*/ 102 w 135"/>
                <a:gd name="T31" fmla="*/ 107 h 153"/>
                <a:gd name="T32" fmla="*/ 128 w 135"/>
                <a:gd name="T33" fmla="*/ 36 h 153"/>
                <a:gd name="T34" fmla="*/ 102 w 135"/>
                <a:gd name="T35" fmla="*/ 107 h 153"/>
                <a:gd name="T36" fmla="*/ 114 w 135"/>
                <a:gd name="T37" fmla="*/ 110 h 153"/>
                <a:gd name="T38" fmla="*/ 118 w 135"/>
                <a:gd name="T39" fmla="*/ 128 h 153"/>
                <a:gd name="T40" fmla="*/ 114 w 135"/>
                <a:gd name="T41" fmla="*/ 110 h 153"/>
                <a:gd name="T42" fmla="*/ 104 w 135"/>
                <a:gd name="T43" fmla="*/ 110 h 153"/>
                <a:gd name="T44" fmla="*/ 102 w 135"/>
                <a:gd name="T45" fmla="*/ 131 h 153"/>
                <a:gd name="T46" fmla="*/ 115 w 135"/>
                <a:gd name="T47" fmla="*/ 133 h 153"/>
                <a:gd name="T48" fmla="*/ 104 w 135"/>
                <a:gd name="T49" fmla="*/ 11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5" h="153">
                  <a:moveTo>
                    <a:pt x="47" y="133"/>
                  </a:moveTo>
                  <a:cubicBezTo>
                    <a:pt x="62" y="133"/>
                    <a:pt x="76" y="119"/>
                    <a:pt x="91" y="114"/>
                  </a:cubicBezTo>
                  <a:cubicBezTo>
                    <a:pt x="82" y="120"/>
                    <a:pt x="63" y="134"/>
                    <a:pt x="47" y="138"/>
                  </a:cubicBezTo>
                  <a:cubicBezTo>
                    <a:pt x="28" y="143"/>
                    <a:pt x="0" y="144"/>
                    <a:pt x="0" y="124"/>
                  </a:cubicBezTo>
                  <a:cubicBezTo>
                    <a:pt x="6" y="123"/>
                    <a:pt x="1" y="132"/>
                    <a:pt x="4" y="133"/>
                  </a:cubicBezTo>
                  <a:cubicBezTo>
                    <a:pt x="38" y="148"/>
                    <a:pt x="65" y="113"/>
                    <a:pt x="97" y="109"/>
                  </a:cubicBezTo>
                  <a:cubicBezTo>
                    <a:pt x="98" y="104"/>
                    <a:pt x="100" y="100"/>
                    <a:pt x="100" y="94"/>
                  </a:cubicBezTo>
                  <a:cubicBezTo>
                    <a:pt x="109" y="85"/>
                    <a:pt x="131" y="46"/>
                    <a:pt x="125" y="22"/>
                  </a:cubicBezTo>
                  <a:cubicBezTo>
                    <a:pt x="123" y="12"/>
                    <a:pt x="109" y="0"/>
                    <a:pt x="101" y="15"/>
                  </a:cubicBezTo>
                  <a:cubicBezTo>
                    <a:pt x="97" y="9"/>
                    <a:pt x="107" y="4"/>
                    <a:pt x="114" y="5"/>
                  </a:cubicBezTo>
                  <a:cubicBezTo>
                    <a:pt x="125" y="6"/>
                    <a:pt x="131" y="18"/>
                    <a:pt x="132" y="30"/>
                  </a:cubicBezTo>
                  <a:cubicBezTo>
                    <a:pt x="135" y="56"/>
                    <a:pt x="111" y="90"/>
                    <a:pt x="107" y="106"/>
                  </a:cubicBezTo>
                  <a:cubicBezTo>
                    <a:pt x="133" y="105"/>
                    <a:pt x="126" y="153"/>
                    <a:pt x="100" y="137"/>
                  </a:cubicBezTo>
                  <a:cubicBezTo>
                    <a:pt x="97" y="130"/>
                    <a:pt x="98" y="120"/>
                    <a:pt x="95" y="113"/>
                  </a:cubicBezTo>
                  <a:cubicBezTo>
                    <a:pt x="78" y="113"/>
                    <a:pt x="63" y="127"/>
                    <a:pt x="47" y="133"/>
                  </a:cubicBezTo>
                  <a:close/>
                  <a:moveTo>
                    <a:pt x="102" y="107"/>
                  </a:moveTo>
                  <a:cubicBezTo>
                    <a:pt x="112" y="84"/>
                    <a:pt x="130" y="63"/>
                    <a:pt x="128" y="36"/>
                  </a:cubicBezTo>
                  <a:cubicBezTo>
                    <a:pt x="126" y="65"/>
                    <a:pt x="105" y="83"/>
                    <a:pt x="102" y="107"/>
                  </a:cubicBezTo>
                  <a:close/>
                  <a:moveTo>
                    <a:pt x="114" y="110"/>
                  </a:moveTo>
                  <a:cubicBezTo>
                    <a:pt x="117" y="118"/>
                    <a:pt x="121" y="121"/>
                    <a:pt x="118" y="128"/>
                  </a:cubicBezTo>
                  <a:cubicBezTo>
                    <a:pt x="128" y="125"/>
                    <a:pt x="119" y="112"/>
                    <a:pt x="114" y="110"/>
                  </a:cubicBezTo>
                  <a:close/>
                  <a:moveTo>
                    <a:pt x="104" y="110"/>
                  </a:moveTo>
                  <a:cubicBezTo>
                    <a:pt x="100" y="114"/>
                    <a:pt x="100" y="125"/>
                    <a:pt x="102" y="131"/>
                  </a:cubicBezTo>
                  <a:cubicBezTo>
                    <a:pt x="108" y="132"/>
                    <a:pt x="110" y="135"/>
                    <a:pt x="115" y="133"/>
                  </a:cubicBezTo>
                  <a:cubicBezTo>
                    <a:pt x="120" y="121"/>
                    <a:pt x="114" y="111"/>
                    <a:pt x="104" y="110"/>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96" name="Voľný tvar 52"/>
            <p:cNvSpPr>
              <a:spLocks noEditPoints="1"/>
            </p:cNvSpPr>
            <p:nvPr/>
          </p:nvSpPr>
          <p:spPr bwMode="auto">
            <a:xfrm>
              <a:off x="4202113" y="5762625"/>
              <a:ext cx="306388" cy="311150"/>
            </a:xfrm>
            <a:custGeom>
              <a:avLst/>
              <a:gdLst>
                <a:gd name="T0" fmla="*/ 0 w 136"/>
                <a:gd name="T1" fmla="*/ 120 h 138"/>
                <a:gd name="T2" fmla="*/ 4 w 136"/>
                <a:gd name="T3" fmla="*/ 120 h 138"/>
                <a:gd name="T4" fmla="*/ 23 w 136"/>
                <a:gd name="T5" fmla="*/ 132 h 138"/>
                <a:gd name="T6" fmla="*/ 97 w 136"/>
                <a:gd name="T7" fmla="*/ 104 h 138"/>
                <a:gd name="T8" fmla="*/ 100 w 136"/>
                <a:gd name="T9" fmla="*/ 90 h 138"/>
                <a:gd name="T10" fmla="*/ 103 w 136"/>
                <a:gd name="T11" fmla="*/ 11 h 138"/>
                <a:gd name="T12" fmla="*/ 101 w 136"/>
                <a:gd name="T13" fmla="*/ 6 h 138"/>
                <a:gd name="T14" fmla="*/ 134 w 136"/>
                <a:gd name="T15" fmla="*/ 26 h 138"/>
                <a:gd name="T16" fmla="*/ 125 w 136"/>
                <a:gd name="T17" fmla="*/ 119 h 138"/>
                <a:gd name="T18" fmla="*/ 100 w 136"/>
                <a:gd name="T19" fmla="*/ 133 h 138"/>
                <a:gd name="T20" fmla="*/ 96 w 136"/>
                <a:gd name="T21" fmla="*/ 110 h 138"/>
                <a:gd name="T22" fmla="*/ 87 w 136"/>
                <a:gd name="T23" fmla="*/ 115 h 138"/>
                <a:gd name="T24" fmla="*/ 5 w 136"/>
                <a:gd name="T25" fmla="*/ 129 h 138"/>
                <a:gd name="T26" fmla="*/ 48 w 136"/>
                <a:gd name="T27" fmla="*/ 134 h 138"/>
                <a:gd name="T28" fmla="*/ 48 w 136"/>
                <a:gd name="T29" fmla="*/ 129 h 138"/>
                <a:gd name="T30" fmla="*/ 65 w 136"/>
                <a:gd name="T31" fmla="*/ 120 h 138"/>
                <a:gd name="T32" fmla="*/ 97 w 136"/>
                <a:gd name="T33" fmla="*/ 108 h 138"/>
                <a:gd name="T34" fmla="*/ 97 w 136"/>
                <a:gd name="T35" fmla="*/ 109 h 138"/>
                <a:gd name="T36" fmla="*/ 111 w 136"/>
                <a:gd name="T37" fmla="*/ 135 h 138"/>
                <a:gd name="T38" fmla="*/ 118 w 136"/>
                <a:gd name="T39" fmla="*/ 125 h 138"/>
                <a:gd name="T40" fmla="*/ 117 w 136"/>
                <a:gd name="T41" fmla="*/ 129 h 138"/>
                <a:gd name="T42" fmla="*/ 108 w 136"/>
                <a:gd name="T43" fmla="*/ 129 h 138"/>
                <a:gd name="T44" fmla="*/ 103 w 136"/>
                <a:gd name="T45" fmla="*/ 128 h 138"/>
                <a:gd name="T46" fmla="*/ 105 w 136"/>
                <a:gd name="T47" fmla="*/ 105 h 138"/>
                <a:gd name="T48" fmla="*/ 118 w 136"/>
                <a:gd name="T49" fmla="*/ 124 h 138"/>
                <a:gd name="T50" fmla="*/ 114 w 136"/>
                <a:gd name="T51" fmla="*/ 105 h 138"/>
                <a:gd name="T52" fmla="*/ 108 w 136"/>
                <a:gd name="T53" fmla="*/ 102 h 138"/>
                <a:gd name="T54" fmla="*/ 115 w 136"/>
                <a:gd name="T55" fmla="*/ 82 h 138"/>
                <a:gd name="T56" fmla="*/ 102 w 136"/>
                <a:gd name="T57" fmla="*/ 7 h 138"/>
                <a:gd name="T58" fmla="*/ 127 w 136"/>
                <a:gd name="T59" fmla="*/ 18 h 138"/>
                <a:gd name="T60" fmla="*/ 98 w 136"/>
                <a:gd name="T61" fmla="*/ 105 h 138"/>
                <a:gd name="T62" fmla="*/ 23 w 136"/>
                <a:gd name="T63" fmla="*/ 133 h 138"/>
                <a:gd name="T64" fmla="*/ 104 w 136"/>
                <a:gd name="T65" fmla="*/ 127 h 138"/>
                <a:gd name="T66" fmla="*/ 115 w 136"/>
                <a:gd name="T67" fmla="*/ 113 h 138"/>
                <a:gd name="T68" fmla="*/ 89 w 136"/>
                <a:gd name="T69" fmla="*/ 110 h 138"/>
                <a:gd name="T70" fmla="*/ 74 w 136"/>
                <a:gd name="T71" fmla="*/ 118 h 138"/>
                <a:gd name="T72" fmla="*/ 4 w 136"/>
                <a:gd name="T73" fmla="*/ 127 h 138"/>
                <a:gd name="T74" fmla="*/ 2 w 136"/>
                <a:gd name="T75" fmla="*/ 121 h 138"/>
                <a:gd name="T76" fmla="*/ 120 w 136"/>
                <a:gd name="T77" fmla="*/ 123 h 138"/>
                <a:gd name="T78" fmla="*/ 102 w 136"/>
                <a:gd name="T79" fmla="*/ 108 h 138"/>
                <a:gd name="T80" fmla="*/ 128 w 136"/>
                <a:gd name="T81" fmla="*/ 32 h 138"/>
                <a:gd name="T82" fmla="*/ 104 w 136"/>
                <a:gd name="T83" fmla="*/ 103 h 138"/>
                <a:gd name="T84" fmla="*/ 116 w 136"/>
                <a:gd name="T85" fmla="*/ 72 h 138"/>
                <a:gd name="T86" fmla="*/ 128 w 136"/>
                <a:gd name="T87" fmla="*/ 4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6" h="138">
                  <a:moveTo>
                    <a:pt x="26" y="138"/>
                  </a:moveTo>
                  <a:cubicBezTo>
                    <a:pt x="16" y="138"/>
                    <a:pt x="9" y="136"/>
                    <a:pt x="5" y="131"/>
                  </a:cubicBezTo>
                  <a:cubicBezTo>
                    <a:pt x="2" y="129"/>
                    <a:pt x="0" y="125"/>
                    <a:pt x="0" y="120"/>
                  </a:cubicBezTo>
                  <a:cubicBezTo>
                    <a:pt x="0" y="120"/>
                    <a:pt x="0" y="120"/>
                    <a:pt x="0" y="120"/>
                  </a:cubicBezTo>
                  <a:cubicBezTo>
                    <a:pt x="1" y="119"/>
                    <a:pt x="1" y="119"/>
                    <a:pt x="1" y="119"/>
                  </a:cubicBezTo>
                  <a:cubicBezTo>
                    <a:pt x="2" y="119"/>
                    <a:pt x="3" y="119"/>
                    <a:pt x="4" y="120"/>
                  </a:cubicBezTo>
                  <a:cubicBezTo>
                    <a:pt x="5" y="121"/>
                    <a:pt x="5" y="123"/>
                    <a:pt x="5" y="124"/>
                  </a:cubicBezTo>
                  <a:cubicBezTo>
                    <a:pt x="5" y="126"/>
                    <a:pt x="5" y="128"/>
                    <a:pt x="6" y="128"/>
                  </a:cubicBezTo>
                  <a:cubicBezTo>
                    <a:pt x="11" y="131"/>
                    <a:pt x="17" y="132"/>
                    <a:pt x="23" y="132"/>
                  </a:cubicBezTo>
                  <a:cubicBezTo>
                    <a:pt x="37" y="132"/>
                    <a:pt x="49" y="125"/>
                    <a:pt x="63" y="118"/>
                  </a:cubicBezTo>
                  <a:cubicBezTo>
                    <a:pt x="74" y="112"/>
                    <a:pt x="85" y="106"/>
                    <a:pt x="97" y="104"/>
                  </a:cubicBezTo>
                  <a:cubicBezTo>
                    <a:pt x="97" y="104"/>
                    <a:pt x="97" y="104"/>
                    <a:pt x="97" y="104"/>
                  </a:cubicBezTo>
                  <a:cubicBezTo>
                    <a:pt x="99" y="100"/>
                    <a:pt x="100" y="96"/>
                    <a:pt x="100" y="90"/>
                  </a:cubicBezTo>
                  <a:cubicBezTo>
                    <a:pt x="100" y="90"/>
                    <a:pt x="100" y="90"/>
                    <a:pt x="100" y="90"/>
                  </a:cubicBezTo>
                  <a:cubicBezTo>
                    <a:pt x="100" y="90"/>
                    <a:pt x="100" y="90"/>
                    <a:pt x="100" y="90"/>
                  </a:cubicBezTo>
                  <a:cubicBezTo>
                    <a:pt x="109" y="81"/>
                    <a:pt x="132" y="42"/>
                    <a:pt x="125" y="18"/>
                  </a:cubicBezTo>
                  <a:cubicBezTo>
                    <a:pt x="124" y="12"/>
                    <a:pt x="117" y="4"/>
                    <a:pt x="111" y="4"/>
                  </a:cubicBezTo>
                  <a:cubicBezTo>
                    <a:pt x="108" y="4"/>
                    <a:pt x="105" y="7"/>
                    <a:pt x="103" y="11"/>
                  </a:cubicBezTo>
                  <a:cubicBezTo>
                    <a:pt x="102" y="12"/>
                    <a:pt x="102" y="12"/>
                    <a:pt x="102" y="12"/>
                  </a:cubicBezTo>
                  <a:cubicBezTo>
                    <a:pt x="101" y="11"/>
                    <a:pt x="101" y="11"/>
                    <a:pt x="101" y="11"/>
                  </a:cubicBezTo>
                  <a:cubicBezTo>
                    <a:pt x="100" y="9"/>
                    <a:pt x="100" y="8"/>
                    <a:pt x="101" y="6"/>
                  </a:cubicBezTo>
                  <a:cubicBezTo>
                    <a:pt x="103" y="2"/>
                    <a:pt x="109" y="0"/>
                    <a:pt x="114" y="0"/>
                  </a:cubicBezTo>
                  <a:cubicBezTo>
                    <a:pt x="114" y="0"/>
                    <a:pt x="114" y="0"/>
                    <a:pt x="115" y="0"/>
                  </a:cubicBezTo>
                  <a:cubicBezTo>
                    <a:pt x="127" y="1"/>
                    <a:pt x="133" y="14"/>
                    <a:pt x="134" y="26"/>
                  </a:cubicBezTo>
                  <a:cubicBezTo>
                    <a:pt x="136" y="44"/>
                    <a:pt x="125" y="66"/>
                    <a:pt x="117" y="83"/>
                  </a:cubicBezTo>
                  <a:cubicBezTo>
                    <a:pt x="113" y="90"/>
                    <a:pt x="110" y="96"/>
                    <a:pt x="109" y="101"/>
                  </a:cubicBezTo>
                  <a:cubicBezTo>
                    <a:pt x="120" y="101"/>
                    <a:pt x="125" y="110"/>
                    <a:pt x="125" y="119"/>
                  </a:cubicBezTo>
                  <a:cubicBezTo>
                    <a:pt x="125" y="128"/>
                    <a:pt x="120" y="137"/>
                    <a:pt x="111" y="137"/>
                  </a:cubicBezTo>
                  <a:cubicBezTo>
                    <a:pt x="107" y="137"/>
                    <a:pt x="104" y="136"/>
                    <a:pt x="100" y="134"/>
                  </a:cubicBezTo>
                  <a:cubicBezTo>
                    <a:pt x="100" y="133"/>
                    <a:pt x="100" y="133"/>
                    <a:pt x="100" y="133"/>
                  </a:cubicBezTo>
                  <a:cubicBezTo>
                    <a:pt x="100" y="133"/>
                    <a:pt x="100" y="133"/>
                    <a:pt x="100" y="133"/>
                  </a:cubicBezTo>
                  <a:cubicBezTo>
                    <a:pt x="98" y="130"/>
                    <a:pt x="98" y="125"/>
                    <a:pt x="97" y="120"/>
                  </a:cubicBezTo>
                  <a:cubicBezTo>
                    <a:pt x="97" y="116"/>
                    <a:pt x="97" y="113"/>
                    <a:pt x="96" y="110"/>
                  </a:cubicBezTo>
                  <a:cubicBezTo>
                    <a:pt x="95" y="110"/>
                    <a:pt x="95" y="110"/>
                    <a:pt x="94" y="110"/>
                  </a:cubicBezTo>
                  <a:cubicBezTo>
                    <a:pt x="92" y="111"/>
                    <a:pt x="92" y="111"/>
                    <a:pt x="92" y="111"/>
                  </a:cubicBezTo>
                  <a:cubicBezTo>
                    <a:pt x="91" y="112"/>
                    <a:pt x="89" y="113"/>
                    <a:pt x="87" y="115"/>
                  </a:cubicBezTo>
                  <a:cubicBezTo>
                    <a:pt x="77" y="121"/>
                    <a:pt x="61" y="132"/>
                    <a:pt x="48" y="135"/>
                  </a:cubicBezTo>
                  <a:cubicBezTo>
                    <a:pt x="41" y="137"/>
                    <a:pt x="33" y="138"/>
                    <a:pt x="26" y="138"/>
                  </a:cubicBezTo>
                  <a:close/>
                  <a:moveTo>
                    <a:pt x="5" y="129"/>
                  </a:moveTo>
                  <a:cubicBezTo>
                    <a:pt x="5" y="130"/>
                    <a:pt x="5" y="130"/>
                    <a:pt x="6" y="130"/>
                  </a:cubicBezTo>
                  <a:cubicBezTo>
                    <a:pt x="10" y="134"/>
                    <a:pt x="17" y="137"/>
                    <a:pt x="26" y="137"/>
                  </a:cubicBezTo>
                  <a:cubicBezTo>
                    <a:pt x="33" y="137"/>
                    <a:pt x="41" y="135"/>
                    <a:pt x="48" y="134"/>
                  </a:cubicBezTo>
                  <a:cubicBezTo>
                    <a:pt x="61" y="130"/>
                    <a:pt x="76" y="120"/>
                    <a:pt x="86" y="114"/>
                  </a:cubicBezTo>
                  <a:cubicBezTo>
                    <a:pt x="82" y="115"/>
                    <a:pt x="78" y="117"/>
                    <a:pt x="75" y="119"/>
                  </a:cubicBezTo>
                  <a:cubicBezTo>
                    <a:pt x="66" y="124"/>
                    <a:pt x="57" y="129"/>
                    <a:pt x="48" y="129"/>
                  </a:cubicBezTo>
                  <a:cubicBezTo>
                    <a:pt x="44" y="129"/>
                    <a:pt x="44" y="129"/>
                    <a:pt x="44" y="129"/>
                  </a:cubicBezTo>
                  <a:cubicBezTo>
                    <a:pt x="48" y="128"/>
                    <a:pt x="48" y="128"/>
                    <a:pt x="48" y="128"/>
                  </a:cubicBezTo>
                  <a:cubicBezTo>
                    <a:pt x="54" y="126"/>
                    <a:pt x="59" y="123"/>
                    <a:pt x="65" y="120"/>
                  </a:cubicBezTo>
                  <a:cubicBezTo>
                    <a:pt x="75" y="114"/>
                    <a:pt x="85" y="108"/>
                    <a:pt x="96" y="108"/>
                  </a:cubicBezTo>
                  <a:cubicBezTo>
                    <a:pt x="96" y="108"/>
                    <a:pt x="96" y="108"/>
                    <a:pt x="96" y="108"/>
                  </a:cubicBezTo>
                  <a:cubicBezTo>
                    <a:pt x="97" y="108"/>
                    <a:pt x="97" y="108"/>
                    <a:pt x="97" y="108"/>
                  </a:cubicBezTo>
                  <a:cubicBezTo>
                    <a:pt x="97" y="108"/>
                    <a:pt x="97" y="108"/>
                    <a:pt x="97" y="108"/>
                  </a:cubicBezTo>
                  <a:cubicBezTo>
                    <a:pt x="97" y="108"/>
                    <a:pt x="97" y="108"/>
                    <a:pt x="97" y="108"/>
                  </a:cubicBezTo>
                  <a:cubicBezTo>
                    <a:pt x="97" y="109"/>
                    <a:pt x="97" y="109"/>
                    <a:pt x="97" y="109"/>
                  </a:cubicBezTo>
                  <a:cubicBezTo>
                    <a:pt x="98" y="112"/>
                    <a:pt x="99" y="116"/>
                    <a:pt x="99" y="120"/>
                  </a:cubicBezTo>
                  <a:cubicBezTo>
                    <a:pt x="99" y="124"/>
                    <a:pt x="100" y="129"/>
                    <a:pt x="101" y="132"/>
                  </a:cubicBezTo>
                  <a:cubicBezTo>
                    <a:pt x="104" y="134"/>
                    <a:pt x="108" y="135"/>
                    <a:pt x="111" y="135"/>
                  </a:cubicBezTo>
                  <a:cubicBezTo>
                    <a:pt x="118" y="135"/>
                    <a:pt x="122" y="129"/>
                    <a:pt x="123" y="123"/>
                  </a:cubicBezTo>
                  <a:cubicBezTo>
                    <a:pt x="122" y="124"/>
                    <a:pt x="121" y="125"/>
                    <a:pt x="119" y="125"/>
                  </a:cubicBezTo>
                  <a:cubicBezTo>
                    <a:pt x="118" y="125"/>
                    <a:pt x="118" y="125"/>
                    <a:pt x="118" y="125"/>
                  </a:cubicBezTo>
                  <a:cubicBezTo>
                    <a:pt x="118" y="127"/>
                    <a:pt x="117" y="128"/>
                    <a:pt x="117" y="129"/>
                  </a:cubicBezTo>
                  <a:cubicBezTo>
                    <a:pt x="117" y="129"/>
                    <a:pt x="117" y="129"/>
                    <a:pt x="117" y="129"/>
                  </a:cubicBezTo>
                  <a:cubicBezTo>
                    <a:pt x="117" y="129"/>
                    <a:pt x="117" y="129"/>
                    <a:pt x="117" y="129"/>
                  </a:cubicBezTo>
                  <a:cubicBezTo>
                    <a:pt x="115" y="130"/>
                    <a:pt x="114" y="130"/>
                    <a:pt x="113" y="130"/>
                  </a:cubicBezTo>
                  <a:cubicBezTo>
                    <a:pt x="113" y="130"/>
                    <a:pt x="113" y="130"/>
                    <a:pt x="113" y="130"/>
                  </a:cubicBezTo>
                  <a:cubicBezTo>
                    <a:pt x="111" y="130"/>
                    <a:pt x="109" y="130"/>
                    <a:pt x="108" y="129"/>
                  </a:cubicBezTo>
                  <a:cubicBezTo>
                    <a:pt x="106" y="129"/>
                    <a:pt x="105" y="128"/>
                    <a:pt x="103" y="128"/>
                  </a:cubicBezTo>
                  <a:cubicBezTo>
                    <a:pt x="103" y="128"/>
                    <a:pt x="103" y="128"/>
                    <a:pt x="103" y="128"/>
                  </a:cubicBezTo>
                  <a:cubicBezTo>
                    <a:pt x="103" y="128"/>
                    <a:pt x="103" y="128"/>
                    <a:pt x="103" y="128"/>
                  </a:cubicBezTo>
                  <a:cubicBezTo>
                    <a:pt x="100" y="122"/>
                    <a:pt x="100" y="110"/>
                    <a:pt x="104" y="105"/>
                  </a:cubicBezTo>
                  <a:cubicBezTo>
                    <a:pt x="105" y="105"/>
                    <a:pt x="105" y="105"/>
                    <a:pt x="105" y="105"/>
                  </a:cubicBezTo>
                  <a:cubicBezTo>
                    <a:pt x="105" y="105"/>
                    <a:pt x="105" y="105"/>
                    <a:pt x="105" y="105"/>
                  </a:cubicBezTo>
                  <a:cubicBezTo>
                    <a:pt x="110" y="106"/>
                    <a:pt x="114" y="108"/>
                    <a:pt x="116" y="112"/>
                  </a:cubicBezTo>
                  <a:cubicBezTo>
                    <a:pt x="118" y="116"/>
                    <a:pt x="119" y="120"/>
                    <a:pt x="118" y="124"/>
                  </a:cubicBezTo>
                  <a:cubicBezTo>
                    <a:pt x="118" y="124"/>
                    <a:pt x="118" y="124"/>
                    <a:pt x="118" y="124"/>
                  </a:cubicBezTo>
                  <a:cubicBezTo>
                    <a:pt x="121" y="119"/>
                    <a:pt x="119" y="116"/>
                    <a:pt x="117" y="112"/>
                  </a:cubicBezTo>
                  <a:cubicBezTo>
                    <a:pt x="116" y="110"/>
                    <a:pt x="115" y="109"/>
                    <a:pt x="114" y="106"/>
                  </a:cubicBezTo>
                  <a:cubicBezTo>
                    <a:pt x="114" y="105"/>
                    <a:pt x="114" y="105"/>
                    <a:pt x="114" y="105"/>
                  </a:cubicBezTo>
                  <a:cubicBezTo>
                    <a:pt x="115" y="105"/>
                    <a:pt x="115" y="105"/>
                    <a:pt x="115" y="105"/>
                  </a:cubicBezTo>
                  <a:cubicBezTo>
                    <a:pt x="117" y="106"/>
                    <a:pt x="121" y="109"/>
                    <a:pt x="123" y="113"/>
                  </a:cubicBezTo>
                  <a:cubicBezTo>
                    <a:pt x="121" y="107"/>
                    <a:pt x="116" y="102"/>
                    <a:pt x="108" y="102"/>
                  </a:cubicBezTo>
                  <a:cubicBezTo>
                    <a:pt x="107" y="102"/>
                    <a:pt x="107" y="102"/>
                    <a:pt x="107" y="102"/>
                  </a:cubicBezTo>
                  <a:cubicBezTo>
                    <a:pt x="107" y="101"/>
                    <a:pt x="107" y="101"/>
                    <a:pt x="107" y="101"/>
                  </a:cubicBezTo>
                  <a:cubicBezTo>
                    <a:pt x="108" y="97"/>
                    <a:pt x="112" y="90"/>
                    <a:pt x="115" y="82"/>
                  </a:cubicBezTo>
                  <a:cubicBezTo>
                    <a:pt x="124" y="65"/>
                    <a:pt x="134" y="44"/>
                    <a:pt x="133" y="26"/>
                  </a:cubicBezTo>
                  <a:cubicBezTo>
                    <a:pt x="131" y="15"/>
                    <a:pt x="126" y="3"/>
                    <a:pt x="115" y="2"/>
                  </a:cubicBezTo>
                  <a:cubicBezTo>
                    <a:pt x="110" y="1"/>
                    <a:pt x="104" y="4"/>
                    <a:pt x="102" y="7"/>
                  </a:cubicBezTo>
                  <a:cubicBezTo>
                    <a:pt x="102" y="7"/>
                    <a:pt x="102" y="8"/>
                    <a:pt x="102" y="9"/>
                  </a:cubicBezTo>
                  <a:cubicBezTo>
                    <a:pt x="105" y="4"/>
                    <a:pt x="109" y="3"/>
                    <a:pt x="111" y="3"/>
                  </a:cubicBezTo>
                  <a:cubicBezTo>
                    <a:pt x="118" y="3"/>
                    <a:pt x="125" y="11"/>
                    <a:pt x="127" y="18"/>
                  </a:cubicBezTo>
                  <a:cubicBezTo>
                    <a:pt x="133" y="42"/>
                    <a:pt x="110" y="81"/>
                    <a:pt x="101" y="91"/>
                  </a:cubicBezTo>
                  <a:cubicBezTo>
                    <a:pt x="102" y="96"/>
                    <a:pt x="100" y="100"/>
                    <a:pt x="99" y="104"/>
                  </a:cubicBezTo>
                  <a:cubicBezTo>
                    <a:pt x="98" y="105"/>
                    <a:pt x="98" y="105"/>
                    <a:pt x="98" y="105"/>
                  </a:cubicBezTo>
                  <a:cubicBezTo>
                    <a:pt x="98" y="105"/>
                    <a:pt x="98" y="105"/>
                    <a:pt x="98" y="105"/>
                  </a:cubicBezTo>
                  <a:cubicBezTo>
                    <a:pt x="86" y="107"/>
                    <a:pt x="75" y="113"/>
                    <a:pt x="64" y="119"/>
                  </a:cubicBezTo>
                  <a:cubicBezTo>
                    <a:pt x="51" y="126"/>
                    <a:pt x="37" y="133"/>
                    <a:pt x="23" y="133"/>
                  </a:cubicBezTo>
                  <a:cubicBezTo>
                    <a:pt x="17" y="133"/>
                    <a:pt x="11" y="132"/>
                    <a:pt x="5" y="129"/>
                  </a:cubicBezTo>
                  <a:cubicBezTo>
                    <a:pt x="5" y="129"/>
                    <a:pt x="5" y="129"/>
                    <a:pt x="5" y="129"/>
                  </a:cubicBezTo>
                  <a:close/>
                  <a:moveTo>
                    <a:pt x="104" y="127"/>
                  </a:moveTo>
                  <a:cubicBezTo>
                    <a:pt x="106" y="127"/>
                    <a:pt x="107" y="127"/>
                    <a:pt x="108" y="128"/>
                  </a:cubicBezTo>
                  <a:cubicBezTo>
                    <a:pt x="111" y="129"/>
                    <a:pt x="113" y="129"/>
                    <a:pt x="116" y="128"/>
                  </a:cubicBezTo>
                  <a:cubicBezTo>
                    <a:pt x="118" y="123"/>
                    <a:pt x="118" y="117"/>
                    <a:pt x="115" y="113"/>
                  </a:cubicBezTo>
                  <a:cubicBezTo>
                    <a:pt x="113" y="110"/>
                    <a:pt x="109" y="107"/>
                    <a:pt x="105" y="107"/>
                  </a:cubicBezTo>
                  <a:cubicBezTo>
                    <a:pt x="102" y="111"/>
                    <a:pt x="102" y="121"/>
                    <a:pt x="104" y="127"/>
                  </a:cubicBezTo>
                  <a:close/>
                  <a:moveTo>
                    <a:pt x="89" y="110"/>
                  </a:moveTo>
                  <a:cubicBezTo>
                    <a:pt x="81" y="112"/>
                    <a:pt x="73" y="117"/>
                    <a:pt x="65" y="121"/>
                  </a:cubicBezTo>
                  <a:cubicBezTo>
                    <a:pt x="61" y="123"/>
                    <a:pt x="57" y="125"/>
                    <a:pt x="53" y="127"/>
                  </a:cubicBezTo>
                  <a:cubicBezTo>
                    <a:pt x="60" y="126"/>
                    <a:pt x="67" y="122"/>
                    <a:pt x="74" y="118"/>
                  </a:cubicBezTo>
                  <a:cubicBezTo>
                    <a:pt x="79" y="115"/>
                    <a:pt x="84" y="112"/>
                    <a:pt x="89" y="110"/>
                  </a:cubicBezTo>
                  <a:close/>
                  <a:moveTo>
                    <a:pt x="2" y="121"/>
                  </a:moveTo>
                  <a:cubicBezTo>
                    <a:pt x="2" y="123"/>
                    <a:pt x="3" y="125"/>
                    <a:pt x="4" y="127"/>
                  </a:cubicBezTo>
                  <a:cubicBezTo>
                    <a:pt x="3" y="127"/>
                    <a:pt x="3" y="125"/>
                    <a:pt x="3" y="124"/>
                  </a:cubicBezTo>
                  <a:cubicBezTo>
                    <a:pt x="3" y="123"/>
                    <a:pt x="4" y="122"/>
                    <a:pt x="3" y="121"/>
                  </a:cubicBezTo>
                  <a:cubicBezTo>
                    <a:pt x="3" y="121"/>
                    <a:pt x="3" y="121"/>
                    <a:pt x="2" y="121"/>
                  </a:cubicBezTo>
                  <a:close/>
                  <a:moveTo>
                    <a:pt x="116" y="108"/>
                  </a:moveTo>
                  <a:cubicBezTo>
                    <a:pt x="117" y="109"/>
                    <a:pt x="118" y="110"/>
                    <a:pt x="118" y="111"/>
                  </a:cubicBezTo>
                  <a:cubicBezTo>
                    <a:pt x="120" y="115"/>
                    <a:pt x="122" y="118"/>
                    <a:pt x="120" y="123"/>
                  </a:cubicBezTo>
                  <a:cubicBezTo>
                    <a:pt x="122" y="122"/>
                    <a:pt x="123" y="121"/>
                    <a:pt x="123" y="119"/>
                  </a:cubicBezTo>
                  <a:cubicBezTo>
                    <a:pt x="123" y="115"/>
                    <a:pt x="119" y="110"/>
                    <a:pt x="116" y="108"/>
                  </a:cubicBezTo>
                  <a:close/>
                  <a:moveTo>
                    <a:pt x="102" y="108"/>
                  </a:moveTo>
                  <a:cubicBezTo>
                    <a:pt x="103" y="103"/>
                    <a:pt x="103" y="103"/>
                    <a:pt x="103" y="103"/>
                  </a:cubicBezTo>
                  <a:cubicBezTo>
                    <a:pt x="104" y="92"/>
                    <a:pt x="109" y="82"/>
                    <a:pt x="114" y="72"/>
                  </a:cubicBezTo>
                  <a:cubicBezTo>
                    <a:pt x="121" y="60"/>
                    <a:pt x="127" y="47"/>
                    <a:pt x="128" y="32"/>
                  </a:cubicBezTo>
                  <a:cubicBezTo>
                    <a:pt x="130" y="32"/>
                    <a:pt x="130" y="32"/>
                    <a:pt x="130" y="32"/>
                  </a:cubicBezTo>
                  <a:cubicBezTo>
                    <a:pt x="131" y="51"/>
                    <a:pt x="122" y="68"/>
                    <a:pt x="114" y="84"/>
                  </a:cubicBezTo>
                  <a:cubicBezTo>
                    <a:pt x="110" y="90"/>
                    <a:pt x="107" y="97"/>
                    <a:pt x="104" y="103"/>
                  </a:cubicBezTo>
                  <a:lnTo>
                    <a:pt x="102" y="108"/>
                  </a:lnTo>
                  <a:close/>
                  <a:moveTo>
                    <a:pt x="128" y="44"/>
                  </a:moveTo>
                  <a:cubicBezTo>
                    <a:pt x="125" y="54"/>
                    <a:pt x="120" y="63"/>
                    <a:pt x="116" y="72"/>
                  </a:cubicBezTo>
                  <a:cubicBezTo>
                    <a:pt x="111" y="81"/>
                    <a:pt x="107" y="89"/>
                    <a:pt x="105" y="97"/>
                  </a:cubicBezTo>
                  <a:cubicBezTo>
                    <a:pt x="108" y="92"/>
                    <a:pt x="110" y="88"/>
                    <a:pt x="112" y="83"/>
                  </a:cubicBezTo>
                  <a:cubicBezTo>
                    <a:pt x="119" y="71"/>
                    <a:pt x="126" y="58"/>
                    <a:pt x="128" y="44"/>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grpSp>
      <p:sp>
        <p:nvSpPr>
          <p:cNvPr id="78" name="Zástupný obrázok 33" descr="Prázdny zástupný objekt na pridanie obrázka. Kliknite na zástupný objekt a vyberte požadovaný obrázok."/>
          <p:cNvSpPr>
            <a:spLocks noGrp="1"/>
          </p:cNvSpPr>
          <p:nvPr>
            <p:ph type="pic" sz="quarter" idx="18"/>
          </p:nvPr>
        </p:nvSpPr>
        <p:spPr>
          <a:xfrm>
            <a:off x="4720924" y="1824285"/>
            <a:ext cx="2715768" cy="2776308"/>
          </a:xfrm>
          <a:solidFill>
            <a:schemeClr val="bg2"/>
          </a:solidFill>
          <a:ln w="38100">
            <a:solidFill>
              <a:schemeClr val="bg1"/>
            </a:solidFill>
          </a:ln>
        </p:spPr>
        <p:txBody>
          <a:bodyPr rtlCol="0"/>
          <a:lstStyle>
            <a:lvl1pPr marL="0" indent="0" algn="ctr" rtl="0">
              <a:buNone/>
              <a:defRPr/>
            </a:lvl1pPr>
          </a:lstStyle>
          <a:p>
            <a:pPr rtl="0"/>
            <a:r>
              <a:rPr lang="sk-SK"/>
              <a:t>Ak chcete pridať obrázok, kliknite na ikonu</a:t>
            </a:r>
            <a:endParaRPr dirty="0"/>
          </a:p>
        </p:txBody>
      </p:sp>
      <p:sp>
        <p:nvSpPr>
          <p:cNvPr id="82" name="Zástupný text 3"/>
          <p:cNvSpPr>
            <a:spLocks noGrp="1"/>
          </p:cNvSpPr>
          <p:nvPr>
            <p:ph type="body" sz="half" idx="21"/>
          </p:nvPr>
        </p:nvSpPr>
        <p:spPr>
          <a:xfrm>
            <a:off x="4707208" y="4947405"/>
            <a:ext cx="2743200" cy="914400"/>
          </a:xfrm>
        </p:spPr>
        <p:txBody>
          <a:bodyPr rtlCol="0">
            <a:normAutofit/>
          </a:bodyPr>
          <a:lstStyle>
            <a:lvl1pPr marL="0" indent="0" algn="l" rtl="0">
              <a:spcBef>
                <a:spcPts val="1600"/>
              </a:spcBef>
              <a:buNone/>
              <a:defRPr sz="1600"/>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sk-SK"/>
              <a:t>Kliknite sem a upravte štýly predlohy textu.</a:t>
            </a:r>
          </a:p>
        </p:txBody>
      </p:sp>
      <p:grpSp>
        <p:nvGrpSpPr>
          <p:cNvPr id="97" name="Skupina 96"/>
          <p:cNvGrpSpPr>
            <a:grpSpLocks noChangeAspect="1"/>
          </p:cNvGrpSpPr>
          <p:nvPr userDrawn="1"/>
        </p:nvGrpSpPr>
        <p:grpSpPr>
          <a:xfrm rot="5400000">
            <a:off x="8019009" y="1678105"/>
            <a:ext cx="3123347" cy="3089730"/>
            <a:chOff x="895350" y="3313113"/>
            <a:chExt cx="3613151" cy="2790825"/>
          </a:xfrm>
          <a:solidFill>
            <a:schemeClr val="tx1">
              <a:lumMod val="50000"/>
            </a:schemeClr>
          </a:solidFill>
        </p:grpSpPr>
        <p:sp>
          <p:nvSpPr>
            <p:cNvPr id="98" name="Voľný tvar 41"/>
            <p:cNvSpPr>
              <a:spLocks/>
            </p:cNvSpPr>
            <p:nvPr/>
          </p:nvSpPr>
          <p:spPr bwMode="auto">
            <a:xfrm>
              <a:off x="963613" y="3725863"/>
              <a:ext cx="11113" cy="1952625"/>
            </a:xfrm>
            <a:custGeom>
              <a:avLst/>
              <a:gdLst>
                <a:gd name="T0" fmla="*/ 3 w 5"/>
                <a:gd name="T1" fmla="*/ 0 h 868"/>
                <a:gd name="T2" fmla="*/ 4 w 5"/>
                <a:gd name="T3" fmla="*/ 217 h 868"/>
                <a:gd name="T4" fmla="*/ 3 w 5"/>
                <a:gd name="T5" fmla="*/ 326 h 868"/>
                <a:gd name="T6" fmla="*/ 4 w 5"/>
                <a:gd name="T7" fmla="*/ 434 h 868"/>
                <a:gd name="T8" fmla="*/ 4 w 5"/>
                <a:gd name="T9" fmla="*/ 651 h 868"/>
                <a:gd name="T10" fmla="*/ 4 w 5"/>
                <a:gd name="T11" fmla="*/ 760 h 868"/>
                <a:gd name="T12" fmla="*/ 3 w 5"/>
                <a:gd name="T13" fmla="*/ 868 h 868"/>
                <a:gd name="T14" fmla="*/ 2 w 5"/>
                <a:gd name="T15" fmla="*/ 868 h 868"/>
                <a:gd name="T16" fmla="*/ 1 w 5"/>
                <a:gd name="T17" fmla="*/ 760 h 868"/>
                <a:gd name="T18" fmla="*/ 0 w 5"/>
                <a:gd name="T19" fmla="*/ 651 h 868"/>
                <a:gd name="T20" fmla="*/ 1 w 5"/>
                <a:gd name="T21" fmla="*/ 434 h 868"/>
                <a:gd name="T22" fmla="*/ 2 w 5"/>
                <a:gd name="T23" fmla="*/ 326 h 868"/>
                <a:gd name="T24" fmla="*/ 1 w 5"/>
                <a:gd name="T25" fmla="*/ 217 h 868"/>
                <a:gd name="T26" fmla="*/ 2 w 5"/>
                <a:gd name="T27" fmla="*/ 0 h 868"/>
                <a:gd name="T28" fmla="*/ 3 w 5"/>
                <a:gd name="T29" fmla="*/ 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868">
                  <a:moveTo>
                    <a:pt x="3" y="0"/>
                  </a:moveTo>
                  <a:cubicBezTo>
                    <a:pt x="4" y="73"/>
                    <a:pt x="4" y="145"/>
                    <a:pt x="4" y="217"/>
                  </a:cubicBezTo>
                  <a:cubicBezTo>
                    <a:pt x="4" y="253"/>
                    <a:pt x="3" y="290"/>
                    <a:pt x="3" y="326"/>
                  </a:cubicBezTo>
                  <a:cubicBezTo>
                    <a:pt x="3" y="362"/>
                    <a:pt x="3" y="398"/>
                    <a:pt x="4" y="434"/>
                  </a:cubicBezTo>
                  <a:cubicBezTo>
                    <a:pt x="4" y="507"/>
                    <a:pt x="5" y="579"/>
                    <a:pt x="4" y="651"/>
                  </a:cubicBezTo>
                  <a:cubicBezTo>
                    <a:pt x="5" y="687"/>
                    <a:pt x="4" y="724"/>
                    <a:pt x="4" y="760"/>
                  </a:cubicBezTo>
                  <a:cubicBezTo>
                    <a:pt x="4" y="796"/>
                    <a:pt x="3" y="832"/>
                    <a:pt x="3" y="868"/>
                  </a:cubicBezTo>
                  <a:cubicBezTo>
                    <a:pt x="2" y="868"/>
                    <a:pt x="2" y="868"/>
                    <a:pt x="2" y="868"/>
                  </a:cubicBezTo>
                  <a:cubicBezTo>
                    <a:pt x="2" y="832"/>
                    <a:pt x="1" y="796"/>
                    <a:pt x="1" y="760"/>
                  </a:cubicBezTo>
                  <a:cubicBezTo>
                    <a:pt x="1" y="724"/>
                    <a:pt x="0" y="687"/>
                    <a:pt x="0" y="651"/>
                  </a:cubicBezTo>
                  <a:cubicBezTo>
                    <a:pt x="0" y="579"/>
                    <a:pt x="1" y="507"/>
                    <a:pt x="1" y="434"/>
                  </a:cubicBezTo>
                  <a:cubicBezTo>
                    <a:pt x="2" y="398"/>
                    <a:pt x="2" y="362"/>
                    <a:pt x="2" y="326"/>
                  </a:cubicBezTo>
                  <a:cubicBezTo>
                    <a:pt x="2" y="290"/>
                    <a:pt x="1" y="253"/>
                    <a:pt x="1" y="217"/>
                  </a:cubicBezTo>
                  <a:cubicBezTo>
                    <a:pt x="0" y="145"/>
                    <a:pt x="1" y="73"/>
                    <a:pt x="2" y="0"/>
                  </a:cubicBezTo>
                  <a:lnTo>
                    <a:pt x="3" y="0"/>
                  </a:ln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99" name="Voľný tvar 42"/>
            <p:cNvSpPr>
              <a:spLocks/>
            </p:cNvSpPr>
            <p:nvPr/>
          </p:nvSpPr>
          <p:spPr bwMode="auto">
            <a:xfrm>
              <a:off x="1350963" y="6038850"/>
              <a:ext cx="2736850" cy="11113"/>
            </a:xfrm>
            <a:custGeom>
              <a:avLst/>
              <a:gdLst>
                <a:gd name="T0" fmla="*/ 0 w 1216"/>
                <a:gd name="T1" fmla="*/ 2 h 5"/>
                <a:gd name="T2" fmla="*/ 304 w 1216"/>
                <a:gd name="T3" fmla="*/ 1 h 5"/>
                <a:gd name="T4" fmla="*/ 456 w 1216"/>
                <a:gd name="T5" fmla="*/ 2 h 5"/>
                <a:gd name="T6" fmla="*/ 608 w 1216"/>
                <a:gd name="T7" fmla="*/ 1 h 5"/>
                <a:gd name="T8" fmla="*/ 912 w 1216"/>
                <a:gd name="T9" fmla="*/ 0 h 5"/>
                <a:gd name="T10" fmla="*/ 1064 w 1216"/>
                <a:gd name="T11" fmla="*/ 1 h 5"/>
                <a:gd name="T12" fmla="*/ 1216 w 1216"/>
                <a:gd name="T13" fmla="*/ 2 h 5"/>
                <a:gd name="T14" fmla="*/ 1216 w 1216"/>
                <a:gd name="T15" fmla="*/ 2 h 5"/>
                <a:gd name="T16" fmla="*/ 1064 w 1216"/>
                <a:gd name="T17" fmla="*/ 4 h 5"/>
                <a:gd name="T18" fmla="*/ 912 w 1216"/>
                <a:gd name="T19" fmla="*/ 4 h 5"/>
                <a:gd name="T20" fmla="*/ 608 w 1216"/>
                <a:gd name="T21" fmla="*/ 3 h 5"/>
                <a:gd name="T22" fmla="*/ 456 w 1216"/>
                <a:gd name="T23" fmla="*/ 3 h 5"/>
                <a:gd name="T24" fmla="*/ 304 w 1216"/>
                <a:gd name="T25" fmla="*/ 4 h 5"/>
                <a:gd name="T26" fmla="*/ 0 w 1216"/>
                <a:gd name="T2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6" h="5">
                  <a:moveTo>
                    <a:pt x="0" y="2"/>
                  </a:moveTo>
                  <a:cubicBezTo>
                    <a:pt x="101" y="1"/>
                    <a:pt x="202" y="0"/>
                    <a:pt x="304" y="1"/>
                  </a:cubicBezTo>
                  <a:cubicBezTo>
                    <a:pt x="354" y="1"/>
                    <a:pt x="405" y="2"/>
                    <a:pt x="456" y="2"/>
                  </a:cubicBezTo>
                  <a:cubicBezTo>
                    <a:pt x="506" y="2"/>
                    <a:pt x="557" y="1"/>
                    <a:pt x="608" y="1"/>
                  </a:cubicBezTo>
                  <a:cubicBezTo>
                    <a:pt x="709" y="1"/>
                    <a:pt x="810" y="0"/>
                    <a:pt x="912" y="0"/>
                  </a:cubicBezTo>
                  <a:cubicBezTo>
                    <a:pt x="962" y="0"/>
                    <a:pt x="1013" y="1"/>
                    <a:pt x="1064" y="1"/>
                  </a:cubicBezTo>
                  <a:cubicBezTo>
                    <a:pt x="1114" y="1"/>
                    <a:pt x="1165" y="1"/>
                    <a:pt x="1216" y="2"/>
                  </a:cubicBezTo>
                  <a:cubicBezTo>
                    <a:pt x="1216" y="2"/>
                    <a:pt x="1216" y="2"/>
                    <a:pt x="1216" y="2"/>
                  </a:cubicBezTo>
                  <a:cubicBezTo>
                    <a:pt x="1165" y="3"/>
                    <a:pt x="1114" y="3"/>
                    <a:pt x="1064" y="4"/>
                  </a:cubicBezTo>
                  <a:cubicBezTo>
                    <a:pt x="1013" y="4"/>
                    <a:pt x="962" y="4"/>
                    <a:pt x="912" y="4"/>
                  </a:cubicBezTo>
                  <a:cubicBezTo>
                    <a:pt x="810" y="5"/>
                    <a:pt x="709" y="4"/>
                    <a:pt x="608" y="3"/>
                  </a:cubicBezTo>
                  <a:cubicBezTo>
                    <a:pt x="557" y="3"/>
                    <a:pt x="506" y="3"/>
                    <a:pt x="456" y="3"/>
                  </a:cubicBezTo>
                  <a:cubicBezTo>
                    <a:pt x="405" y="3"/>
                    <a:pt x="354" y="4"/>
                    <a:pt x="304" y="4"/>
                  </a:cubicBezTo>
                  <a:cubicBezTo>
                    <a:pt x="202" y="4"/>
                    <a:pt x="101" y="4"/>
                    <a:pt x="0" y="2"/>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00" name="Voľný tvar 43"/>
            <p:cNvSpPr>
              <a:spLocks/>
            </p:cNvSpPr>
            <p:nvPr/>
          </p:nvSpPr>
          <p:spPr bwMode="auto">
            <a:xfrm>
              <a:off x="1330325" y="3378200"/>
              <a:ext cx="2743200" cy="11113"/>
            </a:xfrm>
            <a:custGeom>
              <a:avLst/>
              <a:gdLst>
                <a:gd name="T0" fmla="*/ 0 w 1219"/>
                <a:gd name="T1" fmla="*/ 2 h 5"/>
                <a:gd name="T2" fmla="*/ 304 w 1219"/>
                <a:gd name="T3" fmla="*/ 1 h 5"/>
                <a:gd name="T4" fmla="*/ 457 w 1219"/>
                <a:gd name="T5" fmla="*/ 2 h 5"/>
                <a:gd name="T6" fmla="*/ 609 w 1219"/>
                <a:gd name="T7" fmla="*/ 1 h 5"/>
                <a:gd name="T8" fmla="*/ 914 w 1219"/>
                <a:gd name="T9" fmla="*/ 0 h 5"/>
                <a:gd name="T10" fmla="*/ 1067 w 1219"/>
                <a:gd name="T11" fmla="*/ 1 h 5"/>
                <a:gd name="T12" fmla="*/ 1219 w 1219"/>
                <a:gd name="T13" fmla="*/ 2 h 5"/>
                <a:gd name="T14" fmla="*/ 1219 w 1219"/>
                <a:gd name="T15" fmla="*/ 3 h 5"/>
                <a:gd name="T16" fmla="*/ 1067 w 1219"/>
                <a:gd name="T17" fmla="*/ 4 h 5"/>
                <a:gd name="T18" fmla="*/ 914 w 1219"/>
                <a:gd name="T19" fmla="*/ 4 h 5"/>
                <a:gd name="T20" fmla="*/ 609 w 1219"/>
                <a:gd name="T21" fmla="*/ 3 h 5"/>
                <a:gd name="T22" fmla="*/ 457 w 1219"/>
                <a:gd name="T23" fmla="*/ 3 h 5"/>
                <a:gd name="T24" fmla="*/ 304 w 1219"/>
                <a:gd name="T25" fmla="*/ 4 h 5"/>
                <a:gd name="T26" fmla="*/ 0 w 1219"/>
                <a:gd name="T27" fmla="*/ 3 h 5"/>
                <a:gd name="T28" fmla="*/ 0 w 1219"/>
                <a:gd name="T29"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9" h="5">
                  <a:moveTo>
                    <a:pt x="0" y="2"/>
                  </a:moveTo>
                  <a:cubicBezTo>
                    <a:pt x="101" y="1"/>
                    <a:pt x="203" y="0"/>
                    <a:pt x="304" y="1"/>
                  </a:cubicBezTo>
                  <a:cubicBezTo>
                    <a:pt x="355" y="1"/>
                    <a:pt x="406" y="2"/>
                    <a:pt x="457" y="2"/>
                  </a:cubicBezTo>
                  <a:cubicBezTo>
                    <a:pt x="508" y="2"/>
                    <a:pt x="559" y="1"/>
                    <a:pt x="609" y="1"/>
                  </a:cubicBezTo>
                  <a:cubicBezTo>
                    <a:pt x="711" y="1"/>
                    <a:pt x="813" y="0"/>
                    <a:pt x="914" y="0"/>
                  </a:cubicBezTo>
                  <a:cubicBezTo>
                    <a:pt x="965" y="0"/>
                    <a:pt x="1016" y="1"/>
                    <a:pt x="1067" y="1"/>
                  </a:cubicBezTo>
                  <a:cubicBezTo>
                    <a:pt x="1117" y="1"/>
                    <a:pt x="1168" y="1"/>
                    <a:pt x="1219" y="2"/>
                  </a:cubicBezTo>
                  <a:cubicBezTo>
                    <a:pt x="1219" y="3"/>
                    <a:pt x="1219" y="3"/>
                    <a:pt x="1219" y="3"/>
                  </a:cubicBezTo>
                  <a:cubicBezTo>
                    <a:pt x="1168" y="3"/>
                    <a:pt x="1117" y="4"/>
                    <a:pt x="1067" y="4"/>
                  </a:cubicBezTo>
                  <a:cubicBezTo>
                    <a:pt x="1016" y="4"/>
                    <a:pt x="965" y="4"/>
                    <a:pt x="914" y="4"/>
                  </a:cubicBezTo>
                  <a:cubicBezTo>
                    <a:pt x="813" y="5"/>
                    <a:pt x="711" y="4"/>
                    <a:pt x="609" y="3"/>
                  </a:cubicBezTo>
                  <a:cubicBezTo>
                    <a:pt x="559" y="3"/>
                    <a:pt x="508" y="3"/>
                    <a:pt x="457" y="3"/>
                  </a:cubicBezTo>
                  <a:cubicBezTo>
                    <a:pt x="406" y="3"/>
                    <a:pt x="355" y="4"/>
                    <a:pt x="304" y="4"/>
                  </a:cubicBezTo>
                  <a:cubicBezTo>
                    <a:pt x="203" y="4"/>
                    <a:pt x="101" y="4"/>
                    <a:pt x="0" y="3"/>
                  </a:cubicBezTo>
                  <a:lnTo>
                    <a:pt x="0" y="2"/>
                  </a:ln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01" name="Voľný tvar 44"/>
            <p:cNvSpPr>
              <a:spLocks/>
            </p:cNvSpPr>
            <p:nvPr/>
          </p:nvSpPr>
          <p:spPr bwMode="auto">
            <a:xfrm>
              <a:off x="4443413" y="3759200"/>
              <a:ext cx="9525" cy="1919288"/>
            </a:xfrm>
            <a:custGeom>
              <a:avLst/>
              <a:gdLst>
                <a:gd name="T0" fmla="*/ 2 w 4"/>
                <a:gd name="T1" fmla="*/ 853 h 853"/>
                <a:gd name="T2" fmla="*/ 0 w 4"/>
                <a:gd name="T3" fmla="*/ 640 h 853"/>
                <a:gd name="T4" fmla="*/ 1 w 4"/>
                <a:gd name="T5" fmla="*/ 533 h 853"/>
                <a:gd name="T6" fmla="*/ 1 w 4"/>
                <a:gd name="T7" fmla="*/ 427 h 853"/>
                <a:gd name="T8" fmla="*/ 0 w 4"/>
                <a:gd name="T9" fmla="*/ 213 h 853"/>
                <a:gd name="T10" fmla="*/ 0 w 4"/>
                <a:gd name="T11" fmla="*/ 107 h 853"/>
                <a:gd name="T12" fmla="*/ 2 w 4"/>
                <a:gd name="T13" fmla="*/ 0 h 853"/>
                <a:gd name="T14" fmla="*/ 2 w 4"/>
                <a:gd name="T15" fmla="*/ 0 h 853"/>
                <a:gd name="T16" fmla="*/ 3 w 4"/>
                <a:gd name="T17" fmla="*/ 107 h 853"/>
                <a:gd name="T18" fmla="*/ 4 w 4"/>
                <a:gd name="T19" fmla="*/ 213 h 853"/>
                <a:gd name="T20" fmla="*/ 3 w 4"/>
                <a:gd name="T21" fmla="*/ 427 h 853"/>
                <a:gd name="T22" fmla="*/ 2 w 4"/>
                <a:gd name="T23" fmla="*/ 533 h 853"/>
                <a:gd name="T24" fmla="*/ 3 w 4"/>
                <a:gd name="T25" fmla="*/ 640 h 853"/>
                <a:gd name="T26" fmla="*/ 2 w 4"/>
                <a:gd name="T27" fmla="*/ 853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 h="853">
                  <a:moveTo>
                    <a:pt x="2" y="853"/>
                  </a:moveTo>
                  <a:cubicBezTo>
                    <a:pt x="0" y="782"/>
                    <a:pt x="0" y="711"/>
                    <a:pt x="0" y="640"/>
                  </a:cubicBezTo>
                  <a:cubicBezTo>
                    <a:pt x="0" y="604"/>
                    <a:pt x="1" y="569"/>
                    <a:pt x="1" y="533"/>
                  </a:cubicBezTo>
                  <a:cubicBezTo>
                    <a:pt x="1" y="498"/>
                    <a:pt x="1" y="462"/>
                    <a:pt x="1" y="427"/>
                  </a:cubicBezTo>
                  <a:cubicBezTo>
                    <a:pt x="0" y="356"/>
                    <a:pt x="0" y="284"/>
                    <a:pt x="0" y="213"/>
                  </a:cubicBezTo>
                  <a:cubicBezTo>
                    <a:pt x="0" y="178"/>
                    <a:pt x="0" y="142"/>
                    <a:pt x="0" y="107"/>
                  </a:cubicBezTo>
                  <a:cubicBezTo>
                    <a:pt x="1" y="71"/>
                    <a:pt x="1" y="36"/>
                    <a:pt x="2" y="0"/>
                  </a:cubicBezTo>
                  <a:cubicBezTo>
                    <a:pt x="2" y="0"/>
                    <a:pt x="2" y="0"/>
                    <a:pt x="2" y="0"/>
                  </a:cubicBezTo>
                  <a:cubicBezTo>
                    <a:pt x="3" y="36"/>
                    <a:pt x="3" y="71"/>
                    <a:pt x="3" y="107"/>
                  </a:cubicBezTo>
                  <a:cubicBezTo>
                    <a:pt x="4" y="142"/>
                    <a:pt x="4" y="178"/>
                    <a:pt x="4" y="213"/>
                  </a:cubicBezTo>
                  <a:cubicBezTo>
                    <a:pt x="4" y="284"/>
                    <a:pt x="3" y="356"/>
                    <a:pt x="3" y="427"/>
                  </a:cubicBezTo>
                  <a:cubicBezTo>
                    <a:pt x="3" y="462"/>
                    <a:pt x="2" y="498"/>
                    <a:pt x="2" y="533"/>
                  </a:cubicBezTo>
                  <a:cubicBezTo>
                    <a:pt x="3" y="569"/>
                    <a:pt x="3" y="604"/>
                    <a:pt x="3" y="640"/>
                  </a:cubicBezTo>
                  <a:cubicBezTo>
                    <a:pt x="4" y="711"/>
                    <a:pt x="3" y="782"/>
                    <a:pt x="2" y="853"/>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02" name="Voľný tvar 45"/>
            <p:cNvSpPr>
              <a:spLocks noEditPoints="1"/>
            </p:cNvSpPr>
            <p:nvPr/>
          </p:nvSpPr>
          <p:spPr bwMode="auto">
            <a:xfrm>
              <a:off x="903288" y="5772150"/>
              <a:ext cx="341313" cy="331788"/>
            </a:xfrm>
            <a:custGeom>
              <a:avLst/>
              <a:gdLst>
                <a:gd name="T0" fmla="*/ 127 w 152"/>
                <a:gd name="T1" fmla="*/ 122 h 148"/>
                <a:gd name="T2" fmla="*/ 84 w 152"/>
                <a:gd name="T3" fmla="*/ 134 h 148"/>
                <a:gd name="T4" fmla="*/ 112 w 152"/>
                <a:gd name="T5" fmla="*/ 131 h 148"/>
                <a:gd name="T6" fmla="*/ 48 w 152"/>
                <a:gd name="T7" fmla="*/ 142 h 148"/>
                <a:gd name="T8" fmla="*/ 4 w 152"/>
                <a:gd name="T9" fmla="*/ 95 h 148"/>
                <a:gd name="T10" fmla="*/ 20 w 152"/>
                <a:gd name="T11" fmla="*/ 61 h 148"/>
                <a:gd name="T12" fmla="*/ 26 w 152"/>
                <a:gd name="T13" fmla="*/ 58 h 148"/>
                <a:gd name="T14" fmla="*/ 31 w 152"/>
                <a:gd name="T15" fmla="*/ 23 h 148"/>
                <a:gd name="T16" fmla="*/ 19 w 152"/>
                <a:gd name="T17" fmla="*/ 0 h 148"/>
                <a:gd name="T18" fmla="*/ 33 w 152"/>
                <a:gd name="T19" fmla="*/ 57 h 148"/>
                <a:gd name="T20" fmla="*/ 41 w 152"/>
                <a:gd name="T21" fmla="*/ 63 h 148"/>
                <a:gd name="T22" fmla="*/ 36 w 152"/>
                <a:gd name="T23" fmla="*/ 80 h 148"/>
                <a:gd name="T24" fmla="*/ 26 w 152"/>
                <a:gd name="T25" fmla="*/ 67 h 148"/>
                <a:gd name="T26" fmla="*/ 64 w 152"/>
                <a:gd name="T27" fmla="*/ 132 h 148"/>
                <a:gd name="T28" fmla="*/ 84 w 152"/>
                <a:gd name="T29" fmla="*/ 112 h 148"/>
                <a:gd name="T30" fmla="*/ 77 w 152"/>
                <a:gd name="T31" fmla="*/ 131 h 148"/>
                <a:gd name="T32" fmla="*/ 152 w 152"/>
                <a:gd name="T33" fmla="*/ 129 h 148"/>
                <a:gd name="T34" fmla="*/ 114 w 152"/>
                <a:gd name="T35" fmla="*/ 131 h 148"/>
                <a:gd name="T36" fmla="*/ 127 w 152"/>
                <a:gd name="T37" fmla="*/ 122 h 148"/>
                <a:gd name="T38" fmla="*/ 74 w 152"/>
                <a:gd name="T39" fmla="*/ 128 h 148"/>
                <a:gd name="T40" fmla="*/ 68 w 152"/>
                <a:gd name="T41" fmla="*/ 112 h 148"/>
                <a:gd name="T42" fmla="*/ 66 w 152"/>
                <a:gd name="T43" fmla="*/ 117 h 148"/>
                <a:gd name="T44" fmla="*/ 66 w 152"/>
                <a:gd name="T45" fmla="*/ 125 h 148"/>
                <a:gd name="T46" fmla="*/ 73 w 152"/>
                <a:gd name="T47" fmla="*/ 128 h 148"/>
                <a:gd name="T48" fmla="*/ 74 w 152"/>
                <a:gd name="T49" fmla="*/ 114 h 148"/>
                <a:gd name="T50" fmla="*/ 74 w 152"/>
                <a:gd name="T51" fmla="*/ 128 h 148"/>
                <a:gd name="T52" fmla="*/ 9 w 152"/>
                <a:gd name="T53" fmla="*/ 88 h 148"/>
                <a:gd name="T54" fmla="*/ 56 w 152"/>
                <a:gd name="T55" fmla="*/ 135 h 148"/>
                <a:gd name="T56" fmla="*/ 9 w 152"/>
                <a:gd name="T57" fmla="*/ 88 h 148"/>
                <a:gd name="T58" fmla="*/ 37 w 152"/>
                <a:gd name="T59" fmla="*/ 61 h 148"/>
                <a:gd name="T60" fmla="*/ 31 w 152"/>
                <a:gd name="T61" fmla="*/ 77 h 148"/>
                <a:gd name="T62" fmla="*/ 37 w 152"/>
                <a:gd name="T63" fmla="*/ 61 h 148"/>
                <a:gd name="T64" fmla="*/ 30 w 152"/>
                <a:gd name="T65" fmla="*/ 57 h 148"/>
                <a:gd name="T66" fmla="*/ 33 w 152"/>
                <a:gd name="T67" fmla="*/ 31 h 148"/>
                <a:gd name="T68" fmla="*/ 30 w 152"/>
                <a:gd name="T69" fmla="*/ 57 h 148"/>
                <a:gd name="T70" fmla="*/ 30 w 152"/>
                <a:gd name="T71" fmla="*/ 61 h 148"/>
                <a:gd name="T72" fmla="*/ 30 w 152"/>
                <a:gd name="T73" fmla="*/ 74 h 148"/>
                <a:gd name="T74" fmla="*/ 30 w 152"/>
                <a:gd name="T75" fmla="*/ 61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2" h="148">
                  <a:moveTo>
                    <a:pt x="127" y="122"/>
                  </a:moveTo>
                  <a:cubicBezTo>
                    <a:pt x="115" y="118"/>
                    <a:pt x="99" y="137"/>
                    <a:pt x="84" y="134"/>
                  </a:cubicBezTo>
                  <a:cubicBezTo>
                    <a:pt x="92" y="142"/>
                    <a:pt x="106" y="130"/>
                    <a:pt x="112" y="131"/>
                  </a:cubicBezTo>
                  <a:cubicBezTo>
                    <a:pt x="95" y="147"/>
                    <a:pt x="66" y="127"/>
                    <a:pt x="48" y="142"/>
                  </a:cubicBezTo>
                  <a:cubicBezTo>
                    <a:pt x="19" y="142"/>
                    <a:pt x="1" y="123"/>
                    <a:pt x="4" y="95"/>
                  </a:cubicBezTo>
                  <a:cubicBezTo>
                    <a:pt x="6" y="82"/>
                    <a:pt x="19" y="74"/>
                    <a:pt x="20" y="61"/>
                  </a:cubicBezTo>
                  <a:cubicBezTo>
                    <a:pt x="23" y="58"/>
                    <a:pt x="22" y="60"/>
                    <a:pt x="26" y="58"/>
                  </a:cubicBezTo>
                  <a:cubicBezTo>
                    <a:pt x="25" y="45"/>
                    <a:pt x="33" y="34"/>
                    <a:pt x="31" y="23"/>
                  </a:cubicBezTo>
                  <a:cubicBezTo>
                    <a:pt x="30" y="12"/>
                    <a:pt x="19" y="8"/>
                    <a:pt x="19" y="0"/>
                  </a:cubicBezTo>
                  <a:cubicBezTo>
                    <a:pt x="36" y="7"/>
                    <a:pt x="41" y="36"/>
                    <a:pt x="33" y="57"/>
                  </a:cubicBezTo>
                  <a:cubicBezTo>
                    <a:pt x="34" y="60"/>
                    <a:pt x="40" y="59"/>
                    <a:pt x="41" y="63"/>
                  </a:cubicBezTo>
                  <a:cubicBezTo>
                    <a:pt x="43" y="69"/>
                    <a:pt x="40" y="75"/>
                    <a:pt x="36" y="80"/>
                  </a:cubicBezTo>
                  <a:cubicBezTo>
                    <a:pt x="27" y="79"/>
                    <a:pt x="20" y="74"/>
                    <a:pt x="26" y="67"/>
                  </a:cubicBezTo>
                  <a:cubicBezTo>
                    <a:pt x="1" y="88"/>
                    <a:pt x="14" y="148"/>
                    <a:pt x="64" y="132"/>
                  </a:cubicBezTo>
                  <a:cubicBezTo>
                    <a:pt x="54" y="118"/>
                    <a:pt x="73" y="97"/>
                    <a:pt x="84" y="112"/>
                  </a:cubicBezTo>
                  <a:cubicBezTo>
                    <a:pt x="86" y="123"/>
                    <a:pt x="81" y="126"/>
                    <a:pt x="77" y="131"/>
                  </a:cubicBezTo>
                  <a:cubicBezTo>
                    <a:pt x="101" y="137"/>
                    <a:pt x="133" y="102"/>
                    <a:pt x="152" y="129"/>
                  </a:cubicBezTo>
                  <a:cubicBezTo>
                    <a:pt x="143" y="117"/>
                    <a:pt x="124" y="124"/>
                    <a:pt x="114" y="131"/>
                  </a:cubicBezTo>
                  <a:cubicBezTo>
                    <a:pt x="116" y="126"/>
                    <a:pt x="123" y="126"/>
                    <a:pt x="127" y="122"/>
                  </a:cubicBezTo>
                  <a:close/>
                  <a:moveTo>
                    <a:pt x="74" y="128"/>
                  </a:moveTo>
                  <a:cubicBezTo>
                    <a:pt x="91" y="127"/>
                    <a:pt x="78" y="98"/>
                    <a:pt x="68" y="112"/>
                  </a:cubicBezTo>
                  <a:cubicBezTo>
                    <a:pt x="75" y="112"/>
                    <a:pt x="69" y="117"/>
                    <a:pt x="66" y="117"/>
                  </a:cubicBezTo>
                  <a:cubicBezTo>
                    <a:pt x="66" y="119"/>
                    <a:pt x="66" y="122"/>
                    <a:pt x="66" y="125"/>
                  </a:cubicBezTo>
                  <a:cubicBezTo>
                    <a:pt x="68" y="126"/>
                    <a:pt x="69" y="128"/>
                    <a:pt x="73" y="128"/>
                  </a:cubicBezTo>
                  <a:cubicBezTo>
                    <a:pt x="75" y="124"/>
                    <a:pt x="80" y="117"/>
                    <a:pt x="74" y="114"/>
                  </a:cubicBezTo>
                  <a:cubicBezTo>
                    <a:pt x="84" y="115"/>
                    <a:pt x="78" y="125"/>
                    <a:pt x="74" y="128"/>
                  </a:cubicBezTo>
                  <a:close/>
                  <a:moveTo>
                    <a:pt x="9" y="88"/>
                  </a:moveTo>
                  <a:cubicBezTo>
                    <a:pt x="0" y="121"/>
                    <a:pt x="28" y="148"/>
                    <a:pt x="56" y="135"/>
                  </a:cubicBezTo>
                  <a:cubicBezTo>
                    <a:pt x="20" y="145"/>
                    <a:pt x="13" y="115"/>
                    <a:pt x="9" y="88"/>
                  </a:cubicBezTo>
                  <a:close/>
                  <a:moveTo>
                    <a:pt x="37" y="61"/>
                  </a:moveTo>
                  <a:cubicBezTo>
                    <a:pt x="38" y="69"/>
                    <a:pt x="34" y="72"/>
                    <a:pt x="31" y="77"/>
                  </a:cubicBezTo>
                  <a:cubicBezTo>
                    <a:pt x="40" y="78"/>
                    <a:pt x="42" y="66"/>
                    <a:pt x="37" y="61"/>
                  </a:cubicBezTo>
                  <a:close/>
                  <a:moveTo>
                    <a:pt x="30" y="57"/>
                  </a:moveTo>
                  <a:cubicBezTo>
                    <a:pt x="30" y="49"/>
                    <a:pt x="38" y="40"/>
                    <a:pt x="33" y="31"/>
                  </a:cubicBezTo>
                  <a:cubicBezTo>
                    <a:pt x="34" y="41"/>
                    <a:pt x="26" y="49"/>
                    <a:pt x="30" y="57"/>
                  </a:cubicBezTo>
                  <a:close/>
                  <a:moveTo>
                    <a:pt x="30" y="61"/>
                  </a:moveTo>
                  <a:cubicBezTo>
                    <a:pt x="28" y="63"/>
                    <a:pt x="27" y="72"/>
                    <a:pt x="30" y="74"/>
                  </a:cubicBezTo>
                  <a:cubicBezTo>
                    <a:pt x="33" y="70"/>
                    <a:pt x="36" y="63"/>
                    <a:pt x="30" y="61"/>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03" name="Voľný tvar 46"/>
            <p:cNvSpPr>
              <a:spLocks noEditPoints="1"/>
            </p:cNvSpPr>
            <p:nvPr/>
          </p:nvSpPr>
          <p:spPr bwMode="auto">
            <a:xfrm>
              <a:off x="906463" y="5768975"/>
              <a:ext cx="341313" cy="323850"/>
            </a:xfrm>
            <a:custGeom>
              <a:avLst/>
              <a:gdLst>
                <a:gd name="T0" fmla="*/ 2 w 151"/>
                <a:gd name="T1" fmla="*/ 96 h 144"/>
                <a:gd name="T2" fmla="*/ 21 w 151"/>
                <a:gd name="T3" fmla="*/ 59 h 144"/>
                <a:gd name="T4" fmla="*/ 22 w 151"/>
                <a:gd name="T5" fmla="*/ 12 h 144"/>
                <a:gd name="T6" fmla="*/ 32 w 151"/>
                <a:gd name="T7" fmla="*/ 58 h 144"/>
                <a:gd name="T8" fmla="*/ 34 w 151"/>
                <a:gd name="T9" fmla="*/ 81 h 144"/>
                <a:gd name="T10" fmla="*/ 15 w 151"/>
                <a:gd name="T11" fmla="*/ 112 h 144"/>
                <a:gd name="T12" fmla="*/ 73 w 151"/>
                <a:gd name="T13" fmla="*/ 107 h 144"/>
                <a:gd name="T14" fmla="*/ 76 w 151"/>
                <a:gd name="T15" fmla="*/ 131 h 144"/>
                <a:gd name="T16" fmla="*/ 151 w 151"/>
                <a:gd name="T17" fmla="*/ 130 h 144"/>
                <a:gd name="T18" fmla="*/ 110 w 151"/>
                <a:gd name="T19" fmla="*/ 134 h 144"/>
                <a:gd name="T20" fmla="*/ 66 w 151"/>
                <a:gd name="T21" fmla="*/ 138 h 144"/>
                <a:gd name="T22" fmla="*/ 12 w 151"/>
                <a:gd name="T23" fmla="*/ 128 h 144"/>
                <a:gd name="T24" fmla="*/ 86 w 151"/>
                <a:gd name="T25" fmla="*/ 138 h 144"/>
                <a:gd name="T26" fmla="*/ 86 w 151"/>
                <a:gd name="T27" fmla="*/ 134 h 144"/>
                <a:gd name="T28" fmla="*/ 75 w 151"/>
                <a:gd name="T29" fmla="*/ 133 h 144"/>
                <a:gd name="T30" fmla="*/ 77 w 151"/>
                <a:gd name="T31" fmla="*/ 128 h 144"/>
                <a:gd name="T32" fmla="*/ 66 w 151"/>
                <a:gd name="T33" fmla="*/ 128 h 144"/>
                <a:gd name="T34" fmla="*/ 64 w 151"/>
                <a:gd name="T35" fmla="*/ 117 h 144"/>
                <a:gd name="T36" fmla="*/ 65 w 151"/>
                <a:gd name="T37" fmla="*/ 114 h 144"/>
                <a:gd name="T38" fmla="*/ 63 w 151"/>
                <a:gd name="T39" fmla="*/ 133 h 144"/>
                <a:gd name="T40" fmla="*/ 54 w 151"/>
                <a:gd name="T41" fmla="*/ 137 h 144"/>
                <a:gd name="T42" fmla="*/ 7 w 151"/>
                <a:gd name="T43" fmla="*/ 86 h 144"/>
                <a:gd name="T44" fmla="*/ 41 w 151"/>
                <a:gd name="T45" fmla="*/ 139 h 144"/>
                <a:gd name="T46" fmla="*/ 92 w 151"/>
                <a:gd name="T47" fmla="*/ 138 h 144"/>
                <a:gd name="T48" fmla="*/ 41 w 151"/>
                <a:gd name="T49" fmla="*/ 137 h 144"/>
                <a:gd name="T50" fmla="*/ 26 w 151"/>
                <a:gd name="T51" fmla="*/ 65 h 144"/>
                <a:gd name="T52" fmla="*/ 32 w 151"/>
                <a:gd name="T53" fmla="*/ 64 h 144"/>
                <a:gd name="T54" fmla="*/ 26 w 151"/>
                <a:gd name="T55" fmla="*/ 72 h 144"/>
                <a:gd name="T56" fmla="*/ 33 w 151"/>
                <a:gd name="T57" fmla="*/ 80 h 144"/>
                <a:gd name="T58" fmla="*/ 38 w 151"/>
                <a:gd name="T59" fmla="*/ 73 h 144"/>
                <a:gd name="T60" fmla="*/ 28 w 151"/>
                <a:gd name="T61" fmla="*/ 78 h 144"/>
                <a:gd name="T62" fmla="*/ 34 w 151"/>
                <a:gd name="T63" fmla="*/ 61 h 144"/>
                <a:gd name="T64" fmla="*/ 18 w 151"/>
                <a:gd name="T65" fmla="*/ 2 h 144"/>
                <a:gd name="T66" fmla="*/ 31 w 151"/>
                <a:gd name="T67" fmla="*/ 32 h 144"/>
                <a:gd name="T68" fmla="*/ 27 w 151"/>
                <a:gd name="T69" fmla="*/ 58 h 144"/>
                <a:gd name="T70" fmla="*/ 28 w 151"/>
                <a:gd name="T71" fmla="*/ 42 h 144"/>
                <a:gd name="T72" fmla="*/ 21 w 151"/>
                <a:gd name="T73" fmla="*/ 61 h 144"/>
                <a:gd name="T74" fmla="*/ 7 w 151"/>
                <a:gd name="T75" fmla="*/ 86 h 144"/>
                <a:gd name="T76" fmla="*/ 110 w 151"/>
                <a:gd name="T77" fmla="*/ 131 h 144"/>
                <a:gd name="T78" fmla="*/ 121 w 151"/>
                <a:gd name="T79" fmla="*/ 123 h 144"/>
                <a:gd name="T80" fmla="*/ 67 w 151"/>
                <a:gd name="T81" fmla="*/ 127 h 144"/>
                <a:gd name="T82" fmla="*/ 74 w 151"/>
                <a:gd name="T83" fmla="*/ 118 h 144"/>
                <a:gd name="T84" fmla="*/ 64 w 151"/>
                <a:gd name="T85" fmla="*/ 118 h 144"/>
                <a:gd name="T86" fmla="*/ 75 w 151"/>
                <a:gd name="T87" fmla="*/ 118 h 144"/>
                <a:gd name="T88" fmla="*/ 70 w 151"/>
                <a:gd name="T89" fmla="*/ 114 h 144"/>
                <a:gd name="T90" fmla="*/ 79 w 151"/>
                <a:gd name="T91" fmla="*/ 120 h 144"/>
                <a:gd name="T92" fmla="*/ 122 w 151"/>
                <a:gd name="T93" fmla="*/ 122 h 144"/>
                <a:gd name="T94" fmla="*/ 123 w 151"/>
                <a:gd name="T95" fmla="*/ 125 h 144"/>
                <a:gd name="T96" fmla="*/ 122 w 151"/>
                <a:gd name="T97" fmla="*/ 122 h 144"/>
                <a:gd name="T98" fmla="*/ 81 w 151"/>
                <a:gd name="T99" fmla="*/ 114 h 144"/>
                <a:gd name="T100" fmla="*/ 32 w 151"/>
                <a:gd name="T101" fmla="*/ 74 h 144"/>
                <a:gd name="T102" fmla="*/ 28 w 151"/>
                <a:gd name="T103" fmla="*/ 63 h 144"/>
                <a:gd name="T104" fmla="*/ 28 w 151"/>
                <a:gd name="T105" fmla="*/ 63 h 144"/>
                <a:gd name="T106" fmla="*/ 29 w 151"/>
                <a:gd name="T107" fmla="*/ 4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1" h="144">
                  <a:moveTo>
                    <a:pt x="47" y="144"/>
                  </a:moveTo>
                  <a:cubicBezTo>
                    <a:pt x="46" y="144"/>
                    <a:pt x="46" y="144"/>
                    <a:pt x="46" y="144"/>
                  </a:cubicBezTo>
                  <a:cubicBezTo>
                    <a:pt x="32" y="144"/>
                    <a:pt x="19" y="139"/>
                    <a:pt x="11" y="129"/>
                  </a:cubicBezTo>
                  <a:cubicBezTo>
                    <a:pt x="3" y="121"/>
                    <a:pt x="0" y="109"/>
                    <a:pt x="2" y="96"/>
                  </a:cubicBezTo>
                  <a:cubicBezTo>
                    <a:pt x="3" y="90"/>
                    <a:pt x="6" y="84"/>
                    <a:pt x="10" y="79"/>
                  </a:cubicBezTo>
                  <a:cubicBezTo>
                    <a:pt x="13" y="73"/>
                    <a:pt x="17" y="68"/>
                    <a:pt x="17" y="62"/>
                  </a:cubicBezTo>
                  <a:cubicBezTo>
                    <a:pt x="17" y="62"/>
                    <a:pt x="17" y="62"/>
                    <a:pt x="17" y="62"/>
                  </a:cubicBezTo>
                  <a:cubicBezTo>
                    <a:pt x="19" y="60"/>
                    <a:pt x="20" y="59"/>
                    <a:pt x="21" y="59"/>
                  </a:cubicBezTo>
                  <a:cubicBezTo>
                    <a:pt x="21" y="59"/>
                    <a:pt x="22" y="59"/>
                    <a:pt x="23" y="59"/>
                  </a:cubicBezTo>
                  <a:cubicBezTo>
                    <a:pt x="23" y="53"/>
                    <a:pt x="24" y="47"/>
                    <a:pt x="26" y="41"/>
                  </a:cubicBezTo>
                  <a:cubicBezTo>
                    <a:pt x="28" y="35"/>
                    <a:pt x="30" y="30"/>
                    <a:pt x="29" y="24"/>
                  </a:cubicBezTo>
                  <a:cubicBezTo>
                    <a:pt x="28" y="19"/>
                    <a:pt x="25" y="15"/>
                    <a:pt x="22" y="12"/>
                  </a:cubicBezTo>
                  <a:cubicBezTo>
                    <a:pt x="19" y="8"/>
                    <a:pt x="16" y="5"/>
                    <a:pt x="16" y="1"/>
                  </a:cubicBezTo>
                  <a:cubicBezTo>
                    <a:pt x="16" y="0"/>
                    <a:pt x="16" y="0"/>
                    <a:pt x="16" y="0"/>
                  </a:cubicBezTo>
                  <a:cubicBezTo>
                    <a:pt x="17" y="0"/>
                    <a:pt x="17" y="0"/>
                    <a:pt x="17" y="0"/>
                  </a:cubicBezTo>
                  <a:cubicBezTo>
                    <a:pt x="35" y="8"/>
                    <a:pt x="40" y="37"/>
                    <a:pt x="32" y="58"/>
                  </a:cubicBezTo>
                  <a:cubicBezTo>
                    <a:pt x="32" y="59"/>
                    <a:pt x="34" y="59"/>
                    <a:pt x="35" y="60"/>
                  </a:cubicBezTo>
                  <a:cubicBezTo>
                    <a:pt x="37" y="61"/>
                    <a:pt x="39" y="61"/>
                    <a:pt x="40" y="63"/>
                  </a:cubicBezTo>
                  <a:cubicBezTo>
                    <a:pt x="43" y="72"/>
                    <a:pt x="37" y="78"/>
                    <a:pt x="34" y="81"/>
                  </a:cubicBezTo>
                  <a:cubicBezTo>
                    <a:pt x="34" y="81"/>
                    <a:pt x="34" y="81"/>
                    <a:pt x="34" y="81"/>
                  </a:cubicBezTo>
                  <a:cubicBezTo>
                    <a:pt x="34" y="81"/>
                    <a:pt x="34" y="81"/>
                    <a:pt x="34" y="81"/>
                  </a:cubicBezTo>
                  <a:cubicBezTo>
                    <a:pt x="28" y="81"/>
                    <a:pt x="23" y="79"/>
                    <a:pt x="22" y="76"/>
                  </a:cubicBezTo>
                  <a:cubicBezTo>
                    <a:pt x="21" y="75"/>
                    <a:pt x="21" y="73"/>
                    <a:pt x="21" y="71"/>
                  </a:cubicBezTo>
                  <a:cubicBezTo>
                    <a:pt x="12" y="82"/>
                    <a:pt x="10" y="98"/>
                    <a:pt x="15" y="112"/>
                  </a:cubicBezTo>
                  <a:cubicBezTo>
                    <a:pt x="20" y="127"/>
                    <a:pt x="32" y="135"/>
                    <a:pt x="46" y="135"/>
                  </a:cubicBezTo>
                  <a:cubicBezTo>
                    <a:pt x="51" y="135"/>
                    <a:pt x="56" y="134"/>
                    <a:pt x="61" y="133"/>
                  </a:cubicBezTo>
                  <a:cubicBezTo>
                    <a:pt x="58" y="128"/>
                    <a:pt x="57" y="122"/>
                    <a:pt x="60" y="116"/>
                  </a:cubicBezTo>
                  <a:cubicBezTo>
                    <a:pt x="63" y="111"/>
                    <a:pt x="68" y="107"/>
                    <a:pt x="73" y="107"/>
                  </a:cubicBezTo>
                  <a:cubicBezTo>
                    <a:pt x="75" y="107"/>
                    <a:pt x="79" y="108"/>
                    <a:pt x="83" y="113"/>
                  </a:cubicBezTo>
                  <a:cubicBezTo>
                    <a:pt x="83" y="113"/>
                    <a:pt x="83" y="113"/>
                    <a:pt x="83" y="113"/>
                  </a:cubicBezTo>
                  <a:cubicBezTo>
                    <a:pt x="84" y="122"/>
                    <a:pt x="81" y="126"/>
                    <a:pt x="77" y="130"/>
                  </a:cubicBezTo>
                  <a:cubicBezTo>
                    <a:pt x="77" y="130"/>
                    <a:pt x="77" y="131"/>
                    <a:pt x="76" y="131"/>
                  </a:cubicBezTo>
                  <a:cubicBezTo>
                    <a:pt x="78" y="132"/>
                    <a:pt x="80" y="132"/>
                    <a:pt x="82" y="132"/>
                  </a:cubicBezTo>
                  <a:cubicBezTo>
                    <a:pt x="90" y="132"/>
                    <a:pt x="98" y="129"/>
                    <a:pt x="107" y="125"/>
                  </a:cubicBezTo>
                  <a:cubicBezTo>
                    <a:pt x="115" y="122"/>
                    <a:pt x="123" y="119"/>
                    <a:pt x="131" y="119"/>
                  </a:cubicBezTo>
                  <a:cubicBezTo>
                    <a:pt x="139" y="119"/>
                    <a:pt x="146" y="123"/>
                    <a:pt x="151" y="130"/>
                  </a:cubicBezTo>
                  <a:cubicBezTo>
                    <a:pt x="150" y="131"/>
                    <a:pt x="150" y="131"/>
                    <a:pt x="150" y="131"/>
                  </a:cubicBezTo>
                  <a:cubicBezTo>
                    <a:pt x="146" y="127"/>
                    <a:pt x="142" y="124"/>
                    <a:pt x="136" y="124"/>
                  </a:cubicBezTo>
                  <a:cubicBezTo>
                    <a:pt x="126" y="124"/>
                    <a:pt x="115" y="131"/>
                    <a:pt x="112" y="132"/>
                  </a:cubicBezTo>
                  <a:cubicBezTo>
                    <a:pt x="110" y="134"/>
                    <a:pt x="110" y="134"/>
                    <a:pt x="110" y="134"/>
                  </a:cubicBezTo>
                  <a:cubicBezTo>
                    <a:pt x="110" y="133"/>
                    <a:pt x="110" y="133"/>
                    <a:pt x="110" y="133"/>
                  </a:cubicBezTo>
                  <a:cubicBezTo>
                    <a:pt x="105" y="137"/>
                    <a:pt x="99" y="139"/>
                    <a:pt x="90" y="139"/>
                  </a:cubicBezTo>
                  <a:cubicBezTo>
                    <a:pt x="86" y="139"/>
                    <a:pt x="82" y="139"/>
                    <a:pt x="78" y="139"/>
                  </a:cubicBezTo>
                  <a:cubicBezTo>
                    <a:pt x="74" y="138"/>
                    <a:pt x="70" y="138"/>
                    <a:pt x="66" y="138"/>
                  </a:cubicBezTo>
                  <a:cubicBezTo>
                    <a:pt x="58" y="138"/>
                    <a:pt x="52" y="140"/>
                    <a:pt x="47" y="144"/>
                  </a:cubicBezTo>
                  <a:close/>
                  <a:moveTo>
                    <a:pt x="7" y="86"/>
                  </a:moveTo>
                  <a:cubicBezTo>
                    <a:pt x="5" y="89"/>
                    <a:pt x="4" y="93"/>
                    <a:pt x="3" y="96"/>
                  </a:cubicBezTo>
                  <a:cubicBezTo>
                    <a:pt x="2" y="109"/>
                    <a:pt x="5" y="120"/>
                    <a:pt x="12" y="128"/>
                  </a:cubicBezTo>
                  <a:cubicBezTo>
                    <a:pt x="20" y="137"/>
                    <a:pt x="32" y="142"/>
                    <a:pt x="46" y="142"/>
                  </a:cubicBezTo>
                  <a:cubicBezTo>
                    <a:pt x="51" y="138"/>
                    <a:pt x="57" y="136"/>
                    <a:pt x="66" y="136"/>
                  </a:cubicBezTo>
                  <a:cubicBezTo>
                    <a:pt x="70" y="136"/>
                    <a:pt x="74" y="137"/>
                    <a:pt x="78" y="137"/>
                  </a:cubicBezTo>
                  <a:cubicBezTo>
                    <a:pt x="81" y="137"/>
                    <a:pt x="83" y="138"/>
                    <a:pt x="86" y="138"/>
                  </a:cubicBezTo>
                  <a:cubicBezTo>
                    <a:pt x="84" y="137"/>
                    <a:pt x="83" y="136"/>
                    <a:pt x="81" y="135"/>
                  </a:cubicBezTo>
                  <a:cubicBezTo>
                    <a:pt x="80" y="133"/>
                    <a:pt x="80" y="133"/>
                    <a:pt x="80" y="133"/>
                  </a:cubicBezTo>
                  <a:cubicBezTo>
                    <a:pt x="82" y="134"/>
                    <a:pt x="82" y="134"/>
                    <a:pt x="82" y="134"/>
                  </a:cubicBezTo>
                  <a:cubicBezTo>
                    <a:pt x="83" y="134"/>
                    <a:pt x="84" y="134"/>
                    <a:pt x="86" y="134"/>
                  </a:cubicBezTo>
                  <a:cubicBezTo>
                    <a:pt x="92" y="134"/>
                    <a:pt x="99" y="131"/>
                    <a:pt x="105" y="128"/>
                  </a:cubicBezTo>
                  <a:cubicBezTo>
                    <a:pt x="105" y="128"/>
                    <a:pt x="105" y="128"/>
                    <a:pt x="105" y="128"/>
                  </a:cubicBezTo>
                  <a:cubicBezTo>
                    <a:pt x="97" y="131"/>
                    <a:pt x="89" y="133"/>
                    <a:pt x="82" y="133"/>
                  </a:cubicBezTo>
                  <a:cubicBezTo>
                    <a:pt x="79" y="133"/>
                    <a:pt x="77" y="133"/>
                    <a:pt x="75" y="133"/>
                  </a:cubicBezTo>
                  <a:cubicBezTo>
                    <a:pt x="74" y="132"/>
                    <a:pt x="74" y="132"/>
                    <a:pt x="74" y="132"/>
                  </a:cubicBezTo>
                  <a:cubicBezTo>
                    <a:pt x="74" y="131"/>
                    <a:pt x="74" y="131"/>
                    <a:pt x="74" y="131"/>
                  </a:cubicBezTo>
                  <a:cubicBezTo>
                    <a:pt x="75" y="131"/>
                    <a:pt x="76" y="130"/>
                    <a:pt x="76" y="129"/>
                  </a:cubicBezTo>
                  <a:cubicBezTo>
                    <a:pt x="77" y="129"/>
                    <a:pt x="77" y="128"/>
                    <a:pt x="77" y="128"/>
                  </a:cubicBezTo>
                  <a:cubicBezTo>
                    <a:pt x="76" y="129"/>
                    <a:pt x="74" y="130"/>
                    <a:pt x="72" y="130"/>
                  </a:cubicBezTo>
                  <a:cubicBezTo>
                    <a:pt x="70" y="130"/>
                    <a:pt x="70" y="130"/>
                    <a:pt x="70" y="130"/>
                  </a:cubicBezTo>
                  <a:cubicBezTo>
                    <a:pt x="70" y="130"/>
                    <a:pt x="70" y="130"/>
                    <a:pt x="70" y="130"/>
                  </a:cubicBezTo>
                  <a:cubicBezTo>
                    <a:pt x="68" y="130"/>
                    <a:pt x="67" y="129"/>
                    <a:pt x="66" y="128"/>
                  </a:cubicBezTo>
                  <a:cubicBezTo>
                    <a:pt x="65" y="128"/>
                    <a:pt x="64" y="127"/>
                    <a:pt x="63" y="127"/>
                  </a:cubicBezTo>
                  <a:cubicBezTo>
                    <a:pt x="63" y="127"/>
                    <a:pt x="63" y="127"/>
                    <a:pt x="63" y="127"/>
                  </a:cubicBezTo>
                  <a:cubicBezTo>
                    <a:pt x="63" y="117"/>
                    <a:pt x="63" y="117"/>
                    <a:pt x="63" y="117"/>
                  </a:cubicBezTo>
                  <a:cubicBezTo>
                    <a:pt x="64" y="117"/>
                    <a:pt x="64" y="117"/>
                    <a:pt x="64" y="117"/>
                  </a:cubicBezTo>
                  <a:cubicBezTo>
                    <a:pt x="64" y="117"/>
                    <a:pt x="64" y="117"/>
                    <a:pt x="64" y="117"/>
                  </a:cubicBezTo>
                  <a:cubicBezTo>
                    <a:pt x="66" y="117"/>
                    <a:pt x="68" y="115"/>
                    <a:pt x="68" y="114"/>
                  </a:cubicBezTo>
                  <a:cubicBezTo>
                    <a:pt x="68" y="114"/>
                    <a:pt x="68" y="114"/>
                    <a:pt x="66" y="114"/>
                  </a:cubicBezTo>
                  <a:cubicBezTo>
                    <a:pt x="65" y="114"/>
                    <a:pt x="65" y="114"/>
                    <a:pt x="65" y="114"/>
                  </a:cubicBezTo>
                  <a:cubicBezTo>
                    <a:pt x="66" y="113"/>
                    <a:pt x="66" y="113"/>
                    <a:pt x="66" y="113"/>
                  </a:cubicBezTo>
                  <a:cubicBezTo>
                    <a:pt x="67" y="110"/>
                    <a:pt x="69" y="109"/>
                    <a:pt x="71" y="109"/>
                  </a:cubicBezTo>
                  <a:cubicBezTo>
                    <a:pt x="67" y="110"/>
                    <a:pt x="64" y="113"/>
                    <a:pt x="62" y="117"/>
                  </a:cubicBezTo>
                  <a:cubicBezTo>
                    <a:pt x="59" y="122"/>
                    <a:pt x="59" y="128"/>
                    <a:pt x="63" y="133"/>
                  </a:cubicBezTo>
                  <a:cubicBezTo>
                    <a:pt x="63" y="134"/>
                    <a:pt x="63" y="134"/>
                    <a:pt x="63" y="134"/>
                  </a:cubicBezTo>
                  <a:cubicBezTo>
                    <a:pt x="62" y="134"/>
                    <a:pt x="62" y="134"/>
                    <a:pt x="62" y="134"/>
                  </a:cubicBezTo>
                  <a:cubicBezTo>
                    <a:pt x="59" y="135"/>
                    <a:pt x="56" y="136"/>
                    <a:pt x="54" y="136"/>
                  </a:cubicBezTo>
                  <a:cubicBezTo>
                    <a:pt x="54" y="137"/>
                    <a:pt x="54" y="137"/>
                    <a:pt x="54" y="137"/>
                  </a:cubicBezTo>
                  <a:cubicBezTo>
                    <a:pt x="49" y="139"/>
                    <a:pt x="44" y="140"/>
                    <a:pt x="39" y="140"/>
                  </a:cubicBezTo>
                  <a:cubicBezTo>
                    <a:pt x="29" y="140"/>
                    <a:pt x="19" y="135"/>
                    <a:pt x="13" y="127"/>
                  </a:cubicBezTo>
                  <a:cubicBezTo>
                    <a:pt x="5" y="116"/>
                    <a:pt x="2" y="103"/>
                    <a:pt x="6" y="89"/>
                  </a:cubicBezTo>
                  <a:lnTo>
                    <a:pt x="7" y="86"/>
                  </a:lnTo>
                  <a:close/>
                  <a:moveTo>
                    <a:pt x="7" y="93"/>
                  </a:moveTo>
                  <a:cubicBezTo>
                    <a:pt x="4" y="105"/>
                    <a:pt x="7" y="117"/>
                    <a:pt x="14" y="126"/>
                  </a:cubicBezTo>
                  <a:cubicBezTo>
                    <a:pt x="21" y="135"/>
                    <a:pt x="31" y="139"/>
                    <a:pt x="41" y="139"/>
                  </a:cubicBezTo>
                  <a:cubicBezTo>
                    <a:pt x="41" y="139"/>
                    <a:pt x="41" y="139"/>
                    <a:pt x="41" y="139"/>
                  </a:cubicBezTo>
                  <a:cubicBezTo>
                    <a:pt x="16" y="139"/>
                    <a:pt x="10" y="113"/>
                    <a:pt x="7" y="93"/>
                  </a:cubicBezTo>
                  <a:close/>
                  <a:moveTo>
                    <a:pt x="108" y="133"/>
                  </a:moveTo>
                  <a:cubicBezTo>
                    <a:pt x="106" y="133"/>
                    <a:pt x="104" y="134"/>
                    <a:pt x="102" y="135"/>
                  </a:cubicBezTo>
                  <a:cubicBezTo>
                    <a:pt x="99" y="136"/>
                    <a:pt x="95" y="137"/>
                    <a:pt x="92" y="138"/>
                  </a:cubicBezTo>
                  <a:cubicBezTo>
                    <a:pt x="99" y="138"/>
                    <a:pt x="104" y="136"/>
                    <a:pt x="108" y="133"/>
                  </a:cubicBezTo>
                  <a:close/>
                  <a:moveTo>
                    <a:pt x="7" y="86"/>
                  </a:moveTo>
                  <a:cubicBezTo>
                    <a:pt x="7" y="89"/>
                    <a:pt x="7" y="89"/>
                    <a:pt x="7" y="89"/>
                  </a:cubicBezTo>
                  <a:cubicBezTo>
                    <a:pt x="12" y="114"/>
                    <a:pt x="17" y="137"/>
                    <a:pt x="41" y="137"/>
                  </a:cubicBezTo>
                  <a:cubicBezTo>
                    <a:pt x="43" y="137"/>
                    <a:pt x="45" y="137"/>
                    <a:pt x="48" y="137"/>
                  </a:cubicBezTo>
                  <a:cubicBezTo>
                    <a:pt x="32" y="137"/>
                    <a:pt x="19" y="128"/>
                    <a:pt x="13" y="113"/>
                  </a:cubicBezTo>
                  <a:cubicBezTo>
                    <a:pt x="7" y="96"/>
                    <a:pt x="12" y="77"/>
                    <a:pt x="23" y="67"/>
                  </a:cubicBezTo>
                  <a:cubicBezTo>
                    <a:pt x="26" y="65"/>
                    <a:pt x="26" y="65"/>
                    <a:pt x="26" y="65"/>
                  </a:cubicBezTo>
                  <a:cubicBezTo>
                    <a:pt x="26" y="63"/>
                    <a:pt x="27" y="62"/>
                    <a:pt x="27" y="62"/>
                  </a:cubicBezTo>
                  <a:cubicBezTo>
                    <a:pt x="28" y="61"/>
                    <a:pt x="28" y="61"/>
                    <a:pt x="28" y="61"/>
                  </a:cubicBezTo>
                  <a:cubicBezTo>
                    <a:pt x="28" y="61"/>
                    <a:pt x="28" y="61"/>
                    <a:pt x="28" y="61"/>
                  </a:cubicBezTo>
                  <a:cubicBezTo>
                    <a:pt x="30" y="62"/>
                    <a:pt x="31" y="63"/>
                    <a:pt x="32" y="64"/>
                  </a:cubicBezTo>
                  <a:cubicBezTo>
                    <a:pt x="33" y="68"/>
                    <a:pt x="30" y="73"/>
                    <a:pt x="29" y="75"/>
                  </a:cubicBezTo>
                  <a:cubicBezTo>
                    <a:pt x="28" y="76"/>
                    <a:pt x="28" y="76"/>
                    <a:pt x="28" y="76"/>
                  </a:cubicBezTo>
                  <a:cubicBezTo>
                    <a:pt x="28" y="76"/>
                    <a:pt x="28" y="76"/>
                    <a:pt x="28" y="76"/>
                  </a:cubicBezTo>
                  <a:cubicBezTo>
                    <a:pt x="27" y="75"/>
                    <a:pt x="26" y="74"/>
                    <a:pt x="26" y="72"/>
                  </a:cubicBezTo>
                  <a:cubicBezTo>
                    <a:pt x="25" y="70"/>
                    <a:pt x="26" y="68"/>
                    <a:pt x="26" y="66"/>
                  </a:cubicBezTo>
                  <a:cubicBezTo>
                    <a:pt x="24" y="68"/>
                    <a:pt x="24" y="68"/>
                    <a:pt x="24" y="68"/>
                  </a:cubicBezTo>
                  <a:cubicBezTo>
                    <a:pt x="22" y="71"/>
                    <a:pt x="22" y="73"/>
                    <a:pt x="23" y="75"/>
                  </a:cubicBezTo>
                  <a:cubicBezTo>
                    <a:pt x="24" y="78"/>
                    <a:pt x="28" y="80"/>
                    <a:pt x="33" y="80"/>
                  </a:cubicBezTo>
                  <a:cubicBezTo>
                    <a:pt x="36" y="77"/>
                    <a:pt x="41" y="71"/>
                    <a:pt x="39" y="64"/>
                  </a:cubicBezTo>
                  <a:cubicBezTo>
                    <a:pt x="38" y="63"/>
                    <a:pt x="37" y="62"/>
                    <a:pt x="35" y="62"/>
                  </a:cubicBezTo>
                  <a:cubicBezTo>
                    <a:pt x="36" y="62"/>
                    <a:pt x="36" y="62"/>
                    <a:pt x="36" y="62"/>
                  </a:cubicBezTo>
                  <a:cubicBezTo>
                    <a:pt x="38" y="64"/>
                    <a:pt x="39" y="69"/>
                    <a:pt x="38" y="73"/>
                  </a:cubicBezTo>
                  <a:cubicBezTo>
                    <a:pt x="36" y="77"/>
                    <a:pt x="34" y="79"/>
                    <a:pt x="30" y="79"/>
                  </a:cubicBezTo>
                  <a:cubicBezTo>
                    <a:pt x="30" y="79"/>
                    <a:pt x="30" y="79"/>
                    <a:pt x="30" y="79"/>
                  </a:cubicBezTo>
                  <a:cubicBezTo>
                    <a:pt x="30" y="79"/>
                    <a:pt x="30" y="79"/>
                    <a:pt x="29" y="79"/>
                  </a:cubicBezTo>
                  <a:cubicBezTo>
                    <a:pt x="28" y="78"/>
                    <a:pt x="28" y="78"/>
                    <a:pt x="28" y="78"/>
                  </a:cubicBezTo>
                  <a:cubicBezTo>
                    <a:pt x="29" y="78"/>
                    <a:pt x="29" y="78"/>
                    <a:pt x="29" y="78"/>
                  </a:cubicBezTo>
                  <a:cubicBezTo>
                    <a:pt x="29" y="76"/>
                    <a:pt x="30" y="75"/>
                    <a:pt x="31" y="74"/>
                  </a:cubicBezTo>
                  <a:cubicBezTo>
                    <a:pt x="33" y="71"/>
                    <a:pt x="35" y="68"/>
                    <a:pt x="34" y="62"/>
                  </a:cubicBezTo>
                  <a:cubicBezTo>
                    <a:pt x="34" y="61"/>
                    <a:pt x="34" y="61"/>
                    <a:pt x="34" y="61"/>
                  </a:cubicBezTo>
                  <a:cubicBezTo>
                    <a:pt x="33" y="61"/>
                    <a:pt x="31" y="60"/>
                    <a:pt x="30" y="58"/>
                  </a:cubicBezTo>
                  <a:cubicBezTo>
                    <a:pt x="30" y="58"/>
                    <a:pt x="30" y="58"/>
                    <a:pt x="30" y="58"/>
                  </a:cubicBezTo>
                  <a:cubicBezTo>
                    <a:pt x="30" y="58"/>
                    <a:pt x="30" y="58"/>
                    <a:pt x="30" y="58"/>
                  </a:cubicBezTo>
                  <a:cubicBezTo>
                    <a:pt x="38" y="39"/>
                    <a:pt x="34" y="10"/>
                    <a:pt x="18" y="2"/>
                  </a:cubicBezTo>
                  <a:cubicBezTo>
                    <a:pt x="18" y="5"/>
                    <a:pt x="20" y="8"/>
                    <a:pt x="23" y="11"/>
                  </a:cubicBezTo>
                  <a:cubicBezTo>
                    <a:pt x="26" y="14"/>
                    <a:pt x="29" y="18"/>
                    <a:pt x="30" y="24"/>
                  </a:cubicBezTo>
                  <a:cubicBezTo>
                    <a:pt x="30" y="26"/>
                    <a:pt x="30" y="28"/>
                    <a:pt x="30" y="30"/>
                  </a:cubicBezTo>
                  <a:cubicBezTo>
                    <a:pt x="31" y="32"/>
                    <a:pt x="31" y="32"/>
                    <a:pt x="31" y="32"/>
                  </a:cubicBezTo>
                  <a:cubicBezTo>
                    <a:pt x="35" y="38"/>
                    <a:pt x="33" y="44"/>
                    <a:pt x="31" y="49"/>
                  </a:cubicBezTo>
                  <a:cubicBezTo>
                    <a:pt x="30" y="52"/>
                    <a:pt x="29" y="55"/>
                    <a:pt x="29" y="58"/>
                  </a:cubicBezTo>
                  <a:cubicBezTo>
                    <a:pt x="29" y="61"/>
                    <a:pt x="29" y="61"/>
                    <a:pt x="29" y="61"/>
                  </a:cubicBezTo>
                  <a:cubicBezTo>
                    <a:pt x="27" y="58"/>
                    <a:pt x="27" y="58"/>
                    <a:pt x="27" y="58"/>
                  </a:cubicBezTo>
                  <a:cubicBezTo>
                    <a:pt x="25" y="53"/>
                    <a:pt x="26" y="49"/>
                    <a:pt x="28" y="44"/>
                  </a:cubicBezTo>
                  <a:cubicBezTo>
                    <a:pt x="29" y="40"/>
                    <a:pt x="31" y="36"/>
                    <a:pt x="30" y="32"/>
                  </a:cubicBezTo>
                  <a:cubicBezTo>
                    <a:pt x="30" y="32"/>
                    <a:pt x="30" y="32"/>
                    <a:pt x="30" y="32"/>
                  </a:cubicBezTo>
                  <a:cubicBezTo>
                    <a:pt x="30" y="35"/>
                    <a:pt x="29" y="38"/>
                    <a:pt x="28" y="42"/>
                  </a:cubicBezTo>
                  <a:cubicBezTo>
                    <a:pt x="26" y="47"/>
                    <a:pt x="24" y="53"/>
                    <a:pt x="24" y="59"/>
                  </a:cubicBezTo>
                  <a:cubicBezTo>
                    <a:pt x="25" y="60"/>
                    <a:pt x="25" y="60"/>
                    <a:pt x="25" y="60"/>
                  </a:cubicBezTo>
                  <a:cubicBezTo>
                    <a:pt x="24" y="60"/>
                    <a:pt x="24" y="60"/>
                    <a:pt x="24" y="60"/>
                  </a:cubicBezTo>
                  <a:cubicBezTo>
                    <a:pt x="23" y="61"/>
                    <a:pt x="22" y="61"/>
                    <a:pt x="21" y="61"/>
                  </a:cubicBezTo>
                  <a:cubicBezTo>
                    <a:pt x="21" y="61"/>
                    <a:pt x="21" y="61"/>
                    <a:pt x="21" y="61"/>
                  </a:cubicBezTo>
                  <a:cubicBezTo>
                    <a:pt x="20" y="61"/>
                    <a:pt x="20" y="61"/>
                    <a:pt x="19" y="62"/>
                  </a:cubicBezTo>
                  <a:cubicBezTo>
                    <a:pt x="18" y="69"/>
                    <a:pt x="14" y="74"/>
                    <a:pt x="11" y="79"/>
                  </a:cubicBezTo>
                  <a:cubicBezTo>
                    <a:pt x="10" y="82"/>
                    <a:pt x="8" y="84"/>
                    <a:pt x="7" y="86"/>
                  </a:cubicBezTo>
                  <a:close/>
                  <a:moveTo>
                    <a:pt x="85" y="136"/>
                  </a:moveTo>
                  <a:cubicBezTo>
                    <a:pt x="86" y="136"/>
                    <a:pt x="87" y="137"/>
                    <a:pt x="89" y="137"/>
                  </a:cubicBezTo>
                  <a:cubicBezTo>
                    <a:pt x="93" y="137"/>
                    <a:pt x="97" y="135"/>
                    <a:pt x="101" y="133"/>
                  </a:cubicBezTo>
                  <a:cubicBezTo>
                    <a:pt x="105" y="132"/>
                    <a:pt x="108" y="131"/>
                    <a:pt x="110" y="131"/>
                  </a:cubicBezTo>
                  <a:cubicBezTo>
                    <a:pt x="111" y="131"/>
                    <a:pt x="111" y="131"/>
                    <a:pt x="111" y="131"/>
                  </a:cubicBezTo>
                  <a:cubicBezTo>
                    <a:pt x="113" y="129"/>
                    <a:pt x="116" y="127"/>
                    <a:pt x="118" y="126"/>
                  </a:cubicBezTo>
                  <a:cubicBezTo>
                    <a:pt x="120" y="125"/>
                    <a:pt x="122" y="125"/>
                    <a:pt x="123" y="124"/>
                  </a:cubicBezTo>
                  <a:cubicBezTo>
                    <a:pt x="122" y="124"/>
                    <a:pt x="122" y="123"/>
                    <a:pt x="121" y="123"/>
                  </a:cubicBezTo>
                  <a:cubicBezTo>
                    <a:pt x="117" y="123"/>
                    <a:pt x="111" y="126"/>
                    <a:pt x="106" y="129"/>
                  </a:cubicBezTo>
                  <a:cubicBezTo>
                    <a:pt x="99" y="132"/>
                    <a:pt x="92" y="136"/>
                    <a:pt x="85" y="136"/>
                  </a:cubicBezTo>
                  <a:close/>
                  <a:moveTo>
                    <a:pt x="64" y="126"/>
                  </a:moveTo>
                  <a:cubicBezTo>
                    <a:pt x="65" y="126"/>
                    <a:pt x="66" y="126"/>
                    <a:pt x="67" y="127"/>
                  </a:cubicBezTo>
                  <a:cubicBezTo>
                    <a:pt x="68" y="128"/>
                    <a:pt x="69" y="128"/>
                    <a:pt x="70" y="128"/>
                  </a:cubicBezTo>
                  <a:cubicBezTo>
                    <a:pt x="70" y="128"/>
                    <a:pt x="70" y="128"/>
                    <a:pt x="70" y="128"/>
                  </a:cubicBezTo>
                  <a:cubicBezTo>
                    <a:pt x="70" y="128"/>
                    <a:pt x="71" y="128"/>
                    <a:pt x="71" y="127"/>
                  </a:cubicBezTo>
                  <a:cubicBezTo>
                    <a:pt x="72" y="125"/>
                    <a:pt x="75" y="121"/>
                    <a:pt x="74" y="118"/>
                  </a:cubicBezTo>
                  <a:cubicBezTo>
                    <a:pt x="74" y="117"/>
                    <a:pt x="73" y="116"/>
                    <a:pt x="72" y="115"/>
                  </a:cubicBezTo>
                  <a:cubicBezTo>
                    <a:pt x="70" y="114"/>
                    <a:pt x="70" y="114"/>
                    <a:pt x="70" y="114"/>
                  </a:cubicBezTo>
                  <a:cubicBezTo>
                    <a:pt x="70" y="114"/>
                    <a:pt x="70" y="114"/>
                    <a:pt x="70" y="114"/>
                  </a:cubicBezTo>
                  <a:cubicBezTo>
                    <a:pt x="70" y="116"/>
                    <a:pt x="67" y="118"/>
                    <a:pt x="64" y="118"/>
                  </a:cubicBezTo>
                  <a:cubicBezTo>
                    <a:pt x="64" y="118"/>
                    <a:pt x="64" y="118"/>
                    <a:pt x="64" y="118"/>
                  </a:cubicBezTo>
                  <a:lnTo>
                    <a:pt x="64" y="126"/>
                  </a:lnTo>
                  <a:close/>
                  <a:moveTo>
                    <a:pt x="75" y="116"/>
                  </a:moveTo>
                  <a:cubicBezTo>
                    <a:pt x="75" y="117"/>
                    <a:pt x="75" y="117"/>
                    <a:pt x="75" y="118"/>
                  </a:cubicBezTo>
                  <a:cubicBezTo>
                    <a:pt x="76" y="121"/>
                    <a:pt x="74" y="125"/>
                    <a:pt x="72" y="128"/>
                  </a:cubicBezTo>
                  <a:cubicBezTo>
                    <a:pt x="75" y="126"/>
                    <a:pt x="77" y="121"/>
                    <a:pt x="77" y="118"/>
                  </a:cubicBezTo>
                  <a:cubicBezTo>
                    <a:pt x="76" y="118"/>
                    <a:pt x="76" y="117"/>
                    <a:pt x="75" y="116"/>
                  </a:cubicBezTo>
                  <a:close/>
                  <a:moveTo>
                    <a:pt x="70" y="114"/>
                  </a:moveTo>
                  <a:cubicBezTo>
                    <a:pt x="72" y="114"/>
                    <a:pt x="72" y="114"/>
                    <a:pt x="72" y="114"/>
                  </a:cubicBezTo>
                  <a:cubicBezTo>
                    <a:pt x="76" y="115"/>
                    <a:pt x="78" y="117"/>
                    <a:pt x="78" y="118"/>
                  </a:cubicBezTo>
                  <a:cubicBezTo>
                    <a:pt x="79" y="121"/>
                    <a:pt x="77" y="125"/>
                    <a:pt x="74" y="128"/>
                  </a:cubicBezTo>
                  <a:cubicBezTo>
                    <a:pt x="79" y="126"/>
                    <a:pt x="79" y="122"/>
                    <a:pt x="79" y="120"/>
                  </a:cubicBezTo>
                  <a:cubicBezTo>
                    <a:pt x="79" y="116"/>
                    <a:pt x="76" y="110"/>
                    <a:pt x="72" y="110"/>
                  </a:cubicBezTo>
                  <a:cubicBezTo>
                    <a:pt x="71" y="110"/>
                    <a:pt x="69" y="111"/>
                    <a:pt x="68" y="113"/>
                  </a:cubicBezTo>
                  <a:cubicBezTo>
                    <a:pt x="69" y="113"/>
                    <a:pt x="69" y="113"/>
                    <a:pt x="70" y="114"/>
                  </a:cubicBezTo>
                  <a:close/>
                  <a:moveTo>
                    <a:pt x="122" y="122"/>
                  </a:moveTo>
                  <a:cubicBezTo>
                    <a:pt x="123" y="122"/>
                    <a:pt x="124" y="122"/>
                    <a:pt x="125" y="123"/>
                  </a:cubicBezTo>
                  <a:cubicBezTo>
                    <a:pt x="126" y="123"/>
                    <a:pt x="126" y="123"/>
                    <a:pt x="126" y="123"/>
                  </a:cubicBezTo>
                  <a:cubicBezTo>
                    <a:pt x="125" y="124"/>
                    <a:pt x="125" y="124"/>
                    <a:pt x="125" y="124"/>
                  </a:cubicBezTo>
                  <a:cubicBezTo>
                    <a:pt x="125" y="124"/>
                    <a:pt x="124" y="125"/>
                    <a:pt x="123" y="125"/>
                  </a:cubicBezTo>
                  <a:cubicBezTo>
                    <a:pt x="127" y="124"/>
                    <a:pt x="131" y="123"/>
                    <a:pt x="136" y="123"/>
                  </a:cubicBezTo>
                  <a:cubicBezTo>
                    <a:pt x="139" y="123"/>
                    <a:pt x="141" y="123"/>
                    <a:pt x="143" y="124"/>
                  </a:cubicBezTo>
                  <a:cubicBezTo>
                    <a:pt x="140" y="122"/>
                    <a:pt x="136" y="121"/>
                    <a:pt x="131" y="121"/>
                  </a:cubicBezTo>
                  <a:cubicBezTo>
                    <a:pt x="128" y="121"/>
                    <a:pt x="125" y="121"/>
                    <a:pt x="122" y="122"/>
                  </a:cubicBezTo>
                  <a:close/>
                  <a:moveTo>
                    <a:pt x="72" y="109"/>
                  </a:moveTo>
                  <a:cubicBezTo>
                    <a:pt x="77" y="109"/>
                    <a:pt x="81" y="115"/>
                    <a:pt x="81" y="120"/>
                  </a:cubicBezTo>
                  <a:cubicBezTo>
                    <a:pt x="81" y="121"/>
                    <a:pt x="81" y="122"/>
                    <a:pt x="81" y="123"/>
                  </a:cubicBezTo>
                  <a:cubicBezTo>
                    <a:pt x="82" y="121"/>
                    <a:pt x="82" y="118"/>
                    <a:pt x="81" y="114"/>
                  </a:cubicBezTo>
                  <a:cubicBezTo>
                    <a:pt x="79" y="110"/>
                    <a:pt x="75" y="108"/>
                    <a:pt x="71" y="109"/>
                  </a:cubicBezTo>
                  <a:cubicBezTo>
                    <a:pt x="72" y="109"/>
                    <a:pt x="72" y="109"/>
                    <a:pt x="72" y="109"/>
                  </a:cubicBezTo>
                  <a:close/>
                  <a:moveTo>
                    <a:pt x="36" y="65"/>
                  </a:moveTo>
                  <a:cubicBezTo>
                    <a:pt x="36" y="69"/>
                    <a:pt x="34" y="72"/>
                    <a:pt x="32" y="74"/>
                  </a:cubicBezTo>
                  <a:cubicBezTo>
                    <a:pt x="32" y="75"/>
                    <a:pt x="31" y="76"/>
                    <a:pt x="31" y="77"/>
                  </a:cubicBezTo>
                  <a:cubicBezTo>
                    <a:pt x="34" y="77"/>
                    <a:pt x="36" y="74"/>
                    <a:pt x="36" y="73"/>
                  </a:cubicBezTo>
                  <a:cubicBezTo>
                    <a:pt x="37" y="70"/>
                    <a:pt x="37" y="67"/>
                    <a:pt x="36" y="65"/>
                  </a:cubicBezTo>
                  <a:close/>
                  <a:moveTo>
                    <a:pt x="28" y="63"/>
                  </a:moveTo>
                  <a:cubicBezTo>
                    <a:pt x="27" y="65"/>
                    <a:pt x="27" y="69"/>
                    <a:pt x="27" y="72"/>
                  </a:cubicBezTo>
                  <a:cubicBezTo>
                    <a:pt x="27" y="73"/>
                    <a:pt x="28" y="73"/>
                    <a:pt x="28" y="74"/>
                  </a:cubicBezTo>
                  <a:cubicBezTo>
                    <a:pt x="30" y="71"/>
                    <a:pt x="32" y="67"/>
                    <a:pt x="31" y="65"/>
                  </a:cubicBezTo>
                  <a:cubicBezTo>
                    <a:pt x="30" y="64"/>
                    <a:pt x="30" y="63"/>
                    <a:pt x="28" y="63"/>
                  </a:cubicBezTo>
                  <a:close/>
                  <a:moveTo>
                    <a:pt x="32" y="36"/>
                  </a:moveTo>
                  <a:cubicBezTo>
                    <a:pt x="31" y="39"/>
                    <a:pt x="30" y="42"/>
                    <a:pt x="29" y="44"/>
                  </a:cubicBezTo>
                  <a:cubicBezTo>
                    <a:pt x="28" y="48"/>
                    <a:pt x="27" y="51"/>
                    <a:pt x="28" y="55"/>
                  </a:cubicBezTo>
                  <a:cubicBezTo>
                    <a:pt x="28" y="53"/>
                    <a:pt x="29" y="51"/>
                    <a:pt x="29" y="49"/>
                  </a:cubicBezTo>
                  <a:cubicBezTo>
                    <a:pt x="31" y="45"/>
                    <a:pt x="32" y="41"/>
                    <a:pt x="32" y="36"/>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04" name="Voľný tvar 47"/>
            <p:cNvSpPr>
              <a:spLocks noEditPoints="1"/>
            </p:cNvSpPr>
            <p:nvPr/>
          </p:nvSpPr>
          <p:spPr bwMode="auto">
            <a:xfrm>
              <a:off x="895350" y="3316288"/>
              <a:ext cx="363538" cy="328613"/>
            </a:xfrm>
            <a:custGeom>
              <a:avLst/>
              <a:gdLst>
                <a:gd name="T0" fmla="*/ 50 w 161"/>
                <a:gd name="T1" fmla="*/ 8 h 146"/>
                <a:gd name="T2" fmla="*/ 60 w 161"/>
                <a:gd name="T3" fmla="*/ 25 h 146"/>
                <a:gd name="T4" fmla="*/ 54 w 161"/>
                <a:gd name="T5" fmla="*/ 17 h 146"/>
                <a:gd name="T6" fmla="*/ 63 w 161"/>
                <a:gd name="T7" fmla="*/ 34 h 146"/>
                <a:gd name="T8" fmla="*/ 49 w 161"/>
                <a:gd name="T9" fmla="*/ 37 h 146"/>
                <a:gd name="T10" fmla="*/ 41 w 161"/>
                <a:gd name="T11" fmla="*/ 13 h 146"/>
                <a:gd name="T12" fmla="*/ 16 w 161"/>
                <a:gd name="T13" fmla="*/ 62 h 146"/>
                <a:gd name="T14" fmla="*/ 34 w 161"/>
                <a:gd name="T15" fmla="*/ 92 h 146"/>
                <a:gd name="T16" fmla="*/ 27 w 161"/>
                <a:gd name="T17" fmla="*/ 146 h 146"/>
                <a:gd name="T18" fmla="*/ 33 w 161"/>
                <a:gd name="T19" fmla="*/ 104 h 146"/>
                <a:gd name="T20" fmla="*/ 26 w 161"/>
                <a:gd name="T21" fmla="*/ 102 h 146"/>
                <a:gd name="T22" fmla="*/ 30 w 161"/>
                <a:gd name="T23" fmla="*/ 101 h 146"/>
                <a:gd name="T24" fmla="*/ 4 w 161"/>
                <a:gd name="T25" fmla="*/ 60 h 146"/>
                <a:gd name="T26" fmla="*/ 41 w 161"/>
                <a:gd name="T27" fmla="*/ 10 h 146"/>
                <a:gd name="T28" fmla="*/ 51 w 161"/>
                <a:gd name="T29" fmla="*/ 4 h 146"/>
                <a:gd name="T30" fmla="*/ 145 w 161"/>
                <a:gd name="T31" fmla="*/ 13 h 146"/>
                <a:gd name="T32" fmla="*/ 142 w 161"/>
                <a:gd name="T33" fmla="*/ 0 h 146"/>
                <a:gd name="T34" fmla="*/ 141 w 161"/>
                <a:gd name="T35" fmla="*/ 33 h 146"/>
                <a:gd name="T36" fmla="*/ 50 w 161"/>
                <a:gd name="T37" fmla="*/ 8 h 146"/>
                <a:gd name="T38" fmla="*/ 137 w 161"/>
                <a:gd name="T39" fmla="*/ 31 h 146"/>
                <a:gd name="T40" fmla="*/ 148 w 161"/>
                <a:gd name="T41" fmla="*/ 16 h 146"/>
                <a:gd name="T42" fmla="*/ 70 w 161"/>
                <a:gd name="T43" fmla="*/ 8 h 146"/>
                <a:gd name="T44" fmla="*/ 137 w 161"/>
                <a:gd name="T45" fmla="*/ 31 h 146"/>
                <a:gd name="T46" fmla="*/ 26 w 161"/>
                <a:gd name="T47" fmla="*/ 84 h 146"/>
                <a:gd name="T48" fmla="*/ 22 w 161"/>
                <a:gd name="T49" fmla="*/ 16 h 146"/>
                <a:gd name="T50" fmla="*/ 26 w 161"/>
                <a:gd name="T51" fmla="*/ 84 h 146"/>
                <a:gd name="T52" fmla="*/ 57 w 161"/>
                <a:gd name="T53" fmla="*/ 28 h 146"/>
                <a:gd name="T54" fmla="*/ 46 w 161"/>
                <a:gd name="T55" fmla="*/ 16 h 146"/>
                <a:gd name="T56" fmla="*/ 57 w 161"/>
                <a:gd name="T57" fmla="*/ 28 h 146"/>
                <a:gd name="T58" fmla="*/ 57 w 161"/>
                <a:gd name="T59" fmla="*/ 31 h 146"/>
                <a:gd name="T60" fmla="*/ 46 w 161"/>
                <a:gd name="T61" fmla="*/ 28 h 146"/>
                <a:gd name="T62" fmla="*/ 57 w 161"/>
                <a:gd name="T63" fmla="*/ 31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1" h="146">
                  <a:moveTo>
                    <a:pt x="50" y="8"/>
                  </a:moveTo>
                  <a:cubicBezTo>
                    <a:pt x="55" y="14"/>
                    <a:pt x="53" y="20"/>
                    <a:pt x="60" y="25"/>
                  </a:cubicBezTo>
                  <a:cubicBezTo>
                    <a:pt x="62" y="23"/>
                    <a:pt x="58" y="18"/>
                    <a:pt x="54" y="17"/>
                  </a:cubicBezTo>
                  <a:cubicBezTo>
                    <a:pt x="64" y="13"/>
                    <a:pt x="65" y="25"/>
                    <a:pt x="63" y="34"/>
                  </a:cubicBezTo>
                  <a:cubicBezTo>
                    <a:pt x="59" y="36"/>
                    <a:pt x="55" y="37"/>
                    <a:pt x="49" y="37"/>
                  </a:cubicBezTo>
                  <a:cubicBezTo>
                    <a:pt x="43" y="31"/>
                    <a:pt x="43" y="19"/>
                    <a:pt x="41" y="13"/>
                  </a:cubicBezTo>
                  <a:cubicBezTo>
                    <a:pt x="14" y="14"/>
                    <a:pt x="9" y="41"/>
                    <a:pt x="16" y="62"/>
                  </a:cubicBezTo>
                  <a:cubicBezTo>
                    <a:pt x="19" y="72"/>
                    <a:pt x="30" y="81"/>
                    <a:pt x="34" y="92"/>
                  </a:cubicBezTo>
                  <a:cubicBezTo>
                    <a:pt x="41" y="111"/>
                    <a:pt x="38" y="129"/>
                    <a:pt x="27" y="146"/>
                  </a:cubicBezTo>
                  <a:cubicBezTo>
                    <a:pt x="28" y="137"/>
                    <a:pt x="39" y="121"/>
                    <a:pt x="33" y="104"/>
                  </a:cubicBezTo>
                  <a:cubicBezTo>
                    <a:pt x="31" y="102"/>
                    <a:pt x="29" y="102"/>
                    <a:pt x="26" y="102"/>
                  </a:cubicBezTo>
                  <a:cubicBezTo>
                    <a:pt x="26" y="100"/>
                    <a:pt x="28" y="101"/>
                    <a:pt x="30" y="101"/>
                  </a:cubicBezTo>
                  <a:cubicBezTo>
                    <a:pt x="28" y="89"/>
                    <a:pt x="7" y="79"/>
                    <a:pt x="4" y="60"/>
                  </a:cubicBezTo>
                  <a:cubicBezTo>
                    <a:pt x="1" y="34"/>
                    <a:pt x="12" y="6"/>
                    <a:pt x="41" y="10"/>
                  </a:cubicBezTo>
                  <a:cubicBezTo>
                    <a:pt x="45" y="9"/>
                    <a:pt x="47" y="5"/>
                    <a:pt x="51" y="4"/>
                  </a:cubicBezTo>
                  <a:cubicBezTo>
                    <a:pt x="86" y="1"/>
                    <a:pt x="128" y="46"/>
                    <a:pt x="145" y="13"/>
                  </a:cubicBezTo>
                  <a:cubicBezTo>
                    <a:pt x="146" y="6"/>
                    <a:pt x="144" y="3"/>
                    <a:pt x="142" y="0"/>
                  </a:cubicBezTo>
                  <a:cubicBezTo>
                    <a:pt x="161" y="2"/>
                    <a:pt x="149" y="29"/>
                    <a:pt x="141" y="33"/>
                  </a:cubicBezTo>
                  <a:cubicBezTo>
                    <a:pt x="111" y="47"/>
                    <a:pt x="71" y="4"/>
                    <a:pt x="50" y="8"/>
                  </a:cubicBezTo>
                  <a:close/>
                  <a:moveTo>
                    <a:pt x="137" y="31"/>
                  </a:moveTo>
                  <a:cubicBezTo>
                    <a:pt x="142" y="29"/>
                    <a:pt x="151" y="17"/>
                    <a:pt x="148" y="16"/>
                  </a:cubicBezTo>
                  <a:cubicBezTo>
                    <a:pt x="130" y="43"/>
                    <a:pt x="93" y="14"/>
                    <a:pt x="70" y="8"/>
                  </a:cubicBezTo>
                  <a:cubicBezTo>
                    <a:pt x="87" y="21"/>
                    <a:pt x="105" y="33"/>
                    <a:pt x="137" y="31"/>
                  </a:cubicBezTo>
                  <a:close/>
                  <a:moveTo>
                    <a:pt x="26" y="84"/>
                  </a:moveTo>
                  <a:cubicBezTo>
                    <a:pt x="10" y="71"/>
                    <a:pt x="7" y="27"/>
                    <a:pt x="22" y="16"/>
                  </a:cubicBezTo>
                  <a:cubicBezTo>
                    <a:pt x="0" y="29"/>
                    <a:pt x="5" y="78"/>
                    <a:pt x="26" y="84"/>
                  </a:cubicBezTo>
                  <a:close/>
                  <a:moveTo>
                    <a:pt x="57" y="28"/>
                  </a:moveTo>
                  <a:cubicBezTo>
                    <a:pt x="55" y="22"/>
                    <a:pt x="53" y="16"/>
                    <a:pt x="46" y="16"/>
                  </a:cubicBezTo>
                  <a:cubicBezTo>
                    <a:pt x="46" y="23"/>
                    <a:pt x="50" y="27"/>
                    <a:pt x="57" y="28"/>
                  </a:cubicBezTo>
                  <a:close/>
                  <a:moveTo>
                    <a:pt x="57" y="31"/>
                  </a:moveTo>
                  <a:cubicBezTo>
                    <a:pt x="51" y="33"/>
                    <a:pt x="49" y="24"/>
                    <a:pt x="46" y="28"/>
                  </a:cubicBezTo>
                  <a:cubicBezTo>
                    <a:pt x="47" y="31"/>
                    <a:pt x="56" y="40"/>
                    <a:pt x="57" y="31"/>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05" name="Voľný tvar 48"/>
            <p:cNvSpPr>
              <a:spLocks noEditPoints="1"/>
            </p:cNvSpPr>
            <p:nvPr/>
          </p:nvSpPr>
          <p:spPr bwMode="auto">
            <a:xfrm>
              <a:off x="903288" y="3313113"/>
              <a:ext cx="336550" cy="338138"/>
            </a:xfrm>
            <a:custGeom>
              <a:avLst/>
              <a:gdLst>
                <a:gd name="T0" fmla="*/ 81 w 150"/>
                <a:gd name="T1" fmla="*/ 22 h 150"/>
                <a:gd name="T2" fmla="*/ 52 w 150"/>
                <a:gd name="T3" fmla="*/ 17 h 150"/>
                <a:gd name="T4" fmla="*/ 60 w 150"/>
                <a:gd name="T5" fmla="*/ 35 h 150"/>
                <a:gd name="T6" fmla="*/ 45 w 150"/>
                <a:gd name="T7" fmla="*/ 39 h 150"/>
                <a:gd name="T8" fmla="*/ 39 w 150"/>
                <a:gd name="T9" fmla="*/ 20 h 150"/>
                <a:gd name="T10" fmla="*/ 14 w 150"/>
                <a:gd name="T11" fmla="*/ 63 h 150"/>
                <a:gd name="T12" fmla="*/ 25 w 150"/>
                <a:gd name="T13" fmla="*/ 148 h 150"/>
                <a:gd name="T14" fmla="*/ 26 w 150"/>
                <a:gd name="T15" fmla="*/ 137 h 150"/>
                <a:gd name="T16" fmla="*/ 23 w 150"/>
                <a:gd name="T17" fmla="*/ 104 h 150"/>
                <a:gd name="T18" fmla="*/ 26 w 150"/>
                <a:gd name="T19" fmla="*/ 101 h 150"/>
                <a:gd name="T20" fmla="*/ 1 w 150"/>
                <a:gd name="T21" fmla="*/ 61 h 150"/>
                <a:gd name="T22" fmla="*/ 38 w 150"/>
                <a:gd name="T23" fmla="*/ 10 h 150"/>
                <a:gd name="T24" fmla="*/ 91 w 150"/>
                <a:gd name="T25" fmla="*/ 16 h 150"/>
                <a:gd name="T26" fmla="*/ 139 w 150"/>
                <a:gd name="T27" fmla="*/ 2 h 150"/>
                <a:gd name="T28" fmla="*/ 150 w 150"/>
                <a:gd name="T29" fmla="*/ 12 h 150"/>
                <a:gd name="T30" fmla="*/ 82 w 150"/>
                <a:gd name="T31" fmla="*/ 20 h 150"/>
                <a:gd name="T32" fmla="*/ 141 w 150"/>
                <a:gd name="T33" fmla="*/ 2 h 150"/>
                <a:gd name="T34" fmla="*/ 143 w 150"/>
                <a:gd name="T35" fmla="*/ 14 h 150"/>
                <a:gd name="T36" fmla="*/ 44 w 150"/>
                <a:gd name="T37" fmla="*/ 9 h 150"/>
                <a:gd name="T38" fmla="*/ 38 w 150"/>
                <a:gd name="T39" fmla="*/ 12 h 150"/>
                <a:gd name="T40" fmla="*/ 2 w 150"/>
                <a:gd name="T41" fmla="*/ 60 h 150"/>
                <a:gd name="T42" fmla="*/ 28 w 150"/>
                <a:gd name="T43" fmla="*/ 102 h 150"/>
                <a:gd name="T44" fmla="*/ 30 w 150"/>
                <a:gd name="T45" fmla="*/ 104 h 150"/>
                <a:gd name="T46" fmla="*/ 32 w 150"/>
                <a:gd name="T47" fmla="*/ 116 h 150"/>
                <a:gd name="T48" fmla="*/ 31 w 150"/>
                <a:gd name="T49" fmla="*/ 93 h 150"/>
                <a:gd name="T50" fmla="*/ 11 w 150"/>
                <a:gd name="T51" fmla="*/ 61 h 150"/>
                <a:gd name="T52" fmla="*/ 23 w 150"/>
                <a:gd name="T53" fmla="*/ 85 h 150"/>
                <a:gd name="T54" fmla="*/ 19 w 150"/>
                <a:gd name="T55" fmla="*/ 17 h 150"/>
                <a:gd name="T56" fmla="*/ 39 w 150"/>
                <a:gd name="T57" fmla="*/ 13 h 150"/>
                <a:gd name="T58" fmla="*/ 42 w 150"/>
                <a:gd name="T59" fmla="*/ 29 h 150"/>
                <a:gd name="T60" fmla="*/ 48 w 150"/>
                <a:gd name="T61" fmla="*/ 29 h 150"/>
                <a:gd name="T62" fmla="*/ 55 w 150"/>
                <a:gd name="T63" fmla="*/ 32 h 150"/>
                <a:gd name="T64" fmla="*/ 42 w 150"/>
                <a:gd name="T65" fmla="*/ 30 h 150"/>
                <a:gd name="T66" fmla="*/ 60 w 150"/>
                <a:gd name="T67" fmla="*/ 27 h 150"/>
                <a:gd name="T68" fmla="*/ 58 w 150"/>
                <a:gd name="T69" fmla="*/ 25 h 150"/>
                <a:gd name="T70" fmla="*/ 56 w 150"/>
                <a:gd name="T71" fmla="*/ 27 h 150"/>
                <a:gd name="T72" fmla="*/ 50 w 150"/>
                <a:gd name="T73" fmla="*/ 18 h 150"/>
                <a:gd name="T74" fmla="*/ 45 w 150"/>
                <a:gd name="T75" fmla="*/ 9 h 150"/>
                <a:gd name="T76" fmla="*/ 57 w 150"/>
                <a:gd name="T77" fmla="*/ 25 h 150"/>
                <a:gd name="T78" fmla="*/ 53 w 150"/>
                <a:gd name="T79" fmla="*/ 33 h 150"/>
                <a:gd name="T80" fmla="*/ 44 w 150"/>
                <a:gd name="T81" fmla="*/ 29 h 150"/>
                <a:gd name="T82" fmla="*/ 8 w 150"/>
                <a:gd name="T83" fmla="*/ 46 h 150"/>
                <a:gd name="T84" fmla="*/ 146 w 150"/>
                <a:gd name="T85" fmla="*/ 18 h 150"/>
                <a:gd name="T86" fmla="*/ 134 w 150"/>
                <a:gd name="T87" fmla="*/ 33 h 150"/>
                <a:gd name="T88" fmla="*/ 67 w 150"/>
                <a:gd name="T89" fmla="*/ 9 h 150"/>
                <a:gd name="T90" fmla="*/ 145 w 150"/>
                <a:gd name="T91" fmla="*/ 16 h 150"/>
                <a:gd name="T92" fmla="*/ 133 w 150"/>
                <a:gd name="T93" fmla="*/ 31 h 150"/>
                <a:gd name="T94" fmla="*/ 71 w 150"/>
                <a:gd name="T95" fmla="*/ 11 h 150"/>
                <a:gd name="T96" fmla="*/ 54 w 150"/>
                <a:gd name="T97" fmla="*/ 30 h 150"/>
                <a:gd name="T98" fmla="*/ 43 w 150"/>
                <a:gd name="T99" fmla="*/ 16 h 150"/>
                <a:gd name="T100" fmla="*/ 43 w 150"/>
                <a:gd name="T101" fmla="*/ 1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0" h="150">
                  <a:moveTo>
                    <a:pt x="150" y="12"/>
                  </a:moveTo>
                  <a:cubicBezTo>
                    <a:pt x="150" y="20"/>
                    <a:pt x="143" y="32"/>
                    <a:pt x="138" y="34"/>
                  </a:cubicBezTo>
                  <a:cubicBezTo>
                    <a:pt x="120" y="43"/>
                    <a:pt x="99" y="32"/>
                    <a:pt x="81" y="22"/>
                  </a:cubicBezTo>
                  <a:cubicBezTo>
                    <a:pt x="69" y="15"/>
                    <a:pt x="57" y="9"/>
                    <a:pt x="48" y="10"/>
                  </a:cubicBezTo>
                  <a:cubicBezTo>
                    <a:pt x="50" y="12"/>
                    <a:pt x="51" y="15"/>
                    <a:pt x="52" y="17"/>
                  </a:cubicBezTo>
                  <a:cubicBezTo>
                    <a:pt x="52" y="17"/>
                    <a:pt x="52" y="17"/>
                    <a:pt x="52" y="17"/>
                  </a:cubicBezTo>
                  <a:cubicBezTo>
                    <a:pt x="54" y="16"/>
                    <a:pt x="56" y="16"/>
                    <a:pt x="58" y="17"/>
                  </a:cubicBezTo>
                  <a:cubicBezTo>
                    <a:pt x="61" y="19"/>
                    <a:pt x="61" y="24"/>
                    <a:pt x="61" y="27"/>
                  </a:cubicBezTo>
                  <a:cubicBezTo>
                    <a:pt x="61" y="30"/>
                    <a:pt x="61" y="33"/>
                    <a:pt x="60" y="35"/>
                  </a:cubicBezTo>
                  <a:cubicBezTo>
                    <a:pt x="60" y="35"/>
                    <a:pt x="60" y="35"/>
                    <a:pt x="60" y="35"/>
                  </a:cubicBezTo>
                  <a:cubicBezTo>
                    <a:pt x="60" y="36"/>
                    <a:pt x="60" y="36"/>
                    <a:pt x="60" y="36"/>
                  </a:cubicBezTo>
                  <a:cubicBezTo>
                    <a:pt x="57" y="38"/>
                    <a:pt x="52" y="39"/>
                    <a:pt x="45" y="39"/>
                  </a:cubicBezTo>
                  <a:cubicBezTo>
                    <a:pt x="45" y="39"/>
                    <a:pt x="45" y="39"/>
                    <a:pt x="45" y="39"/>
                  </a:cubicBezTo>
                  <a:cubicBezTo>
                    <a:pt x="45" y="38"/>
                    <a:pt x="45" y="38"/>
                    <a:pt x="45" y="38"/>
                  </a:cubicBezTo>
                  <a:cubicBezTo>
                    <a:pt x="41" y="34"/>
                    <a:pt x="40" y="26"/>
                    <a:pt x="39" y="20"/>
                  </a:cubicBezTo>
                  <a:cubicBezTo>
                    <a:pt x="39" y="18"/>
                    <a:pt x="38" y="16"/>
                    <a:pt x="38" y="14"/>
                  </a:cubicBezTo>
                  <a:cubicBezTo>
                    <a:pt x="21" y="15"/>
                    <a:pt x="11" y="27"/>
                    <a:pt x="11" y="47"/>
                  </a:cubicBezTo>
                  <a:cubicBezTo>
                    <a:pt x="11" y="52"/>
                    <a:pt x="12" y="58"/>
                    <a:pt x="14" y="63"/>
                  </a:cubicBezTo>
                  <a:cubicBezTo>
                    <a:pt x="15" y="68"/>
                    <a:pt x="18" y="72"/>
                    <a:pt x="22" y="77"/>
                  </a:cubicBezTo>
                  <a:cubicBezTo>
                    <a:pt x="26" y="82"/>
                    <a:pt x="30" y="87"/>
                    <a:pt x="32" y="93"/>
                  </a:cubicBezTo>
                  <a:cubicBezTo>
                    <a:pt x="39" y="111"/>
                    <a:pt x="36" y="130"/>
                    <a:pt x="25" y="148"/>
                  </a:cubicBezTo>
                  <a:cubicBezTo>
                    <a:pt x="23" y="150"/>
                    <a:pt x="23" y="150"/>
                    <a:pt x="23" y="150"/>
                  </a:cubicBezTo>
                  <a:cubicBezTo>
                    <a:pt x="23" y="147"/>
                    <a:pt x="23" y="147"/>
                    <a:pt x="23" y="147"/>
                  </a:cubicBezTo>
                  <a:cubicBezTo>
                    <a:pt x="24" y="144"/>
                    <a:pt x="25" y="141"/>
                    <a:pt x="26" y="137"/>
                  </a:cubicBezTo>
                  <a:cubicBezTo>
                    <a:pt x="28" y="131"/>
                    <a:pt x="31" y="123"/>
                    <a:pt x="31" y="116"/>
                  </a:cubicBezTo>
                  <a:cubicBezTo>
                    <a:pt x="31" y="112"/>
                    <a:pt x="30" y="108"/>
                    <a:pt x="29" y="105"/>
                  </a:cubicBezTo>
                  <a:cubicBezTo>
                    <a:pt x="28" y="104"/>
                    <a:pt x="26" y="104"/>
                    <a:pt x="23" y="104"/>
                  </a:cubicBezTo>
                  <a:cubicBezTo>
                    <a:pt x="22" y="104"/>
                    <a:pt x="22" y="104"/>
                    <a:pt x="22" y="104"/>
                  </a:cubicBezTo>
                  <a:cubicBezTo>
                    <a:pt x="22" y="103"/>
                    <a:pt x="22" y="103"/>
                    <a:pt x="22" y="103"/>
                  </a:cubicBezTo>
                  <a:cubicBezTo>
                    <a:pt x="22" y="101"/>
                    <a:pt x="24" y="101"/>
                    <a:pt x="26" y="101"/>
                  </a:cubicBezTo>
                  <a:cubicBezTo>
                    <a:pt x="26" y="101"/>
                    <a:pt x="26" y="101"/>
                    <a:pt x="26" y="101"/>
                  </a:cubicBezTo>
                  <a:cubicBezTo>
                    <a:pt x="25" y="97"/>
                    <a:pt x="21" y="93"/>
                    <a:pt x="17" y="88"/>
                  </a:cubicBezTo>
                  <a:cubicBezTo>
                    <a:pt x="10" y="81"/>
                    <a:pt x="2" y="72"/>
                    <a:pt x="1" y="61"/>
                  </a:cubicBezTo>
                  <a:cubicBezTo>
                    <a:pt x="0" y="58"/>
                    <a:pt x="0" y="55"/>
                    <a:pt x="0" y="52"/>
                  </a:cubicBezTo>
                  <a:cubicBezTo>
                    <a:pt x="0" y="37"/>
                    <a:pt x="5" y="24"/>
                    <a:pt x="13" y="17"/>
                  </a:cubicBezTo>
                  <a:cubicBezTo>
                    <a:pt x="20" y="11"/>
                    <a:pt x="28" y="9"/>
                    <a:pt x="38" y="10"/>
                  </a:cubicBezTo>
                  <a:cubicBezTo>
                    <a:pt x="40" y="10"/>
                    <a:pt x="41" y="9"/>
                    <a:pt x="43" y="7"/>
                  </a:cubicBezTo>
                  <a:cubicBezTo>
                    <a:pt x="44" y="6"/>
                    <a:pt x="46" y="5"/>
                    <a:pt x="48" y="4"/>
                  </a:cubicBezTo>
                  <a:cubicBezTo>
                    <a:pt x="62" y="3"/>
                    <a:pt x="77" y="9"/>
                    <a:pt x="91" y="16"/>
                  </a:cubicBezTo>
                  <a:cubicBezTo>
                    <a:pt x="113" y="25"/>
                    <a:pt x="131" y="33"/>
                    <a:pt x="141" y="13"/>
                  </a:cubicBezTo>
                  <a:cubicBezTo>
                    <a:pt x="142" y="12"/>
                    <a:pt x="142" y="11"/>
                    <a:pt x="142" y="10"/>
                  </a:cubicBezTo>
                  <a:cubicBezTo>
                    <a:pt x="142" y="7"/>
                    <a:pt x="140" y="4"/>
                    <a:pt x="139" y="2"/>
                  </a:cubicBezTo>
                  <a:cubicBezTo>
                    <a:pt x="138" y="0"/>
                    <a:pt x="138" y="0"/>
                    <a:pt x="138" y="0"/>
                  </a:cubicBezTo>
                  <a:cubicBezTo>
                    <a:pt x="139" y="0"/>
                    <a:pt x="139" y="0"/>
                    <a:pt x="139" y="0"/>
                  </a:cubicBezTo>
                  <a:cubicBezTo>
                    <a:pt x="146" y="1"/>
                    <a:pt x="150" y="5"/>
                    <a:pt x="150" y="12"/>
                  </a:cubicBezTo>
                  <a:close/>
                  <a:moveTo>
                    <a:pt x="45" y="9"/>
                  </a:moveTo>
                  <a:cubicBezTo>
                    <a:pt x="47" y="9"/>
                    <a:pt x="47" y="9"/>
                    <a:pt x="47" y="9"/>
                  </a:cubicBezTo>
                  <a:cubicBezTo>
                    <a:pt x="56" y="7"/>
                    <a:pt x="68" y="13"/>
                    <a:pt x="82" y="20"/>
                  </a:cubicBezTo>
                  <a:cubicBezTo>
                    <a:pt x="100" y="30"/>
                    <a:pt x="120" y="41"/>
                    <a:pt x="138" y="33"/>
                  </a:cubicBezTo>
                  <a:cubicBezTo>
                    <a:pt x="142" y="31"/>
                    <a:pt x="148" y="20"/>
                    <a:pt x="148" y="12"/>
                  </a:cubicBezTo>
                  <a:cubicBezTo>
                    <a:pt x="148" y="8"/>
                    <a:pt x="147" y="3"/>
                    <a:pt x="141" y="2"/>
                  </a:cubicBezTo>
                  <a:cubicBezTo>
                    <a:pt x="142" y="4"/>
                    <a:pt x="143" y="7"/>
                    <a:pt x="143" y="10"/>
                  </a:cubicBezTo>
                  <a:cubicBezTo>
                    <a:pt x="143" y="11"/>
                    <a:pt x="143" y="13"/>
                    <a:pt x="143" y="14"/>
                  </a:cubicBezTo>
                  <a:cubicBezTo>
                    <a:pt x="143" y="14"/>
                    <a:pt x="143" y="14"/>
                    <a:pt x="143" y="14"/>
                  </a:cubicBezTo>
                  <a:cubicBezTo>
                    <a:pt x="132" y="35"/>
                    <a:pt x="112" y="26"/>
                    <a:pt x="91" y="17"/>
                  </a:cubicBezTo>
                  <a:cubicBezTo>
                    <a:pt x="76" y="11"/>
                    <a:pt x="62" y="5"/>
                    <a:pt x="48" y="6"/>
                  </a:cubicBezTo>
                  <a:cubicBezTo>
                    <a:pt x="46" y="6"/>
                    <a:pt x="45" y="7"/>
                    <a:pt x="44" y="9"/>
                  </a:cubicBezTo>
                  <a:cubicBezTo>
                    <a:pt x="42" y="10"/>
                    <a:pt x="41" y="11"/>
                    <a:pt x="39" y="12"/>
                  </a:cubicBezTo>
                  <a:cubicBezTo>
                    <a:pt x="38" y="12"/>
                    <a:pt x="38" y="12"/>
                    <a:pt x="38" y="12"/>
                  </a:cubicBezTo>
                  <a:cubicBezTo>
                    <a:pt x="38" y="12"/>
                    <a:pt x="38" y="12"/>
                    <a:pt x="38" y="12"/>
                  </a:cubicBezTo>
                  <a:cubicBezTo>
                    <a:pt x="29" y="10"/>
                    <a:pt x="20" y="13"/>
                    <a:pt x="14" y="18"/>
                  </a:cubicBezTo>
                  <a:cubicBezTo>
                    <a:pt x="6" y="25"/>
                    <a:pt x="2" y="37"/>
                    <a:pt x="2" y="52"/>
                  </a:cubicBezTo>
                  <a:cubicBezTo>
                    <a:pt x="2" y="55"/>
                    <a:pt x="2" y="58"/>
                    <a:pt x="2" y="60"/>
                  </a:cubicBezTo>
                  <a:cubicBezTo>
                    <a:pt x="4" y="72"/>
                    <a:pt x="11" y="80"/>
                    <a:pt x="18" y="87"/>
                  </a:cubicBezTo>
                  <a:cubicBezTo>
                    <a:pt x="23" y="92"/>
                    <a:pt x="27" y="97"/>
                    <a:pt x="28" y="102"/>
                  </a:cubicBezTo>
                  <a:cubicBezTo>
                    <a:pt x="28" y="102"/>
                    <a:pt x="28" y="102"/>
                    <a:pt x="28" y="102"/>
                  </a:cubicBezTo>
                  <a:cubicBezTo>
                    <a:pt x="27" y="102"/>
                    <a:pt x="27" y="102"/>
                    <a:pt x="27" y="102"/>
                  </a:cubicBezTo>
                  <a:cubicBezTo>
                    <a:pt x="27" y="102"/>
                    <a:pt x="27" y="102"/>
                    <a:pt x="27" y="102"/>
                  </a:cubicBezTo>
                  <a:cubicBezTo>
                    <a:pt x="28" y="103"/>
                    <a:pt x="29" y="103"/>
                    <a:pt x="30" y="104"/>
                  </a:cubicBezTo>
                  <a:cubicBezTo>
                    <a:pt x="31" y="104"/>
                    <a:pt x="31" y="104"/>
                    <a:pt x="31" y="104"/>
                  </a:cubicBezTo>
                  <a:cubicBezTo>
                    <a:pt x="31" y="104"/>
                    <a:pt x="31" y="104"/>
                    <a:pt x="31" y="104"/>
                  </a:cubicBezTo>
                  <a:cubicBezTo>
                    <a:pt x="32" y="108"/>
                    <a:pt x="32" y="112"/>
                    <a:pt x="32" y="116"/>
                  </a:cubicBezTo>
                  <a:cubicBezTo>
                    <a:pt x="32" y="124"/>
                    <a:pt x="30" y="131"/>
                    <a:pt x="28" y="138"/>
                  </a:cubicBezTo>
                  <a:cubicBezTo>
                    <a:pt x="27" y="140"/>
                    <a:pt x="26" y="141"/>
                    <a:pt x="26" y="143"/>
                  </a:cubicBezTo>
                  <a:cubicBezTo>
                    <a:pt x="35" y="127"/>
                    <a:pt x="37" y="110"/>
                    <a:pt x="31" y="93"/>
                  </a:cubicBezTo>
                  <a:cubicBezTo>
                    <a:pt x="28" y="88"/>
                    <a:pt x="25" y="83"/>
                    <a:pt x="21" y="78"/>
                  </a:cubicBezTo>
                  <a:cubicBezTo>
                    <a:pt x="17" y="73"/>
                    <a:pt x="14" y="69"/>
                    <a:pt x="12" y="64"/>
                  </a:cubicBezTo>
                  <a:cubicBezTo>
                    <a:pt x="12" y="63"/>
                    <a:pt x="12" y="62"/>
                    <a:pt x="11" y="61"/>
                  </a:cubicBezTo>
                  <a:cubicBezTo>
                    <a:pt x="13" y="71"/>
                    <a:pt x="17" y="79"/>
                    <a:pt x="23" y="84"/>
                  </a:cubicBezTo>
                  <a:cubicBezTo>
                    <a:pt x="26" y="86"/>
                    <a:pt x="26" y="86"/>
                    <a:pt x="26" y="86"/>
                  </a:cubicBezTo>
                  <a:cubicBezTo>
                    <a:pt x="23" y="85"/>
                    <a:pt x="23" y="85"/>
                    <a:pt x="23" y="85"/>
                  </a:cubicBezTo>
                  <a:cubicBezTo>
                    <a:pt x="10" y="82"/>
                    <a:pt x="4" y="64"/>
                    <a:pt x="4" y="49"/>
                  </a:cubicBezTo>
                  <a:cubicBezTo>
                    <a:pt x="4" y="34"/>
                    <a:pt x="9" y="21"/>
                    <a:pt x="18" y="16"/>
                  </a:cubicBezTo>
                  <a:cubicBezTo>
                    <a:pt x="19" y="17"/>
                    <a:pt x="19" y="17"/>
                    <a:pt x="19" y="17"/>
                  </a:cubicBezTo>
                  <a:cubicBezTo>
                    <a:pt x="15" y="21"/>
                    <a:pt x="12" y="28"/>
                    <a:pt x="10" y="37"/>
                  </a:cubicBezTo>
                  <a:cubicBezTo>
                    <a:pt x="13" y="22"/>
                    <a:pt x="23" y="14"/>
                    <a:pt x="38" y="13"/>
                  </a:cubicBezTo>
                  <a:cubicBezTo>
                    <a:pt x="39" y="13"/>
                    <a:pt x="39" y="13"/>
                    <a:pt x="39" y="13"/>
                  </a:cubicBezTo>
                  <a:cubicBezTo>
                    <a:pt x="39" y="13"/>
                    <a:pt x="39" y="13"/>
                    <a:pt x="39" y="13"/>
                  </a:cubicBezTo>
                  <a:cubicBezTo>
                    <a:pt x="40" y="15"/>
                    <a:pt x="40" y="18"/>
                    <a:pt x="40" y="20"/>
                  </a:cubicBezTo>
                  <a:cubicBezTo>
                    <a:pt x="41" y="23"/>
                    <a:pt x="41" y="26"/>
                    <a:pt x="42" y="29"/>
                  </a:cubicBezTo>
                  <a:cubicBezTo>
                    <a:pt x="42" y="29"/>
                    <a:pt x="42" y="29"/>
                    <a:pt x="42" y="29"/>
                  </a:cubicBezTo>
                  <a:cubicBezTo>
                    <a:pt x="43" y="28"/>
                    <a:pt x="44" y="27"/>
                    <a:pt x="44" y="27"/>
                  </a:cubicBezTo>
                  <a:cubicBezTo>
                    <a:pt x="46" y="27"/>
                    <a:pt x="47" y="28"/>
                    <a:pt x="48" y="29"/>
                  </a:cubicBezTo>
                  <a:cubicBezTo>
                    <a:pt x="50" y="31"/>
                    <a:pt x="52" y="32"/>
                    <a:pt x="54" y="31"/>
                  </a:cubicBezTo>
                  <a:cubicBezTo>
                    <a:pt x="55" y="31"/>
                    <a:pt x="55" y="31"/>
                    <a:pt x="55" y="31"/>
                  </a:cubicBezTo>
                  <a:cubicBezTo>
                    <a:pt x="55" y="32"/>
                    <a:pt x="55" y="32"/>
                    <a:pt x="55" y="32"/>
                  </a:cubicBezTo>
                  <a:cubicBezTo>
                    <a:pt x="54" y="35"/>
                    <a:pt x="53" y="36"/>
                    <a:pt x="52" y="37"/>
                  </a:cubicBezTo>
                  <a:cubicBezTo>
                    <a:pt x="48" y="38"/>
                    <a:pt x="43" y="32"/>
                    <a:pt x="42" y="30"/>
                  </a:cubicBezTo>
                  <a:cubicBezTo>
                    <a:pt x="42" y="30"/>
                    <a:pt x="42" y="30"/>
                    <a:pt x="42" y="30"/>
                  </a:cubicBezTo>
                  <a:cubicBezTo>
                    <a:pt x="43" y="33"/>
                    <a:pt x="44" y="35"/>
                    <a:pt x="46" y="37"/>
                  </a:cubicBezTo>
                  <a:cubicBezTo>
                    <a:pt x="52" y="38"/>
                    <a:pt x="56" y="37"/>
                    <a:pt x="59" y="35"/>
                  </a:cubicBezTo>
                  <a:cubicBezTo>
                    <a:pt x="60" y="32"/>
                    <a:pt x="60" y="30"/>
                    <a:pt x="60" y="27"/>
                  </a:cubicBezTo>
                  <a:cubicBezTo>
                    <a:pt x="60" y="23"/>
                    <a:pt x="59" y="20"/>
                    <a:pt x="57" y="18"/>
                  </a:cubicBezTo>
                  <a:cubicBezTo>
                    <a:pt x="56" y="18"/>
                    <a:pt x="55" y="18"/>
                    <a:pt x="53" y="18"/>
                  </a:cubicBezTo>
                  <a:cubicBezTo>
                    <a:pt x="56" y="19"/>
                    <a:pt x="58" y="22"/>
                    <a:pt x="58" y="25"/>
                  </a:cubicBezTo>
                  <a:cubicBezTo>
                    <a:pt x="58" y="26"/>
                    <a:pt x="58" y="26"/>
                    <a:pt x="57" y="27"/>
                  </a:cubicBezTo>
                  <a:cubicBezTo>
                    <a:pt x="57" y="27"/>
                    <a:pt x="57" y="27"/>
                    <a:pt x="57" y="27"/>
                  </a:cubicBezTo>
                  <a:cubicBezTo>
                    <a:pt x="56" y="27"/>
                    <a:pt x="56" y="27"/>
                    <a:pt x="56" y="27"/>
                  </a:cubicBezTo>
                  <a:cubicBezTo>
                    <a:pt x="53" y="24"/>
                    <a:pt x="52" y="21"/>
                    <a:pt x="51" y="19"/>
                  </a:cubicBezTo>
                  <a:cubicBezTo>
                    <a:pt x="49" y="18"/>
                    <a:pt x="49" y="18"/>
                    <a:pt x="49" y="18"/>
                  </a:cubicBezTo>
                  <a:cubicBezTo>
                    <a:pt x="50" y="18"/>
                    <a:pt x="50" y="18"/>
                    <a:pt x="50" y="18"/>
                  </a:cubicBezTo>
                  <a:cubicBezTo>
                    <a:pt x="50" y="17"/>
                    <a:pt x="50" y="17"/>
                    <a:pt x="50" y="17"/>
                  </a:cubicBezTo>
                  <a:cubicBezTo>
                    <a:pt x="49" y="15"/>
                    <a:pt x="49" y="12"/>
                    <a:pt x="46" y="10"/>
                  </a:cubicBezTo>
                  <a:lnTo>
                    <a:pt x="45" y="9"/>
                  </a:lnTo>
                  <a:close/>
                  <a:moveTo>
                    <a:pt x="57" y="25"/>
                  </a:moveTo>
                  <a:cubicBezTo>
                    <a:pt x="57" y="24"/>
                    <a:pt x="55" y="21"/>
                    <a:pt x="53" y="19"/>
                  </a:cubicBezTo>
                  <a:cubicBezTo>
                    <a:pt x="53" y="21"/>
                    <a:pt x="54" y="23"/>
                    <a:pt x="57" y="25"/>
                  </a:cubicBezTo>
                  <a:close/>
                  <a:moveTo>
                    <a:pt x="44" y="29"/>
                  </a:moveTo>
                  <a:cubicBezTo>
                    <a:pt x="45" y="32"/>
                    <a:pt x="49" y="36"/>
                    <a:pt x="51" y="35"/>
                  </a:cubicBezTo>
                  <a:cubicBezTo>
                    <a:pt x="52" y="35"/>
                    <a:pt x="53" y="34"/>
                    <a:pt x="53" y="33"/>
                  </a:cubicBezTo>
                  <a:cubicBezTo>
                    <a:pt x="51" y="33"/>
                    <a:pt x="49" y="32"/>
                    <a:pt x="47" y="30"/>
                  </a:cubicBezTo>
                  <a:cubicBezTo>
                    <a:pt x="46" y="30"/>
                    <a:pt x="45" y="29"/>
                    <a:pt x="45" y="29"/>
                  </a:cubicBezTo>
                  <a:cubicBezTo>
                    <a:pt x="44" y="29"/>
                    <a:pt x="44" y="29"/>
                    <a:pt x="44" y="29"/>
                  </a:cubicBezTo>
                  <a:close/>
                  <a:moveTo>
                    <a:pt x="5" y="49"/>
                  </a:moveTo>
                  <a:cubicBezTo>
                    <a:pt x="5" y="62"/>
                    <a:pt x="10" y="77"/>
                    <a:pt x="19" y="82"/>
                  </a:cubicBezTo>
                  <a:cubicBezTo>
                    <a:pt x="12" y="74"/>
                    <a:pt x="8" y="58"/>
                    <a:pt x="8" y="46"/>
                  </a:cubicBezTo>
                  <a:cubicBezTo>
                    <a:pt x="8" y="36"/>
                    <a:pt x="10" y="28"/>
                    <a:pt x="13" y="22"/>
                  </a:cubicBezTo>
                  <a:cubicBezTo>
                    <a:pt x="8" y="29"/>
                    <a:pt x="5" y="38"/>
                    <a:pt x="5" y="49"/>
                  </a:cubicBezTo>
                  <a:close/>
                  <a:moveTo>
                    <a:pt x="146" y="18"/>
                  </a:moveTo>
                  <a:cubicBezTo>
                    <a:pt x="146" y="18"/>
                    <a:pt x="146" y="18"/>
                    <a:pt x="146" y="18"/>
                  </a:cubicBezTo>
                  <a:cubicBezTo>
                    <a:pt x="146" y="21"/>
                    <a:pt x="139" y="31"/>
                    <a:pt x="134" y="33"/>
                  </a:cubicBezTo>
                  <a:cubicBezTo>
                    <a:pt x="134" y="33"/>
                    <a:pt x="134" y="33"/>
                    <a:pt x="134" y="33"/>
                  </a:cubicBezTo>
                  <a:cubicBezTo>
                    <a:pt x="103" y="35"/>
                    <a:pt x="85" y="24"/>
                    <a:pt x="66" y="10"/>
                  </a:cubicBezTo>
                  <a:cubicBezTo>
                    <a:pt x="63" y="8"/>
                    <a:pt x="63" y="8"/>
                    <a:pt x="63" y="8"/>
                  </a:cubicBezTo>
                  <a:cubicBezTo>
                    <a:pt x="67" y="9"/>
                    <a:pt x="67" y="9"/>
                    <a:pt x="67" y="9"/>
                  </a:cubicBezTo>
                  <a:cubicBezTo>
                    <a:pt x="73" y="10"/>
                    <a:pt x="80" y="13"/>
                    <a:pt x="88" y="17"/>
                  </a:cubicBezTo>
                  <a:cubicBezTo>
                    <a:pt x="108" y="26"/>
                    <a:pt x="131" y="36"/>
                    <a:pt x="144" y="16"/>
                  </a:cubicBezTo>
                  <a:cubicBezTo>
                    <a:pt x="145" y="16"/>
                    <a:pt x="145" y="16"/>
                    <a:pt x="145" y="16"/>
                  </a:cubicBezTo>
                  <a:cubicBezTo>
                    <a:pt x="145" y="16"/>
                    <a:pt x="145" y="16"/>
                    <a:pt x="145" y="16"/>
                  </a:cubicBezTo>
                  <a:cubicBezTo>
                    <a:pt x="146" y="16"/>
                    <a:pt x="146" y="16"/>
                    <a:pt x="146" y="18"/>
                  </a:cubicBezTo>
                  <a:close/>
                  <a:moveTo>
                    <a:pt x="133" y="31"/>
                  </a:moveTo>
                  <a:cubicBezTo>
                    <a:pt x="138" y="29"/>
                    <a:pt x="144" y="21"/>
                    <a:pt x="145" y="18"/>
                  </a:cubicBezTo>
                  <a:cubicBezTo>
                    <a:pt x="131" y="37"/>
                    <a:pt x="108" y="27"/>
                    <a:pt x="87" y="18"/>
                  </a:cubicBezTo>
                  <a:cubicBezTo>
                    <a:pt x="81" y="15"/>
                    <a:pt x="76" y="13"/>
                    <a:pt x="71" y="11"/>
                  </a:cubicBezTo>
                  <a:cubicBezTo>
                    <a:pt x="88" y="23"/>
                    <a:pt x="105" y="33"/>
                    <a:pt x="133" y="31"/>
                  </a:cubicBezTo>
                  <a:close/>
                  <a:moveTo>
                    <a:pt x="55" y="30"/>
                  </a:moveTo>
                  <a:cubicBezTo>
                    <a:pt x="54" y="30"/>
                    <a:pt x="54" y="30"/>
                    <a:pt x="54" y="30"/>
                  </a:cubicBezTo>
                  <a:cubicBezTo>
                    <a:pt x="47" y="29"/>
                    <a:pt x="42" y="25"/>
                    <a:pt x="42" y="17"/>
                  </a:cubicBezTo>
                  <a:cubicBezTo>
                    <a:pt x="42" y="16"/>
                    <a:pt x="42" y="16"/>
                    <a:pt x="42" y="16"/>
                  </a:cubicBezTo>
                  <a:cubicBezTo>
                    <a:pt x="43" y="16"/>
                    <a:pt x="43" y="16"/>
                    <a:pt x="43" y="16"/>
                  </a:cubicBezTo>
                  <a:cubicBezTo>
                    <a:pt x="50" y="17"/>
                    <a:pt x="53" y="23"/>
                    <a:pt x="55" y="29"/>
                  </a:cubicBezTo>
                  <a:lnTo>
                    <a:pt x="55" y="30"/>
                  </a:lnTo>
                  <a:close/>
                  <a:moveTo>
                    <a:pt x="43" y="17"/>
                  </a:moveTo>
                  <a:cubicBezTo>
                    <a:pt x="44" y="24"/>
                    <a:pt x="47" y="27"/>
                    <a:pt x="53" y="28"/>
                  </a:cubicBezTo>
                  <a:cubicBezTo>
                    <a:pt x="51" y="23"/>
                    <a:pt x="49" y="19"/>
                    <a:pt x="43" y="17"/>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06" name="Voľný tvar 49"/>
            <p:cNvSpPr>
              <a:spLocks noEditPoints="1"/>
            </p:cNvSpPr>
            <p:nvPr/>
          </p:nvSpPr>
          <p:spPr bwMode="auto">
            <a:xfrm>
              <a:off x="4162425" y="3344863"/>
              <a:ext cx="334963" cy="328613"/>
            </a:xfrm>
            <a:custGeom>
              <a:avLst/>
              <a:gdLst>
                <a:gd name="T0" fmla="*/ 61 w 149"/>
                <a:gd name="T1" fmla="*/ 17 h 146"/>
                <a:gd name="T2" fmla="*/ 70 w 149"/>
                <a:gd name="T3" fmla="*/ 13 h 146"/>
                <a:gd name="T4" fmla="*/ 67 w 149"/>
                <a:gd name="T5" fmla="*/ 22 h 146"/>
                <a:gd name="T6" fmla="*/ 71 w 149"/>
                <a:gd name="T7" fmla="*/ 8 h 146"/>
                <a:gd name="T8" fmla="*/ 77 w 149"/>
                <a:gd name="T9" fmla="*/ 20 h 146"/>
                <a:gd name="T10" fmla="*/ 146 w 149"/>
                <a:gd name="T11" fmla="*/ 39 h 146"/>
                <a:gd name="T12" fmla="*/ 125 w 149"/>
                <a:gd name="T13" fmla="*/ 103 h 146"/>
                <a:gd name="T14" fmla="*/ 146 w 149"/>
                <a:gd name="T15" fmla="*/ 99 h 146"/>
                <a:gd name="T16" fmla="*/ 148 w 149"/>
                <a:gd name="T17" fmla="*/ 120 h 146"/>
                <a:gd name="T18" fmla="*/ 129 w 149"/>
                <a:gd name="T19" fmla="*/ 119 h 146"/>
                <a:gd name="T20" fmla="*/ 141 w 149"/>
                <a:gd name="T21" fmla="*/ 143 h 146"/>
                <a:gd name="T22" fmla="*/ 124 w 149"/>
                <a:gd name="T23" fmla="*/ 108 h 146"/>
                <a:gd name="T24" fmla="*/ 121 w 149"/>
                <a:gd name="T25" fmla="*/ 76 h 146"/>
                <a:gd name="T26" fmla="*/ 132 w 149"/>
                <a:gd name="T27" fmla="*/ 18 h 146"/>
                <a:gd name="T28" fmla="*/ 46 w 149"/>
                <a:gd name="T29" fmla="*/ 31 h 146"/>
                <a:gd name="T30" fmla="*/ 0 w 149"/>
                <a:gd name="T31" fmla="*/ 27 h 146"/>
                <a:gd name="T32" fmla="*/ 60 w 149"/>
                <a:gd name="T33" fmla="*/ 24 h 146"/>
                <a:gd name="T34" fmla="*/ 58 w 149"/>
                <a:gd name="T35" fmla="*/ 11 h 146"/>
                <a:gd name="T36" fmla="*/ 68 w 149"/>
                <a:gd name="T37" fmla="*/ 8 h 146"/>
                <a:gd name="T38" fmla="*/ 61 w 149"/>
                <a:gd name="T39" fmla="*/ 17 h 146"/>
                <a:gd name="T40" fmla="*/ 58 w 149"/>
                <a:gd name="T41" fmla="*/ 27 h 146"/>
                <a:gd name="T42" fmla="*/ 31 w 149"/>
                <a:gd name="T43" fmla="*/ 25 h 146"/>
                <a:gd name="T44" fmla="*/ 58 w 149"/>
                <a:gd name="T45" fmla="*/ 27 h 146"/>
                <a:gd name="T46" fmla="*/ 101 w 149"/>
                <a:gd name="T47" fmla="*/ 11 h 146"/>
                <a:gd name="T48" fmla="*/ 88 w 149"/>
                <a:gd name="T49" fmla="*/ 20 h 146"/>
                <a:gd name="T50" fmla="*/ 101 w 149"/>
                <a:gd name="T51" fmla="*/ 11 h 146"/>
                <a:gd name="T52" fmla="*/ 142 w 149"/>
                <a:gd name="T53" fmla="*/ 32 h 146"/>
                <a:gd name="T54" fmla="*/ 141 w 149"/>
                <a:gd name="T55" fmla="*/ 34 h 146"/>
                <a:gd name="T56" fmla="*/ 122 w 149"/>
                <a:gd name="T57" fmla="*/ 95 h 146"/>
                <a:gd name="T58" fmla="*/ 142 w 149"/>
                <a:gd name="T59" fmla="*/ 32 h 146"/>
                <a:gd name="T60" fmla="*/ 145 w 149"/>
                <a:gd name="T61" fmla="*/ 119 h 146"/>
                <a:gd name="T62" fmla="*/ 142 w 149"/>
                <a:gd name="T63" fmla="*/ 106 h 146"/>
                <a:gd name="T64" fmla="*/ 132 w 149"/>
                <a:gd name="T65" fmla="*/ 106 h 146"/>
                <a:gd name="T66" fmla="*/ 145 w 149"/>
                <a:gd name="T67" fmla="*/ 119 h 146"/>
                <a:gd name="T68" fmla="*/ 146 w 149"/>
                <a:gd name="T69" fmla="*/ 103 h 146"/>
                <a:gd name="T70" fmla="*/ 134 w 149"/>
                <a:gd name="T71" fmla="*/ 103 h 146"/>
                <a:gd name="T72" fmla="*/ 146 w 149"/>
                <a:gd name="T73" fmla="*/ 10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9" h="146">
                  <a:moveTo>
                    <a:pt x="61" y="17"/>
                  </a:moveTo>
                  <a:cubicBezTo>
                    <a:pt x="64" y="17"/>
                    <a:pt x="67" y="9"/>
                    <a:pt x="70" y="13"/>
                  </a:cubicBezTo>
                  <a:cubicBezTo>
                    <a:pt x="68" y="15"/>
                    <a:pt x="65" y="17"/>
                    <a:pt x="67" y="22"/>
                  </a:cubicBezTo>
                  <a:cubicBezTo>
                    <a:pt x="78" y="22"/>
                    <a:pt x="72" y="11"/>
                    <a:pt x="71" y="8"/>
                  </a:cubicBezTo>
                  <a:cubicBezTo>
                    <a:pt x="75" y="4"/>
                    <a:pt x="81" y="15"/>
                    <a:pt x="77" y="20"/>
                  </a:cubicBezTo>
                  <a:cubicBezTo>
                    <a:pt x="103" y="0"/>
                    <a:pt x="144" y="7"/>
                    <a:pt x="146" y="39"/>
                  </a:cubicBezTo>
                  <a:cubicBezTo>
                    <a:pt x="148" y="63"/>
                    <a:pt x="123" y="79"/>
                    <a:pt x="125" y="103"/>
                  </a:cubicBezTo>
                  <a:cubicBezTo>
                    <a:pt x="130" y="105"/>
                    <a:pt x="138" y="94"/>
                    <a:pt x="146" y="99"/>
                  </a:cubicBezTo>
                  <a:cubicBezTo>
                    <a:pt x="149" y="104"/>
                    <a:pt x="147" y="114"/>
                    <a:pt x="148" y="120"/>
                  </a:cubicBezTo>
                  <a:cubicBezTo>
                    <a:pt x="142" y="125"/>
                    <a:pt x="135" y="122"/>
                    <a:pt x="129" y="119"/>
                  </a:cubicBezTo>
                  <a:cubicBezTo>
                    <a:pt x="129" y="131"/>
                    <a:pt x="129" y="143"/>
                    <a:pt x="141" y="143"/>
                  </a:cubicBezTo>
                  <a:cubicBezTo>
                    <a:pt x="120" y="146"/>
                    <a:pt x="125" y="125"/>
                    <a:pt x="124" y="108"/>
                  </a:cubicBezTo>
                  <a:cubicBezTo>
                    <a:pt x="123" y="95"/>
                    <a:pt x="118" y="88"/>
                    <a:pt x="121" y="76"/>
                  </a:cubicBezTo>
                  <a:cubicBezTo>
                    <a:pt x="125" y="57"/>
                    <a:pt x="149" y="40"/>
                    <a:pt x="132" y="18"/>
                  </a:cubicBezTo>
                  <a:cubicBezTo>
                    <a:pt x="101" y="5"/>
                    <a:pt x="76" y="33"/>
                    <a:pt x="46" y="31"/>
                  </a:cubicBezTo>
                  <a:cubicBezTo>
                    <a:pt x="31" y="30"/>
                    <a:pt x="16" y="16"/>
                    <a:pt x="0" y="27"/>
                  </a:cubicBezTo>
                  <a:cubicBezTo>
                    <a:pt x="14" y="12"/>
                    <a:pt x="37" y="23"/>
                    <a:pt x="60" y="24"/>
                  </a:cubicBezTo>
                  <a:cubicBezTo>
                    <a:pt x="62" y="22"/>
                    <a:pt x="58" y="15"/>
                    <a:pt x="58" y="11"/>
                  </a:cubicBezTo>
                  <a:cubicBezTo>
                    <a:pt x="61" y="10"/>
                    <a:pt x="64" y="4"/>
                    <a:pt x="68" y="8"/>
                  </a:cubicBezTo>
                  <a:cubicBezTo>
                    <a:pt x="67" y="9"/>
                    <a:pt x="59" y="9"/>
                    <a:pt x="61" y="17"/>
                  </a:cubicBezTo>
                  <a:close/>
                  <a:moveTo>
                    <a:pt x="58" y="27"/>
                  </a:moveTo>
                  <a:cubicBezTo>
                    <a:pt x="49" y="25"/>
                    <a:pt x="41" y="22"/>
                    <a:pt x="31" y="25"/>
                  </a:cubicBezTo>
                  <a:cubicBezTo>
                    <a:pt x="41" y="26"/>
                    <a:pt x="49" y="32"/>
                    <a:pt x="58" y="27"/>
                  </a:cubicBezTo>
                  <a:close/>
                  <a:moveTo>
                    <a:pt x="101" y="11"/>
                  </a:moveTo>
                  <a:cubicBezTo>
                    <a:pt x="98" y="14"/>
                    <a:pt x="85" y="15"/>
                    <a:pt x="88" y="20"/>
                  </a:cubicBezTo>
                  <a:cubicBezTo>
                    <a:pt x="90" y="15"/>
                    <a:pt x="104" y="16"/>
                    <a:pt x="101" y="11"/>
                  </a:cubicBezTo>
                  <a:close/>
                  <a:moveTo>
                    <a:pt x="142" y="32"/>
                  </a:moveTo>
                  <a:cubicBezTo>
                    <a:pt x="140" y="29"/>
                    <a:pt x="138" y="30"/>
                    <a:pt x="141" y="34"/>
                  </a:cubicBezTo>
                  <a:cubicBezTo>
                    <a:pt x="139" y="59"/>
                    <a:pt x="121" y="67"/>
                    <a:pt x="122" y="95"/>
                  </a:cubicBezTo>
                  <a:cubicBezTo>
                    <a:pt x="127" y="73"/>
                    <a:pt x="146" y="59"/>
                    <a:pt x="142" y="32"/>
                  </a:cubicBezTo>
                  <a:close/>
                  <a:moveTo>
                    <a:pt x="145" y="119"/>
                  </a:moveTo>
                  <a:cubicBezTo>
                    <a:pt x="145" y="113"/>
                    <a:pt x="145" y="109"/>
                    <a:pt x="142" y="106"/>
                  </a:cubicBezTo>
                  <a:cubicBezTo>
                    <a:pt x="139" y="106"/>
                    <a:pt x="135" y="106"/>
                    <a:pt x="132" y="106"/>
                  </a:cubicBezTo>
                  <a:cubicBezTo>
                    <a:pt x="126" y="113"/>
                    <a:pt x="134" y="121"/>
                    <a:pt x="145" y="119"/>
                  </a:cubicBezTo>
                  <a:close/>
                  <a:moveTo>
                    <a:pt x="146" y="103"/>
                  </a:moveTo>
                  <a:cubicBezTo>
                    <a:pt x="142" y="100"/>
                    <a:pt x="137" y="100"/>
                    <a:pt x="134" y="103"/>
                  </a:cubicBezTo>
                  <a:cubicBezTo>
                    <a:pt x="139" y="101"/>
                    <a:pt x="144" y="107"/>
                    <a:pt x="146" y="103"/>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07" name="Voľný tvar 50"/>
            <p:cNvSpPr>
              <a:spLocks noEditPoints="1"/>
            </p:cNvSpPr>
            <p:nvPr/>
          </p:nvSpPr>
          <p:spPr bwMode="auto">
            <a:xfrm>
              <a:off x="4162425" y="3359150"/>
              <a:ext cx="334963" cy="309563"/>
            </a:xfrm>
            <a:custGeom>
              <a:avLst/>
              <a:gdLst>
                <a:gd name="T0" fmla="*/ 69 w 149"/>
                <a:gd name="T1" fmla="*/ 3 h 138"/>
                <a:gd name="T2" fmla="*/ 64 w 149"/>
                <a:gd name="T3" fmla="*/ 7 h 138"/>
                <a:gd name="T4" fmla="*/ 70 w 149"/>
                <a:gd name="T5" fmla="*/ 7 h 138"/>
                <a:gd name="T6" fmla="*/ 70 w 149"/>
                <a:gd name="T7" fmla="*/ 3 h 138"/>
                <a:gd name="T8" fmla="*/ 73 w 149"/>
                <a:gd name="T9" fmla="*/ 1 h 138"/>
                <a:gd name="T10" fmla="*/ 147 w 149"/>
                <a:gd name="T11" fmla="*/ 33 h 138"/>
                <a:gd name="T12" fmla="*/ 142 w 149"/>
                <a:gd name="T13" fmla="*/ 91 h 138"/>
                <a:gd name="T14" fmla="*/ 149 w 149"/>
                <a:gd name="T15" fmla="*/ 114 h 138"/>
                <a:gd name="T16" fmla="*/ 130 w 149"/>
                <a:gd name="T17" fmla="*/ 114 h 138"/>
                <a:gd name="T18" fmla="*/ 137 w 149"/>
                <a:gd name="T19" fmla="*/ 138 h 138"/>
                <a:gd name="T20" fmla="*/ 122 w 149"/>
                <a:gd name="T21" fmla="*/ 94 h 138"/>
                <a:gd name="T22" fmla="*/ 129 w 149"/>
                <a:gd name="T23" fmla="*/ 51 h 138"/>
                <a:gd name="T24" fmla="*/ 49 w 149"/>
                <a:gd name="T25" fmla="*/ 26 h 138"/>
                <a:gd name="T26" fmla="*/ 1 w 149"/>
                <a:gd name="T27" fmla="*/ 21 h 138"/>
                <a:gd name="T28" fmla="*/ 39 w 149"/>
                <a:gd name="T29" fmla="*/ 15 h 138"/>
                <a:gd name="T30" fmla="*/ 58 w 149"/>
                <a:gd name="T31" fmla="*/ 5 h 138"/>
                <a:gd name="T32" fmla="*/ 67 w 149"/>
                <a:gd name="T33" fmla="*/ 2 h 138"/>
                <a:gd name="T34" fmla="*/ 60 w 149"/>
                <a:gd name="T35" fmla="*/ 10 h 138"/>
                <a:gd name="T36" fmla="*/ 77 w 149"/>
                <a:gd name="T37" fmla="*/ 14 h 138"/>
                <a:gd name="T38" fmla="*/ 73 w 149"/>
                <a:gd name="T39" fmla="*/ 15 h 138"/>
                <a:gd name="T40" fmla="*/ 68 w 149"/>
                <a:gd name="T41" fmla="*/ 8 h 138"/>
                <a:gd name="T42" fmla="*/ 61 w 149"/>
                <a:gd name="T43" fmla="*/ 12 h 138"/>
                <a:gd name="T44" fmla="*/ 60 w 149"/>
                <a:gd name="T45" fmla="*/ 19 h 138"/>
                <a:gd name="T46" fmla="*/ 7 w 149"/>
                <a:gd name="T47" fmla="*/ 17 h 138"/>
                <a:gd name="T48" fmla="*/ 40 w 149"/>
                <a:gd name="T49" fmla="*/ 17 h 138"/>
                <a:gd name="T50" fmla="*/ 60 w 149"/>
                <a:gd name="T51" fmla="*/ 20 h 138"/>
                <a:gd name="T52" fmla="*/ 31 w 149"/>
                <a:gd name="T53" fmla="*/ 20 h 138"/>
                <a:gd name="T54" fmla="*/ 49 w 149"/>
                <a:gd name="T55" fmla="*/ 24 h 138"/>
                <a:gd name="T56" fmla="*/ 87 w 149"/>
                <a:gd name="T57" fmla="*/ 12 h 138"/>
                <a:gd name="T58" fmla="*/ 77 w 149"/>
                <a:gd name="T59" fmla="*/ 14 h 138"/>
                <a:gd name="T60" fmla="*/ 124 w 149"/>
                <a:gd name="T61" fmla="*/ 97 h 138"/>
                <a:gd name="T62" fmla="*/ 101 w 149"/>
                <a:gd name="T63" fmla="*/ 4 h 138"/>
                <a:gd name="T64" fmla="*/ 89 w 149"/>
                <a:gd name="T65" fmla="*/ 14 h 138"/>
                <a:gd name="T66" fmla="*/ 133 w 149"/>
                <a:gd name="T67" fmla="*/ 12 h 138"/>
                <a:gd name="T68" fmla="*/ 131 w 149"/>
                <a:gd name="T69" fmla="*/ 55 h 138"/>
                <a:gd name="T70" fmla="*/ 140 w 149"/>
                <a:gd name="T71" fmla="*/ 24 h 138"/>
                <a:gd name="T72" fmla="*/ 123 w 149"/>
                <a:gd name="T73" fmla="*/ 89 h 138"/>
                <a:gd name="T74" fmla="*/ 135 w 149"/>
                <a:gd name="T75" fmla="*/ 137 h 138"/>
                <a:gd name="T76" fmla="*/ 141 w 149"/>
                <a:gd name="T77" fmla="*/ 116 h 138"/>
                <a:gd name="T78" fmla="*/ 147 w 149"/>
                <a:gd name="T79" fmla="*/ 98 h 138"/>
                <a:gd name="T80" fmla="*/ 131 w 149"/>
                <a:gd name="T81" fmla="*/ 99 h 138"/>
                <a:gd name="T82" fmla="*/ 146 w 149"/>
                <a:gd name="T83" fmla="*/ 94 h 138"/>
                <a:gd name="T84" fmla="*/ 88 w 149"/>
                <a:gd name="T85" fmla="*/ 12 h 138"/>
                <a:gd name="T86" fmla="*/ 95 w 149"/>
                <a:gd name="T87" fmla="*/ 9 h 138"/>
                <a:gd name="T88" fmla="*/ 40 w 149"/>
                <a:gd name="T89" fmla="*/ 19 h 138"/>
                <a:gd name="T90" fmla="*/ 56 w 149"/>
                <a:gd name="T91" fmla="*/ 21 h 138"/>
                <a:gd name="T92" fmla="*/ 141 w 149"/>
                <a:gd name="T93" fmla="*/ 28 h 138"/>
                <a:gd name="T94" fmla="*/ 131 w 149"/>
                <a:gd name="T95" fmla="*/ 66 h 138"/>
                <a:gd name="T96" fmla="*/ 141 w 149"/>
                <a:gd name="T97" fmla="*/ 97 h 138"/>
                <a:gd name="T98" fmla="*/ 143 w 149"/>
                <a:gd name="T99" fmla="*/ 100 h 138"/>
                <a:gd name="T100" fmla="*/ 130 w 149"/>
                <a:gd name="T101" fmla="*/ 108 h 138"/>
                <a:gd name="T102" fmla="*/ 131 w 149"/>
                <a:gd name="T103" fmla="*/ 107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9" h="138">
                  <a:moveTo>
                    <a:pt x="65" y="0"/>
                  </a:moveTo>
                  <a:cubicBezTo>
                    <a:pt x="66" y="0"/>
                    <a:pt x="68" y="1"/>
                    <a:pt x="69" y="2"/>
                  </a:cubicBezTo>
                  <a:cubicBezTo>
                    <a:pt x="69" y="2"/>
                    <a:pt x="69" y="2"/>
                    <a:pt x="69" y="2"/>
                  </a:cubicBezTo>
                  <a:cubicBezTo>
                    <a:pt x="69" y="3"/>
                    <a:pt x="69" y="3"/>
                    <a:pt x="69" y="3"/>
                  </a:cubicBezTo>
                  <a:cubicBezTo>
                    <a:pt x="68" y="3"/>
                    <a:pt x="68" y="3"/>
                    <a:pt x="67" y="4"/>
                  </a:cubicBezTo>
                  <a:cubicBezTo>
                    <a:pt x="65" y="4"/>
                    <a:pt x="63" y="4"/>
                    <a:pt x="62" y="6"/>
                  </a:cubicBezTo>
                  <a:cubicBezTo>
                    <a:pt x="62" y="7"/>
                    <a:pt x="61" y="8"/>
                    <a:pt x="62" y="10"/>
                  </a:cubicBezTo>
                  <a:cubicBezTo>
                    <a:pt x="63" y="9"/>
                    <a:pt x="63" y="8"/>
                    <a:pt x="64" y="7"/>
                  </a:cubicBezTo>
                  <a:cubicBezTo>
                    <a:pt x="66" y="6"/>
                    <a:pt x="67" y="5"/>
                    <a:pt x="68" y="5"/>
                  </a:cubicBezTo>
                  <a:cubicBezTo>
                    <a:pt x="69" y="5"/>
                    <a:pt x="70" y="5"/>
                    <a:pt x="70" y="6"/>
                  </a:cubicBezTo>
                  <a:cubicBezTo>
                    <a:pt x="71" y="6"/>
                    <a:pt x="71" y="6"/>
                    <a:pt x="71" y="6"/>
                  </a:cubicBezTo>
                  <a:cubicBezTo>
                    <a:pt x="70" y="7"/>
                    <a:pt x="70" y="7"/>
                    <a:pt x="70" y="7"/>
                  </a:cubicBezTo>
                  <a:cubicBezTo>
                    <a:pt x="70" y="8"/>
                    <a:pt x="69" y="8"/>
                    <a:pt x="69" y="9"/>
                  </a:cubicBezTo>
                  <a:cubicBezTo>
                    <a:pt x="68" y="11"/>
                    <a:pt x="67" y="12"/>
                    <a:pt x="67" y="16"/>
                  </a:cubicBezTo>
                  <a:cubicBezTo>
                    <a:pt x="70" y="16"/>
                    <a:pt x="71" y="15"/>
                    <a:pt x="72" y="14"/>
                  </a:cubicBezTo>
                  <a:cubicBezTo>
                    <a:pt x="74" y="11"/>
                    <a:pt x="71" y="5"/>
                    <a:pt x="70" y="3"/>
                  </a:cubicBezTo>
                  <a:cubicBezTo>
                    <a:pt x="70" y="2"/>
                    <a:pt x="70" y="2"/>
                    <a:pt x="70" y="2"/>
                  </a:cubicBezTo>
                  <a:cubicBezTo>
                    <a:pt x="71" y="2"/>
                    <a:pt x="71" y="2"/>
                    <a:pt x="71" y="2"/>
                  </a:cubicBezTo>
                  <a:cubicBezTo>
                    <a:pt x="71" y="1"/>
                    <a:pt x="72" y="1"/>
                    <a:pt x="73" y="1"/>
                  </a:cubicBezTo>
                  <a:cubicBezTo>
                    <a:pt x="73" y="1"/>
                    <a:pt x="73" y="1"/>
                    <a:pt x="73" y="1"/>
                  </a:cubicBezTo>
                  <a:cubicBezTo>
                    <a:pt x="75" y="1"/>
                    <a:pt x="77" y="3"/>
                    <a:pt x="78" y="5"/>
                  </a:cubicBezTo>
                  <a:cubicBezTo>
                    <a:pt x="79" y="7"/>
                    <a:pt x="79" y="9"/>
                    <a:pt x="79" y="11"/>
                  </a:cubicBezTo>
                  <a:cubicBezTo>
                    <a:pt x="88" y="5"/>
                    <a:pt x="99" y="2"/>
                    <a:pt x="110" y="2"/>
                  </a:cubicBezTo>
                  <a:cubicBezTo>
                    <a:pt x="131" y="2"/>
                    <a:pt x="145" y="14"/>
                    <a:pt x="147" y="33"/>
                  </a:cubicBezTo>
                  <a:cubicBezTo>
                    <a:pt x="148" y="45"/>
                    <a:pt x="142" y="55"/>
                    <a:pt x="137" y="65"/>
                  </a:cubicBezTo>
                  <a:cubicBezTo>
                    <a:pt x="131" y="75"/>
                    <a:pt x="125" y="85"/>
                    <a:pt x="126" y="97"/>
                  </a:cubicBezTo>
                  <a:cubicBezTo>
                    <a:pt x="127" y="97"/>
                    <a:pt x="130" y="96"/>
                    <a:pt x="132" y="95"/>
                  </a:cubicBezTo>
                  <a:cubicBezTo>
                    <a:pt x="135" y="93"/>
                    <a:pt x="138" y="91"/>
                    <a:pt x="142" y="91"/>
                  </a:cubicBezTo>
                  <a:cubicBezTo>
                    <a:pt x="144" y="91"/>
                    <a:pt x="145" y="92"/>
                    <a:pt x="147" y="93"/>
                  </a:cubicBezTo>
                  <a:cubicBezTo>
                    <a:pt x="147" y="93"/>
                    <a:pt x="147" y="93"/>
                    <a:pt x="147" y="93"/>
                  </a:cubicBezTo>
                  <a:cubicBezTo>
                    <a:pt x="149" y="96"/>
                    <a:pt x="149" y="101"/>
                    <a:pt x="149" y="106"/>
                  </a:cubicBezTo>
                  <a:cubicBezTo>
                    <a:pt x="148" y="109"/>
                    <a:pt x="148" y="112"/>
                    <a:pt x="149" y="114"/>
                  </a:cubicBezTo>
                  <a:cubicBezTo>
                    <a:pt x="149" y="115"/>
                    <a:pt x="149" y="115"/>
                    <a:pt x="149" y="115"/>
                  </a:cubicBezTo>
                  <a:cubicBezTo>
                    <a:pt x="148" y="115"/>
                    <a:pt x="148" y="115"/>
                    <a:pt x="148" y="115"/>
                  </a:cubicBezTo>
                  <a:cubicBezTo>
                    <a:pt x="146" y="117"/>
                    <a:pt x="143" y="118"/>
                    <a:pt x="141" y="118"/>
                  </a:cubicBezTo>
                  <a:cubicBezTo>
                    <a:pt x="137" y="118"/>
                    <a:pt x="134" y="116"/>
                    <a:pt x="130" y="114"/>
                  </a:cubicBezTo>
                  <a:cubicBezTo>
                    <a:pt x="130" y="115"/>
                    <a:pt x="130" y="115"/>
                    <a:pt x="130" y="115"/>
                  </a:cubicBezTo>
                  <a:cubicBezTo>
                    <a:pt x="130" y="126"/>
                    <a:pt x="130" y="136"/>
                    <a:pt x="141" y="136"/>
                  </a:cubicBezTo>
                  <a:cubicBezTo>
                    <a:pt x="141" y="138"/>
                    <a:pt x="141" y="138"/>
                    <a:pt x="141" y="138"/>
                  </a:cubicBezTo>
                  <a:cubicBezTo>
                    <a:pt x="139" y="138"/>
                    <a:pt x="138" y="138"/>
                    <a:pt x="137" y="138"/>
                  </a:cubicBezTo>
                  <a:cubicBezTo>
                    <a:pt x="123" y="138"/>
                    <a:pt x="123" y="125"/>
                    <a:pt x="123" y="112"/>
                  </a:cubicBezTo>
                  <a:cubicBezTo>
                    <a:pt x="123" y="108"/>
                    <a:pt x="123" y="105"/>
                    <a:pt x="123" y="102"/>
                  </a:cubicBezTo>
                  <a:cubicBezTo>
                    <a:pt x="123" y="99"/>
                    <a:pt x="122" y="96"/>
                    <a:pt x="122" y="94"/>
                  </a:cubicBezTo>
                  <a:cubicBezTo>
                    <a:pt x="122" y="94"/>
                    <a:pt x="122" y="94"/>
                    <a:pt x="122" y="94"/>
                  </a:cubicBezTo>
                  <a:cubicBezTo>
                    <a:pt x="122" y="93"/>
                    <a:pt x="122" y="93"/>
                    <a:pt x="122" y="93"/>
                  </a:cubicBezTo>
                  <a:cubicBezTo>
                    <a:pt x="121" y="92"/>
                    <a:pt x="121" y="91"/>
                    <a:pt x="121" y="90"/>
                  </a:cubicBezTo>
                  <a:cubicBezTo>
                    <a:pt x="120" y="84"/>
                    <a:pt x="118" y="78"/>
                    <a:pt x="120" y="70"/>
                  </a:cubicBezTo>
                  <a:cubicBezTo>
                    <a:pt x="122" y="64"/>
                    <a:pt x="125" y="57"/>
                    <a:pt x="129" y="51"/>
                  </a:cubicBezTo>
                  <a:cubicBezTo>
                    <a:pt x="136" y="39"/>
                    <a:pt x="143" y="27"/>
                    <a:pt x="132" y="13"/>
                  </a:cubicBezTo>
                  <a:cubicBezTo>
                    <a:pt x="126" y="11"/>
                    <a:pt x="121" y="10"/>
                    <a:pt x="115" y="10"/>
                  </a:cubicBezTo>
                  <a:cubicBezTo>
                    <a:pt x="104" y="10"/>
                    <a:pt x="93" y="14"/>
                    <a:pt x="83" y="18"/>
                  </a:cubicBezTo>
                  <a:cubicBezTo>
                    <a:pt x="72" y="22"/>
                    <a:pt x="61" y="26"/>
                    <a:pt x="49" y="26"/>
                  </a:cubicBezTo>
                  <a:cubicBezTo>
                    <a:pt x="48" y="26"/>
                    <a:pt x="47" y="26"/>
                    <a:pt x="45" y="26"/>
                  </a:cubicBezTo>
                  <a:cubicBezTo>
                    <a:pt x="40" y="25"/>
                    <a:pt x="35" y="23"/>
                    <a:pt x="30" y="22"/>
                  </a:cubicBezTo>
                  <a:cubicBezTo>
                    <a:pt x="25" y="19"/>
                    <a:pt x="19" y="17"/>
                    <a:pt x="13" y="17"/>
                  </a:cubicBezTo>
                  <a:cubicBezTo>
                    <a:pt x="9" y="17"/>
                    <a:pt x="4" y="19"/>
                    <a:pt x="1" y="21"/>
                  </a:cubicBezTo>
                  <a:cubicBezTo>
                    <a:pt x="0" y="20"/>
                    <a:pt x="0" y="20"/>
                    <a:pt x="0" y="20"/>
                  </a:cubicBezTo>
                  <a:cubicBezTo>
                    <a:pt x="5" y="15"/>
                    <a:pt x="11" y="13"/>
                    <a:pt x="20" y="13"/>
                  </a:cubicBezTo>
                  <a:cubicBezTo>
                    <a:pt x="20" y="13"/>
                    <a:pt x="20" y="13"/>
                    <a:pt x="20" y="13"/>
                  </a:cubicBezTo>
                  <a:cubicBezTo>
                    <a:pt x="26" y="13"/>
                    <a:pt x="33" y="14"/>
                    <a:pt x="39" y="15"/>
                  </a:cubicBezTo>
                  <a:cubicBezTo>
                    <a:pt x="46" y="16"/>
                    <a:pt x="53" y="17"/>
                    <a:pt x="59" y="17"/>
                  </a:cubicBezTo>
                  <a:cubicBezTo>
                    <a:pt x="61" y="16"/>
                    <a:pt x="60" y="13"/>
                    <a:pt x="59" y="10"/>
                  </a:cubicBezTo>
                  <a:cubicBezTo>
                    <a:pt x="58" y="8"/>
                    <a:pt x="58" y="7"/>
                    <a:pt x="58" y="5"/>
                  </a:cubicBezTo>
                  <a:cubicBezTo>
                    <a:pt x="58" y="5"/>
                    <a:pt x="58" y="5"/>
                    <a:pt x="58" y="5"/>
                  </a:cubicBezTo>
                  <a:cubicBezTo>
                    <a:pt x="58" y="4"/>
                    <a:pt x="58" y="4"/>
                    <a:pt x="58" y="4"/>
                  </a:cubicBezTo>
                  <a:cubicBezTo>
                    <a:pt x="59" y="4"/>
                    <a:pt x="59" y="3"/>
                    <a:pt x="60" y="3"/>
                  </a:cubicBezTo>
                  <a:cubicBezTo>
                    <a:pt x="62" y="1"/>
                    <a:pt x="63" y="0"/>
                    <a:pt x="65" y="0"/>
                  </a:cubicBezTo>
                  <a:close/>
                  <a:moveTo>
                    <a:pt x="67" y="2"/>
                  </a:moveTo>
                  <a:cubicBezTo>
                    <a:pt x="65" y="1"/>
                    <a:pt x="63" y="2"/>
                    <a:pt x="61" y="4"/>
                  </a:cubicBezTo>
                  <a:cubicBezTo>
                    <a:pt x="60" y="4"/>
                    <a:pt x="60" y="5"/>
                    <a:pt x="59" y="5"/>
                  </a:cubicBezTo>
                  <a:cubicBezTo>
                    <a:pt x="59" y="7"/>
                    <a:pt x="60" y="8"/>
                    <a:pt x="60" y="10"/>
                  </a:cubicBezTo>
                  <a:cubicBezTo>
                    <a:pt x="60" y="10"/>
                    <a:pt x="60" y="10"/>
                    <a:pt x="60" y="10"/>
                  </a:cubicBezTo>
                  <a:cubicBezTo>
                    <a:pt x="60" y="8"/>
                    <a:pt x="60" y="7"/>
                    <a:pt x="61" y="5"/>
                  </a:cubicBezTo>
                  <a:cubicBezTo>
                    <a:pt x="62" y="3"/>
                    <a:pt x="65" y="3"/>
                    <a:pt x="66" y="2"/>
                  </a:cubicBezTo>
                  <a:cubicBezTo>
                    <a:pt x="66" y="2"/>
                    <a:pt x="67" y="2"/>
                    <a:pt x="67" y="2"/>
                  </a:cubicBezTo>
                  <a:close/>
                  <a:moveTo>
                    <a:pt x="77" y="14"/>
                  </a:moveTo>
                  <a:cubicBezTo>
                    <a:pt x="76" y="13"/>
                    <a:pt x="76" y="13"/>
                    <a:pt x="76" y="13"/>
                  </a:cubicBezTo>
                  <a:cubicBezTo>
                    <a:pt x="78" y="11"/>
                    <a:pt x="78" y="8"/>
                    <a:pt x="77" y="6"/>
                  </a:cubicBezTo>
                  <a:cubicBezTo>
                    <a:pt x="75" y="3"/>
                    <a:pt x="73" y="1"/>
                    <a:pt x="72" y="2"/>
                  </a:cubicBezTo>
                  <a:cubicBezTo>
                    <a:pt x="73" y="5"/>
                    <a:pt x="76" y="11"/>
                    <a:pt x="73" y="15"/>
                  </a:cubicBezTo>
                  <a:cubicBezTo>
                    <a:pt x="72" y="16"/>
                    <a:pt x="70" y="17"/>
                    <a:pt x="67" y="17"/>
                  </a:cubicBezTo>
                  <a:cubicBezTo>
                    <a:pt x="66" y="17"/>
                    <a:pt x="66" y="17"/>
                    <a:pt x="66" y="17"/>
                  </a:cubicBezTo>
                  <a:cubicBezTo>
                    <a:pt x="66" y="17"/>
                    <a:pt x="66" y="17"/>
                    <a:pt x="66" y="17"/>
                  </a:cubicBezTo>
                  <a:cubicBezTo>
                    <a:pt x="65" y="12"/>
                    <a:pt x="66" y="10"/>
                    <a:pt x="68" y="8"/>
                  </a:cubicBezTo>
                  <a:cubicBezTo>
                    <a:pt x="68" y="8"/>
                    <a:pt x="68" y="7"/>
                    <a:pt x="69" y="7"/>
                  </a:cubicBezTo>
                  <a:cubicBezTo>
                    <a:pt x="69" y="6"/>
                    <a:pt x="68" y="6"/>
                    <a:pt x="68" y="6"/>
                  </a:cubicBezTo>
                  <a:cubicBezTo>
                    <a:pt x="67" y="6"/>
                    <a:pt x="66" y="7"/>
                    <a:pt x="65" y="8"/>
                  </a:cubicBezTo>
                  <a:cubicBezTo>
                    <a:pt x="64" y="10"/>
                    <a:pt x="63" y="11"/>
                    <a:pt x="61" y="12"/>
                  </a:cubicBezTo>
                  <a:cubicBezTo>
                    <a:pt x="61" y="12"/>
                    <a:pt x="61" y="12"/>
                    <a:pt x="61" y="12"/>
                  </a:cubicBezTo>
                  <a:cubicBezTo>
                    <a:pt x="61" y="14"/>
                    <a:pt x="62" y="17"/>
                    <a:pt x="60" y="18"/>
                  </a:cubicBezTo>
                  <a:cubicBezTo>
                    <a:pt x="60" y="19"/>
                    <a:pt x="60" y="19"/>
                    <a:pt x="60" y="19"/>
                  </a:cubicBezTo>
                  <a:cubicBezTo>
                    <a:pt x="60" y="19"/>
                    <a:pt x="60" y="19"/>
                    <a:pt x="60" y="19"/>
                  </a:cubicBezTo>
                  <a:cubicBezTo>
                    <a:pt x="53" y="18"/>
                    <a:pt x="46" y="17"/>
                    <a:pt x="39" y="16"/>
                  </a:cubicBezTo>
                  <a:cubicBezTo>
                    <a:pt x="32" y="15"/>
                    <a:pt x="26" y="14"/>
                    <a:pt x="20" y="14"/>
                  </a:cubicBezTo>
                  <a:cubicBezTo>
                    <a:pt x="20" y="14"/>
                    <a:pt x="20" y="14"/>
                    <a:pt x="20" y="14"/>
                  </a:cubicBezTo>
                  <a:cubicBezTo>
                    <a:pt x="15" y="14"/>
                    <a:pt x="11" y="15"/>
                    <a:pt x="7" y="17"/>
                  </a:cubicBezTo>
                  <a:cubicBezTo>
                    <a:pt x="9" y="16"/>
                    <a:pt x="11" y="16"/>
                    <a:pt x="13" y="16"/>
                  </a:cubicBezTo>
                  <a:cubicBezTo>
                    <a:pt x="18" y="16"/>
                    <a:pt x="24" y="18"/>
                    <a:pt x="29" y="19"/>
                  </a:cubicBezTo>
                  <a:cubicBezTo>
                    <a:pt x="31" y="19"/>
                    <a:pt x="31" y="19"/>
                    <a:pt x="31" y="19"/>
                  </a:cubicBezTo>
                  <a:cubicBezTo>
                    <a:pt x="34" y="18"/>
                    <a:pt x="37" y="17"/>
                    <a:pt x="40" y="17"/>
                  </a:cubicBezTo>
                  <a:cubicBezTo>
                    <a:pt x="40" y="17"/>
                    <a:pt x="40" y="17"/>
                    <a:pt x="40" y="17"/>
                  </a:cubicBezTo>
                  <a:cubicBezTo>
                    <a:pt x="45" y="17"/>
                    <a:pt x="49" y="18"/>
                    <a:pt x="54" y="19"/>
                  </a:cubicBezTo>
                  <a:cubicBezTo>
                    <a:pt x="55" y="19"/>
                    <a:pt x="57" y="20"/>
                    <a:pt x="58" y="20"/>
                  </a:cubicBezTo>
                  <a:cubicBezTo>
                    <a:pt x="60" y="20"/>
                    <a:pt x="60" y="20"/>
                    <a:pt x="60" y="20"/>
                  </a:cubicBezTo>
                  <a:cubicBezTo>
                    <a:pt x="59" y="21"/>
                    <a:pt x="59" y="21"/>
                    <a:pt x="59" y="21"/>
                  </a:cubicBezTo>
                  <a:cubicBezTo>
                    <a:pt x="56" y="23"/>
                    <a:pt x="53" y="24"/>
                    <a:pt x="50" y="24"/>
                  </a:cubicBezTo>
                  <a:cubicBezTo>
                    <a:pt x="47" y="24"/>
                    <a:pt x="43" y="23"/>
                    <a:pt x="40" y="22"/>
                  </a:cubicBezTo>
                  <a:cubicBezTo>
                    <a:pt x="37" y="21"/>
                    <a:pt x="34" y="20"/>
                    <a:pt x="31" y="20"/>
                  </a:cubicBezTo>
                  <a:cubicBezTo>
                    <a:pt x="30" y="20"/>
                    <a:pt x="30" y="20"/>
                    <a:pt x="30" y="20"/>
                  </a:cubicBezTo>
                  <a:cubicBezTo>
                    <a:pt x="30" y="20"/>
                    <a:pt x="31" y="20"/>
                    <a:pt x="31" y="20"/>
                  </a:cubicBezTo>
                  <a:cubicBezTo>
                    <a:pt x="36" y="22"/>
                    <a:pt x="41" y="24"/>
                    <a:pt x="46" y="24"/>
                  </a:cubicBezTo>
                  <a:cubicBezTo>
                    <a:pt x="47" y="24"/>
                    <a:pt x="48" y="24"/>
                    <a:pt x="49" y="24"/>
                  </a:cubicBezTo>
                  <a:cubicBezTo>
                    <a:pt x="61" y="24"/>
                    <a:pt x="72" y="20"/>
                    <a:pt x="82" y="16"/>
                  </a:cubicBezTo>
                  <a:cubicBezTo>
                    <a:pt x="84" y="16"/>
                    <a:pt x="86" y="15"/>
                    <a:pt x="88" y="14"/>
                  </a:cubicBezTo>
                  <a:cubicBezTo>
                    <a:pt x="88" y="14"/>
                    <a:pt x="88" y="14"/>
                    <a:pt x="88" y="14"/>
                  </a:cubicBezTo>
                  <a:cubicBezTo>
                    <a:pt x="87" y="13"/>
                    <a:pt x="87" y="12"/>
                    <a:pt x="87" y="12"/>
                  </a:cubicBezTo>
                  <a:cubicBezTo>
                    <a:pt x="88" y="10"/>
                    <a:pt x="91" y="9"/>
                    <a:pt x="94" y="7"/>
                  </a:cubicBezTo>
                  <a:cubicBezTo>
                    <a:pt x="97" y="7"/>
                    <a:pt x="99" y="6"/>
                    <a:pt x="100" y="5"/>
                  </a:cubicBezTo>
                  <a:cubicBezTo>
                    <a:pt x="101" y="4"/>
                    <a:pt x="101" y="4"/>
                    <a:pt x="101" y="4"/>
                  </a:cubicBezTo>
                  <a:cubicBezTo>
                    <a:pt x="92" y="6"/>
                    <a:pt x="84" y="9"/>
                    <a:pt x="77" y="14"/>
                  </a:cubicBezTo>
                  <a:close/>
                  <a:moveTo>
                    <a:pt x="126" y="98"/>
                  </a:moveTo>
                  <a:cubicBezTo>
                    <a:pt x="126" y="98"/>
                    <a:pt x="125" y="98"/>
                    <a:pt x="125" y="98"/>
                  </a:cubicBezTo>
                  <a:cubicBezTo>
                    <a:pt x="124" y="98"/>
                    <a:pt x="124" y="98"/>
                    <a:pt x="124" y="98"/>
                  </a:cubicBezTo>
                  <a:cubicBezTo>
                    <a:pt x="124" y="97"/>
                    <a:pt x="124" y="97"/>
                    <a:pt x="124" y="97"/>
                  </a:cubicBezTo>
                  <a:cubicBezTo>
                    <a:pt x="123" y="85"/>
                    <a:pt x="129" y="74"/>
                    <a:pt x="135" y="64"/>
                  </a:cubicBezTo>
                  <a:cubicBezTo>
                    <a:pt x="141" y="54"/>
                    <a:pt x="147" y="45"/>
                    <a:pt x="146" y="34"/>
                  </a:cubicBezTo>
                  <a:cubicBezTo>
                    <a:pt x="144" y="15"/>
                    <a:pt x="130" y="4"/>
                    <a:pt x="110" y="4"/>
                  </a:cubicBezTo>
                  <a:cubicBezTo>
                    <a:pt x="107" y="4"/>
                    <a:pt x="104" y="4"/>
                    <a:pt x="101" y="4"/>
                  </a:cubicBezTo>
                  <a:cubicBezTo>
                    <a:pt x="102" y="5"/>
                    <a:pt x="102" y="5"/>
                    <a:pt x="102" y="5"/>
                  </a:cubicBezTo>
                  <a:cubicBezTo>
                    <a:pt x="102" y="6"/>
                    <a:pt x="102" y="6"/>
                    <a:pt x="102" y="7"/>
                  </a:cubicBezTo>
                  <a:cubicBezTo>
                    <a:pt x="101" y="9"/>
                    <a:pt x="99" y="10"/>
                    <a:pt x="96" y="11"/>
                  </a:cubicBezTo>
                  <a:cubicBezTo>
                    <a:pt x="93" y="11"/>
                    <a:pt x="90" y="12"/>
                    <a:pt x="89" y="14"/>
                  </a:cubicBezTo>
                  <a:cubicBezTo>
                    <a:pt x="97" y="11"/>
                    <a:pt x="106" y="8"/>
                    <a:pt x="115" y="8"/>
                  </a:cubicBezTo>
                  <a:cubicBezTo>
                    <a:pt x="121" y="8"/>
                    <a:pt x="127" y="9"/>
                    <a:pt x="132" y="12"/>
                  </a:cubicBezTo>
                  <a:cubicBezTo>
                    <a:pt x="133" y="12"/>
                    <a:pt x="133" y="12"/>
                    <a:pt x="133" y="12"/>
                  </a:cubicBezTo>
                  <a:cubicBezTo>
                    <a:pt x="133" y="12"/>
                    <a:pt x="133" y="12"/>
                    <a:pt x="133" y="12"/>
                  </a:cubicBezTo>
                  <a:cubicBezTo>
                    <a:pt x="145" y="27"/>
                    <a:pt x="137" y="40"/>
                    <a:pt x="130" y="52"/>
                  </a:cubicBezTo>
                  <a:cubicBezTo>
                    <a:pt x="126" y="58"/>
                    <a:pt x="123" y="64"/>
                    <a:pt x="122" y="71"/>
                  </a:cubicBezTo>
                  <a:cubicBezTo>
                    <a:pt x="120" y="76"/>
                    <a:pt x="121" y="80"/>
                    <a:pt x="121" y="84"/>
                  </a:cubicBezTo>
                  <a:cubicBezTo>
                    <a:pt x="122" y="72"/>
                    <a:pt x="126" y="63"/>
                    <a:pt x="131" y="55"/>
                  </a:cubicBezTo>
                  <a:cubicBezTo>
                    <a:pt x="135" y="47"/>
                    <a:pt x="139" y="39"/>
                    <a:pt x="140" y="28"/>
                  </a:cubicBezTo>
                  <a:cubicBezTo>
                    <a:pt x="139" y="27"/>
                    <a:pt x="138" y="25"/>
                    <a:pt x="139" y="24"/>
                  </a:cubicBezTo>
                  <a:cubicBezTo>
                    <a:pt x="139" y="24"/>
                    <a:pt x="139" y="24"/>
                    <a:pt x="140" y="24"/>
                  </a:cubicBezTo>
                  <a:cubicBezTo>
                    <a:pt x="140" y="24"/>
                    <a:pt x="140" y="24"/>
                    <a:pt x="140" y="24"/>
                  </a:cubicBezTo>
                  <a:cubicBezTo>
                    <a:pt x="141" y="24"/>
                    <a:pt x="142" y="24"/>
                    <a:pt x="143" y="26"/>
                  </a:cubicBezTo>
                  <a:cubicBezTo>
                    <a:pt x="143" y="26"/>
                    <a:pt x="143" y="26"/>
                    <a:pt x="143" y="26"/>
                  </a:cubicBezTo>
                  <a:cubicBezTo>
                    <a:pt x="145" y="43"/>
                    <a:pt x="139" y="55"/>
                    <a:pt x="133" y="66"/>
                  </a:cubicBezTo>
                  <a:cubicBezTo>
                    <a:pt x="129" y="73"/>
                    <a:pt x="125" y="81"/>
                    <a:pt x="123" y="89"/>
                  </a:cubicBezTo>
                  <a:cubicBezTo>
                    <a:pt x="123" y="90"/>
                    <a:pt x="123" y="90"/>
                    <a:pt x="123" y="90"/>
                  </a:cubicBezTo>
                  <a:cubicBezTo>
                    <a:pt x="123" y="94"/>
                    <a:pt x="124" y="97"/>
                    <a:pt x="124" y="102"/>
                  </a:cubicBezTo>
                  <a:cubicBezTo>
                    <a:pt x="125" y="105"/>
                    <a:pt x="125" y="108"/>
                    <a:pt x="125" y="112"/>
                  </a:cubicBezTo>
                  <a:cubicBezTo>
                    <a:pt x="125" y="124"/>
                    <a:pt x="125" y="135"/>
                    <a:pt x="135" y="137"/>
                  </a:cubicBezTo>
                  <a:cubicBezTo>
                    <a:pt x="129" y="133"/>
                    <a:pt x="129" y="124"/>
                    <a:pt x="129" y="115"/>
                  </a:cubicBezTo>
                  <a:cubicBezTo>
                    <a:pt x="129" y="112"/>
                    <a:pt x="129" y="112"/>
                    <a:pt x="129" y="112"/>
                  </a:cubicBezTo>
                  <a:cubicBezTo>
                    <a:pt x="130" y="112"/>
                    <a:pt x="130" y="112"/>
                    <a:pt x="130" y="112"/>
                  </a:cubicBezTo>
                  <a:cubicBezTo>
                    <a:pt x="133" y="115"/>
                    <a:pt x="137" y="116"/>
                    <a:pt x="141" y="116"/>
                  </a:cubicBezTo>
                  <a:cubicBezTo>
                    <a:pt x="143" y="116"/>
                    <a:pt x="145" y="115"/>
                    <a:pt x="147" y="114"/>
                  </a:cubicBezTo>
                  <a:cubicBezTo>
                    <a:pt x="147" y="112"/>
                    <a:pt x="147" y="109"/>
                    <a:pt x="147" y="106"/>
                  </a:cubicBezTo>
                  <a:cubicBezTo>
                    <a:pt x="147" y="103"/>
                    <a:pt x="147" y="100"/>
                    <a:pt x="147" y="98"/>
                  </a:cubicBezTo>
                  <a:cubicBezTo>
                    <a:pt x="147" y="98"/>
                    <a:pt x="147" y="98"/>
                    <a:pt x="147" y="98"/>
                  </a:cubicBezTo>
                  <a:cubicBezTo>
                    <a:pt x="146" y="99"/>
                    <a:pt x="145" y="99"/>
                    <a:pt x="144" y="99"/>
                  </a:cubicBezTo>
                  <a:cubicBezTo>
                    <a:pt x="143" y="99"/>
                    <a:pt x="142" y="99"/>
                    <a:pt x="141" y="99"/>
                  </a:cubicBezTo>
                  <a:cubicBezTo>
                    <a:pt x="138" y="98"/>
                    <a:pt x="136" y="97"/>
                    <a:pt x="134" y="98"/>
                  </a:cubicBezTo>
                  <a:cubicBezTo>
                    <a:pt x="131" y="99"/>
                    <a:pt x="131" y="99"/>
                    <a:pt x="131" y="99"/>
                  </a:cubicBezTo>
                  <a:cubicBezTo>
                    <a:pt x="133" y="97"/>
                    <a:pt x="133" y="97"/>
                    <a:pt x="133" y="97"/>
                  </a:cubicBezTo>
                  <a:cubicBezTo>
                    <a:pt x="137" y="93"/>
                    <a:pt x="142" y="93"/>
                    <a:pt x="147" y="97"/>
                  </a:cubicBezTo>
                  <a:cubicBezTo>
                    <a:pt x="147" y="97"/>
                    <a:pt x="147" y="97"/>
                    <a:pt x="147" y="97"/>
                  </a:cubicBezTo>
                  <a:cubicBezTo>
                    <a:pt x="147" y="96"/>
                    <a:pt x="146" y="95"/>
                    <a:pt x="146" y="94"/>
                  </a:cubicBezTo>
                  <a:cubicBezTo>
                    <a:pt x="145" y="93"/>
                    <a:pt x="143" y="93"/>
                    <a:pt x="142" y="93"/>
                  </a:cubicBezTo>
                  <a:cubicBezTo>
                    <a:pt x="139" y="93"/>
                    <a:pt x="136" y="94"/>
                    <a:pt x="133" y="96"/>
                  </a:cubicBezTo>
                  <a:cubicBezTo>
                    <a:pt x="130" y="97"/>
                    <a:pt x="128" y="98"/>
                    <a:pt x="126" y="98"/>
                  </a:cubicBezTo>
                  <a:close/>
                  <a:moveTo>
                    <a:pt x="88" y="12"/>
                  </a:moveTo>
                  <a:cubicBezTo>
                    <a:pt x="90" y="11"/>
                    <a:pt x="93" y="10"/>
                    <a:pt x="95" y="9"/>
                  </a:cubicBezTo>
                  <a:cubicBezTo>
                    <a:pt x="98" y="8"/>
                    <a:pt x="100" y="8"/>
                    <a:pt x="101" y="7"/>
                  </a:cubicBezTo>
                  <a:cubicBezTo>
                    <a:pt x="101" y="7"/>
                    <a:pt x="101" y="6"/>
                    <a:pt x="101" y="6"/>
                  </a:cubicBezTo>
                  <a:cubicBezTo>
                    <a:pt x="99" y="7"/>
                    <a:pt x="97" y="8"/>
                    <a:pt x="95" y="9"/>
                  </a:cubicBezTo>
                  <a:cubicBezTo>
                    <a:pt x="92" y="10"/>
                    <a:pt x="89" y="11"/>
                    <a:pt x="88" y="12"/>
                  </a:cubicBezTo>
                  <a:close/>
                  <a:moveTo>
                    <a:pt x="56" y="21"/>
                  </a:moveTo>
                  <a:cubicBezTo>
                    <a:pt x="55" y="21"/>
                    <a:pt x="54" y="21"/>
                    <a:pt x="53" y="20"/>
                  </a:cubicBezTo>
                  <a:cubicBezTo>
                    <a:pt x="49" y="19"/>
                    <a:pt x="45" y="19"/>
                    <a:pt x="40" y="19"/>
                  </a:cubicBezTo>
                  <a:cubicBezTo>
                    <a:pt x="39" y="19"/>
                    <a:pt x="37" y="19"/>
                    <a:pt x="35" y="19"/>
                  </a:cubicBezTo>
                  <a:cubicBezTo>
                    <a:pt x="37" y="20"/>
                    <a:pt x="38" y="20"/>
                    <a:pt x="40" y="20"/>
                  </a:cubicBezTo>
                  <a:cubicBezTo>
                    <a:pt x="44" y="21"/>
                    <a:pt x="47" y="22"/>
                    <a:pt x="50" y="22"/>
                  </a:cubicBezTo>
                  <a:cubicBezTo>
                    <a:pt x="52" y="22"/>
                    <a:pt x="54" y="22"/>
                    <a:pt x="56" y="21"/>
                  </a:cubicBezTo>
                  <a:close/>
                  <a:moveTo>
                    <a:pt x="141" y="27"/>
                  </a:moveTo>
                  <a:cubicBezTo>
                    <a:pt x="141" y="26"/>
                    <a:pt x="141" y="26"/>
                    <a:pt x="140" y="25"/>
                  </a:cubicBezTo>
                  <a:cubicBezTo>
                    <a:pt x="141" y="26"/>
                    <a:pt x="141" y="27"/>
                    <a:pt x="141" y="27"/>
                  </a:cubicBezTo>
                  <a:cubicBezTo>
                    <a:pt x="141" y="28"/>
                    <a:pt x="141" y="28"/>
                    <a:pt x="141" y="28"/>
                  </a:cubicBezTo>
                  <a:cubicBezTo>
                    <a:pt x="141" y="28"/>
                    <a:pt x="141" y="28"/>
                    <a:pt x="141" y="28"/>
                  </a:cubicBezTo>
                  <a:cubicBezTo>
                    <a:pt x="141" y="40"/>
                    <a:pt x="136" y="48"/>
                    <a:pt x="132" y="56"/>
                  </a:cubicBezTo>
                  <a:cubicBezTo>
                    <a:pt x="128" y="64"/>
                    <a:pt x="123" y="72"/>
                    <a:pt x="123" y="84"/>
                  </a:cubicBezTo>
                  <a:cubicBezTo>
                    <a:pt x="125" y="77"/>
                    <a:pt x="128" y="71"/>
                    <a:pt x="131" y="66"/>
                  </a:cubicBezTo>
                  <a:cubicBezTo>
                    <a:pt x="138" y="54"/>
                    <a:pt x="144" y="43"/>
                    <a:pt x="141" y="27"/>
                  </a:cubicBezTo>
                  <a:close/>
                  <a:moveTo>
                    <a:pt x="145" y="98"/>
                  </a:moveTo>
                  <a:cubicBezTo>
                    <a:pt x="142" y="95"/>
                    <a:pt x="139" y="95"/>
                    <a:pt x="136" y="96"/>
                  </a:cubicBezTo>
                  <a:cubicBezTo>
                    <a:pt x="138" y="96"/>
                    <a:pt x="140" y="97"/>
                    <a:pt x="141" y="97"/>
                  </a:cubicBezTo>
                  <a:cubicBezTo>
                    <a:pt x="143" y="98"/>
                    <a:pt x="144" y="98"/>
                    <a:pt x="145" y="98"/>
                  </a:cubicBezTo>
                  <a:close/>
                  <a:moveTo>
                    <a:pt x="132" y="100"/>
                  </a:moveTo>
                  <a:cubicBezTo>
                    <a:pt x="142" y="100"/>
                    <a:pt x="142" y="100"/>
                    <a:pt x="142" y="100"/>
                  </a:cubicBezTo>
                  <a:cubicBezTo>
                    <a:pt x="143" y="100"/>
                    <a:pt x="143" y="100"/>
                    <a:pt x="143" y="100"/>
                  </a:cubicBezTo>
                  <a:cubicBezTo>
                    <a:pt x="146" y="102"/>
                    <a:pt x="146" y="108"/>
                    <a:pt x="146" y="113"/>
                  </a:cubicBezTo>
                  <a:cubicBezTo>
                    <a:pt x="146" y="114"/>
                    <a:pt x="146" y="114"/>
                    <a:pt x="146" y="114"/>
                  </a:cubicBezTo>
                  <a:cubicBezTo>
                    <a:pt x="145" y="114"/>
                    <a:pt x="145" y="114"/>
                    <a:pt x="145" y="114"/>
                  </a:cubicBezTo>
                  <a:cubicBezTo>
                    <a:pt x="138" y="115"/>
                    <a:pt x="132" y="112"/>
                    <a:pt x="130" y="108"/>
                  </a:cubicBezTo>
                  <a:cubicBezTo>
                    <a:pt x="129" y="105"/>
                    <a:pt x="129" y="102"/>
                    <a:pt x="132" y="100"/>
                  </a:cubicBezTo>
                  <a:close/>
                  <a:moveTo>
                    <a:pt x="142" y="101"/>
                  </a:moveTo>
                  <a:cubicBezTo>
                    <a:pt x="133" y="101"/>
                    <a:pt x="133" y="101"/>
                    <a:pt x="133" y="101"/>
                  </a:cubicBezTo>
                  <a:cubicBezTo>
                    <a:pt x="131" y="103"/>
                    <a:pt x="130" y="105"/>
                    <a:pt x="131" y="107"/>
                  </a:cubicBezTo>
                  <a:cubicBezTo>
                    <a:pt x="133" y="111"/>
                    <a:pt x="138" y="113"/>
                    <a:pt x="144" y="112"/>
                  </a:cubicBezTo>
                  <a:cubicBezTo>
                    <a:pt x="145" y="106"/>
                    <a:pt x="144" y="103"/>
                    <a:pt x="142" y="101"/>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08" name="Voľný tvar 51"/>
            <p:cNvSpPr>
              <a:spLocks noEditPoints="1"/>
            </p:cNvSpPr>
            <p:nvPr/>
          </p:nvSpPr>
          <p:spPr bwMode="auto">
            <a:xfrm>
              <a:off x="4205288" y="5753100"/>
              <a:ext cx="303213" cy="344488"/>
            </a:xfrm>
            <a:custGeom>
              <a:avLst/>
              <a:gdLst>
                <a:gd name="T0" fmla="*/ 47 w 135"/>
                <a:gd name="T1" fmla="*/ 133 h 153"/>
                <a:gd name="T2" fmla="*/ 91 w 135"/>
                <a:gd name="T3" fmla="*/ 114 h 153"/>
                <a:gd name="T4" fmla="*/ 47 w 135"/>
                <a:gd name="T5" fmla="*/ 138 h 153"/>
                <a:gd name="T6" fmla="*/ 0 w 135"/>
                <a:gd name="T7" fmla="*/ 124 h 153"/>
                <a:gd name="T8" fmla="*/ 4 w 135"/>
                <a:gd name="T9" fmla="*/ 133 h 153"/>
                <a:gd name="T10" fmla="*/ 97 w 135"/>
                <a:gd name="T11" fmla="*/ 109 h 153"/>
                <a:gd name="T12" fmla="*/ 100 w 135"/>
                <a:gd name="T13" fmla="*/ 94 h 153"/>
                <a:gd name="T14" fmla="*/ 125 w 135"/>
                <a:gd name="T15" fmla="*/ 22 h 153"/>
                <a:gd name="T16" fmla="*/ 101 w 135"/>
                <a:gd name="T17" fmla="*/ 15 h 153"/>
                <a:gd name="T18" fmla="*/ 114 w 135"/>
                <a:gd name="T19" fmla="*/ 5 h 153"/>
                <a:gd name="T20" fmla="*/ 132 w 135"/>
                <a:gd name="T21" fmla="*/ 30 h 153"/>
                <a:gd name="T22" fmla="*/ 107 w 135"/>
                <a:gd name="T23" fmla="*/ 106 h 153"/>
                <a:gd name="T24" fmla="*/ 100 w 135"/>
                <a:gd name="T25" fmla="*/ 137 h 153"/>
                <a:gd name="T26" fmla="*/ 95 w 135"/>
                <a:gd name="T27" fmla="*/ 113 h 153"/>
                <a:gd name="T28" fmla="*/ 47 w 135"/>
                <a:gd name="T29" fmla="*/ 133 h 153"/>
                <a:gd name="T30" fmla="*/ 102 w 135"/>
                <a:gd name="T31" fmla="*/ 107 h 153"/>
                <a:gd name="T32" fmla="*/ 128 w 135"/>
                <a:gd name="T33" fmla="*/ 36 h 153"/>
                <a:gd name="T34" fmla="*/ 102 w 135"/>
                <a:gd name="T35" fmla="*/ 107 h 153"/>
                <a:gd name="T36" fmla="*/ 114 w 135"/>
                <a:gd name="T37" fmla="*/ 110 h 153"/>
                <a:gd name="T38" fmla="*/ 118 w 135"/>
                <a:gd name="T39" fmla="*/ 128 h 153"/>
                <a:gd name="T40" fmla="*/ 114 w 135"/>
                <a:gd name="T41" fmla="*/ 110 h 153"/>
                <a:gd name="T42" fmla="*/ 104 w 135"/>
                <a:gd name="T43" fmla="*/ 110 h 153"/>
                <a:gd name="T44" fmla="*/ 102 w 135"/>
                <a:gd name="T45" fmla="*/ 131 h 153"/>
                <a:gd name="T46" fmla="*/ 115 w 135"/>
                <a:gd name="T47" fmla="*/ 133 h 153"/>
                <a:gd name="T48" fmla="*/ 104 w 135"/>
                <a:gd name="T49" fmla="*/ 11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5" h="153">
                  <a:moveTo>
                    <a:pt x="47" y="133"/>
                  </a:moveTo>
                  <a:cubicBezTo>
                    <a:pt x="62" y="133"/>
                    <a:pt x="76" y="119"/>
                    <a:pt x="91" y="114"/>
                  </a:cubicBezTo>
                  <a:cubicBezTo>
                    <a:pt x="82" y="120"/>
                    <a:pt x="63" y="134"/>
                    <a:pt x="47" y="138"/>
                  </a:cubicBezTo>
                  <a:cubicBezTo>
                    <a:pt x="28" y="143"/>
                    <a:pt x="0" y="144"/>
                    <a:pt x="0" y="124"/>
                  </a:cubicBezTo>
                  <a:cubicBezTo>
                    <a:pt x="6" y="123"/>
                    <a:pt x="1" y="132"/>
                    <a:pt x="4" y="133"/>
                  </a:cubicBezTo>
                  <a:cubicBezTo>
                    <a:pt x="38" y="148"/>
                    <a:pt x="65" y="113"/>
                    <a:pt x="97" y="109"/>
                  </a:cubicBezTo>
                  <a:cubicBezTo>
                    <a:pt x="98" y="104"/>
                    <a:pt x="100" y="100"/>
                    <a:pt x="100" y="94"/>
                  </a:cubicBezTo>
                  <a:cubicBezTo>
                    <a:pt x="109" y="85"/>
                    <a:pt x="131" y="46"/>
                    <a:pt x="125" y="22"/>
                  </a:cubicBezTo>
                  <a:cubicBezTo>
                    <a:pt x="123" y="12"/>
                    <a:pt x="109" y="0"/>
                    <a:pt x="101" y="15"/>
                  </a:cubicBezTo>
                  <a:cubicBezTo>
                    <a:pt x="97" y="9"/>
                    <a:pt x="107" y="4"/>
                    <a:pt x="114" y="5"/>
                  </a:cubicBezTo>
                  <a:cubicBezTo>
                    <a:pt x="125" y="6"/>
                    <a:pt x="131" y="18"/>
                    <a:pt x="132" y="30"/>
                  </a:cubicBezTo>
                  <a:cubicBezTo>
                    <a:pt x="135" y="56"/>
                    <a:pt x="111" y="90"/>
                    <a:pt x="107" y="106"/>
                  </a:cubicBezTo>
                  <a:cubicBezTo>
                    <a:pt x="133" y="105"/>
                    <a:pt x="126" y="153"/>
                    <a:pt x="100" y="137"/>
                  </a:cubicBezTo>
                  <a:cubicBezTo>
                    <a:pt x="97" y="130"/>
                    <a:pt x="98" y="120"/>
                    <a:pt x="95" y="113"/>
                  </a:cubicBezTo>
                  <a:cubicBezTo>
                    <a:pt x="78" y="113"/>
                    <a:pt x="63" y="127"/>
                    <a:pt x="47" y="133"/>
                  </a:cubicBezTo>
                  <a:close/>
                  <a:moveTo>
                    <a:pt x="102" y="107"/>
                  </a:moveTo>
                  <a:cubicBezTo>
                    <a:pt x="112" y="84"/>
                    <a:pt x="130" y="63"/>
                    <a:pt x="128" y="36"/>
                  </a:cubicBezTo>
                  <a:cubicBezTo>
                    <a:pt x="126" y="65"/>
                    <a:pt x="105" y="83"/>
                    <a:pt x="102" y="107"/>
                  </a:cubicBezTo>
                  <a:close/>
                  <a:moveTo>
                    <a:pt x="114" y="110"/>
                  </a:moveTo>
                  <a:cubicBezTo>
                    <a:pt x="117" y="118"/>
                    <a:pt x="121" y="121"/>
                    <a:pt x="118" y="128"/>
                  </a:cubicBezTo>
                  <a:cubicBezTo>
                    <a:pt x="128" y="125"/>
                    <a:pt x="119" y="112"/>
                    <a:pt x="114" y="110"/>
                  </a:cubicBezTo>
                  <a:close/>
                  <a:moveTo>
                    <a:pt x="104" y="110"/>
                  </a:moveTo>
                  <a:cubicBezTo>
                    <a:pt x="100" y="114"/>
                    <a:pt x="100" y="125"/>
                    <a:pt x="102" y="131"/>
                  </a:cubicBezTo>
                  <a:cubicBezTo>
                    <a:pt x="108" y="132"/>
                    <a:pt x="110" y="135"/>
                    <a:pt x="115" y="133"/>
                  </a:cubicBezTo>
                  <a:cubicBezTo>
                    <a:pt x="120" y="121"/>
                    <a:pt x="114" y="111"/>
                    <a:pt x="104" y="110"/>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09" name="Voľný tvar 52"/>
            <p:cNvSpPr>
              <a:spLocks noEditPoints="1"/>
            </p:cNvSpPr>
            <p:nvPr/>
          </p:nvSpPr>
          <p:spPr bwMode="auto">
            <a:xfrm>
              <a:off x="4202113" y="5762625"/>
              <a:ext cx="306388" cy="311150"/>
            </a:xfrm>
            <a:custGeom>
              <a:avLst/>
              <a:gdLst>
                <a:gd name="T0" fmla="*/ 0 w 136"/>
                <a:gd name="T1" fmla="*/ 120 h 138"/>
                <a:gd name="T2" fmla="*/ 4 w 136"/>
                <a:gd name="T3" fmla="*/ 120 h 138"/>
                <a:gd name="T4" fmla="*/ 23 w 136"/>
                <a:gd name="T5" fmla="*/ 132 h 138"/>
                <a:gd name="T6" fmla="*/ 97 w 136"/>
                <a:gd name="T7" fmla="*/ 104 h 138"/>
                <a:gd name="T8" fmla="*/ 100 w 136"/>
                <a:gd name="T9" fmla="*/ 90 h 138"/>
                <a:gd name="T10" fmla="*/ 103 w 136"/>
                <a:gd name="T11" fmla="*/ 11 h 138"/>
                <a:gd name="T12" fmla="*/ 101 w 136"/>
                <a:gd name="T13" fmla="*/ 6 h 138"/>
                <a:gd name="T14" fmla="*/ 134 w 136"/>
                <a:gd name="T15" fmla="*/ 26 h 138"/>
                <a:gd name="T16" fmla="*/ 125 w 136"/>
                <a:gd name="T17" fmla="*/ 119 h 138"/>
                <a:gd name="T18" fmla="*/ 100 w 136"/>
                <a:gd name="T19" fmla="*/ 133 h 138"/>
                <a:gd name="T20" fmla="*/ 96 w 136"/>
                <a:gd name="T21" fmla="*/ 110 h 138"/>
                <a:gd name="T22" fmla="*/ 87 w 136"/>
                <a:gd name="T23" fmla="*/ 115 h 138"/>
                <a:gd name="T24" fmla="*/ 5 w 136"/>
                <a:gd name="T25" fmla="*/ 129 h 138"/>
                <a:gd name="T26" fmla="*/ 48 w 136"/>
                <a:gd name="T27" fmla="*/ 134 h 138"/>
                <a:gd name="T28" fmla="*/ 48 w 136"/>
                <a:gd name="T29" fmla="*/ 129 h 138"/>
                <a:gd name="T30" fmla="*/ 65 w 136"/>
                <a:gd name="T31" fmla="*/ 120 h 138"/>
                <a:gd name="T32" fmla="*/ 97 w 136"/>
                <a:gd name="T33" fmla="*/ 108 h 138"/>
                <a:gd name="T34" fmla="*/ 97 w 136"/>
                <a:gd name="T35" fmla="*/ 109 h 138"/>
                <a:gd name="T36" fmla="*/ 111 w 136"/>
                <a:gd name="T37" fmla="*/ 135 h 138"/>
                <a:gd name="T38" fmla="*/ 118 w 136"/>
                <a:gd name="T39" fmla="*/ 125 h 138"/>
                <a:gd name="T40" fmla="*/ 117 w 136"/>
                <a:gd name="T41" fmla="*/ 129 h 138"/>
                <a:gd name="T42" fmla="*/ 108 w 136"/>
                <a:gd name="T43" fmla="*/ 129 h 138"/>
                <a:gd name="T44" fmla="*/ 103 w 136"/>
                <a:gd name="T45" fmla="*/ 128 h 138"/>
                <a:gd name="T46" fmla="*/ 105 w 136"/>
                <a:gd name="T47" fmla="*/ 105 h 138"/>
                <a:gd name="T48" fmla="*/ 118 w 136"/>
                <a:gd name="T49" fmla="*/ 124 h 138"/>
                <a:gd name="T50" fmla="*/ 114 w 136"/>
                <a:gd name="T51" fmla="*/ 105 h 138"/>
                <a:gd name="T52" fmla="*/ 108 w 136"/>
                <a:gd name="T53" fmla="*/ 102 h 138"/>
                <a:gd name="T54" fmla="*/ 115 w 136"/>
                <a:gd name="T55" fmla="*/ 82 h 138"/>
                <a:gd name="T56" fmla="*/ 102 w 136"/>
                <a:gd name="T57" fmla="*/ 7 h 138"/>
                <a:gd name="T58" fmla="*/ 127 w 136"/>
                <a:gd name="T59" fmla="*/ 18 h 138"/>
                <a:gd name="T60" fmla="*/ 98 w 136"/>
                <a:gd name="T61" fmla="*/ 105 h 138"/>
                <a:gd name="T62" fmla="*/ 23 w 136"/>
                <a:gd name="T63" fmla="*/ 133 h 138"/>
                <a:gd name="T64" fmla="*/ 104 w 136"/>
                <a:gd name="T65" fmla="*/ 127 h 138"/>
                <a:gd name="T66" fmla="*/ 115 w 136"/>
                <a:gd name="T67" fmla="*/ 113 h 138"/>
                <a:gd name="T68" fmla="*/ 89 w 136"/>
                <a:gd name="T69" fmla="*/ 110 h 138"/>
                <a:gd name="T70" fmla="*/ 74 w 136"/>
                <a:gd name="T71" fmla="*/ 118 h 138"/>
                <a:gd name="T72" fmla="*/ 4 w 136"/>
                <a:gd name="T73" fmla="*/ 127 h 138"/>
                <a:gd name="T74" fmla="*/ 2 w 136"/>
                <a:gd name="T75" fmla="*/ 121 h 138"/>
                <a:gd name="T76" fmla="*/ 120 w 136"/>
                <a:gd name="T77" fmla="*/ 123 h 138"/>
                <a:gd name="T78" fmla="*/ 102 w 136"/>
                <a:gd name="T79" fmla="*/ 108 h 138"/>
                <a:gd name="T80" fmla="*/ 128 w 136"/>
                <a:gd name="T81" fmla="*/ 32 h 138"/>
                <a:gd name="T82" fmla="*/ 104 w 136"/>
                <a:gd name="T83" fmla="*/ 103 h 138"/>
                <a:gd name="T84" fmla="*/ 116 w 136"/>
                <a:gd name="T85" fmla="*/ 72 h 138"/>
                <a:gd name="T86" fmla="*/ 128 w 136"/>
                <a:gd name="T87" fmla="*/ 4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6" h="138">
                  <a:moveTo>
                    <a:pt x="26" y="138"/>
                  </a:moveTo>
                  <a:cubicBezTo>
                    <a:pt x="16" y="138"/>
                    <a:pt x="9" y="136"/>
                    <a:pt x="5" y="131"/>
                  </a:cubicBezTo>
                  <a:cubicBezTo>
                    <a:pt x="2" y="129"/>
                    <a:pt x="0" y="125"/>
                    <a:pt x="0" y="120"/>
                  </a:cubicBezTo>
                  <a:cubicBezTo>
                    <a:pt x="0" y="120"/>
                    <a:pt x="0" y="120"/>
                    <a:pt x="0" y="120"/>
                  </a:cubicBezTo>
                  <a:cubicBezTo>
                    <a:pt x="1" y="119"/>
                    <a:pt x="1" y="119"/>
                    <a:pt x="1" y="119"/>
                  </a:cubicBezTo>
                  <a:cubicBezTo>
                    <a:pt x="2" y="119"/>
                    <a:pt x="3" y="119"/>
                    <a:pt x="4" y="120"/>
                  </a:cubicBezTo>
                  <a:cubicBezTo>
                    <a:pt x="5" y="121"/>
                    <a:pt x="5" y="123"/>
                    <a:pt x="5" y="124"/>
                  </a:cubicBezTo>
                  <a:cubicBezTo>
                    <a:pt x="5" y="126"/>
                    <a:pt x="5" y="128"/>
                    <a:pt x="6" y="128"/>
                  </a:cubicBezTo>
                  <a:cubicBezTo>
                    <a:pt x="11" y="131"/>
                    <a:pt x="17" y="132"/>
                    <a:pt x="23" y="132"/>
                  </a:cubicBezTo>
                  <a:cubicBezTo>
                    <a:pt x="37" y="132"/>
                    <a:pt x="49" y="125"/>
                    <a:pt x="63" y="118"/>
                  </a:cubicBezTo>
                  <a:cubicBezTo>
                    <a:pt x="74" y="112"/>
                    <a:pt x="85" y="106"/>
                    <a:pt x="97" y="104"/>
                  </a:cubicBezTo>
                  <a:cubicBezTo>
                    <a:pt x="97" y="104"/>
                    <a:pt x="97" y="104"/>
                    <a:pt x="97" y="104"/>
                  </a:cubicBezTo>
                  <a:cubicBezTo>
                    <a:pt x="99" y="100"/>
                    <a:pt x="100" y="96"/>
                    <a:pt x="100" y="90"/>
                  </a:cubicBezTo>
                  <a:cubicBezTo>
                    <a:pt x="100" y="90"/>
                    <a:pt x="100" y="90"/>
                    <a:pt x="100" y="90"/>
                  </a:cubicBezTo>
                  <a:cubicBezTo>
                    <a:pt x="100" y="90"/>
                    <a:pt x="100" y="90"/>
                    <a:pt x="100" y="90"/>
                  </a:cubicBezTo>
                  <a:cubicBezTo>
                    <a:pt x="109" y="81"/>
                    <a:pt x="132" y="42"/>
                    <a:pt x="125" y="18"/>
                  </a:cubicBezTo>
                  <a:cubicBezTo>
                    <a:pt x="124" y="12"/>
                    <a:pt x="117" y="4"/>
                    <a:pt x="111" y="4"/>
                  </a:cubicBezTo>
                  <a:cubicBezTo>
                    <a:pt x="108" y="4"/>
                    <a:pt x="105" y="7"/>
                    <a:pt x="103" y="11"/>
                  </a:cubicBezTo>
                  <a:cubicBezTo>
                    <a:pt x="102" y="12"/>
                    <a:pt x="102" y="12"/>
                    <a:pt x="102" y="12"/>
                  </a:cubicBezTo>
                  <a:cubicBezTo>
                    <a:pt x="101" y="11"/>
                    <a:pt x="101" y="11"/>
                    <a:pt x="101" y="11"/>
                  </a:cubicBezTo>
                  <a:cubicBezTo>
                    <a:pt x="100" y="9"/>
                    <a:pt x="100" y="8"/>
                    <a:pt x="101" y="6"/>
                  </a:cubicBezTo>
                  <a:cubicBezTo>
                    <a:pt x="103" y="2"/>
                    <a:pt x="109" y="0"/>
                    <a:pt x="114" y="0"/>
                  </a:cubicBezTo>
                  <a:cubicBezTo>
                    <a:pt x="114" y="0"/>
                    <a:pt x="114" y="0"/>
                    <a:pt x="115" y="0"/>
                  </a:cubicBezTo>
                  <a:cubicBezTo>
                    <a:pt x="127" y="1"/>
                    <a:pt x="133" y="14"/>
                    <a:pt x="134" y="26"/>
                  </a:cubicBezTo>
                  <a:cubicBezTo>
                    <a:pt x="136" y="44"/>
                    <a:pt x="125" y="66"/>
                    <a:pt x="117" y="83"/>
                  </a:cubicBezTo>
                  <a:cubicBezTo>
                    <a:pt x="113" y="90"/>
                    <a:pt x="110" y="96"/>
                    <a:pt x="109" y="101"/>
                  </a:cubicBezTo>
                  <a:cubicBezTo>
                    <a:pt x="120" y="101"/>
                    <a:pt x="125" y="110"/>
                    <a:pt x="125" y="119"/>
                  </a:cubicBezTo>
                  <a:cubicBezTo>
                    <a:pt x="125" y="128"/>
                    <a:pt x="120" y="137"/>
                    <a:pt x="111" y="137"/>
                  </a:cubicBezTo>
                  <a:cubicBezTo>
                    <a:pt x="107" y="137"/>
                    <a:pt x="104" y="136"/>
                    <a:pt x="100" y="134"/>
                  </a:cubicBezTo>
                  <a:cubicBezTo>
                    <a:pt x="100" y="133"/>
                    <a:pt x="100" y="133"/>
                    <a:pt x="100" y="133"/>
                  </a:cubicBezTo>
                  <a:cubicBezTo>
                    <a:pt x="100" y="133"/>
                    <a:pt x="100" y="133"/>
                    <a:pt x="100" y="133"/>
                  </a:cubicBezTo>
                  <a:cubicBezTo>
                    <a:pt x="98" y="130"/>
                    <a:pt x="98" y="125"/>
                    <a:pt x="97" y="120"/>
                  </a:cubicBezTo>
                  <a:cubicBezTo>
                    <a:pt x="97" y="116"/>
                    <a:pt x="97" y="113"/>
                    <a:pt x="96" y="110"/>
                  </a:cubicBezTo>
                  <a:cubicBezTo>
                    <a:pt x="95" y="110"/>
                    <a:pt x="95" y="110"/>
                    <a:pt x="94" y="110"/>
                  </a:cubicBezTo>
                  <a:cubicBezTo>
                    <a:pt x="92" y="111"/>
                    <a:pt x="92" y="111"/>
                    <a:pt x="92" y="111"/>
                  </a:cubicBezTo>
                  <a:cubicBezTo>
                    <a:pt x="91" y="112"/>
                    <a:pt x="89" y="113"/>
                    <a:pt x="87" y="115"/>
                  </a:cubicBezTo>
                  <a:cubicBezTo>
                    <a:pt x="77" y="121"/>
                    <a:pt x="61" y="132"/>
                    <a:pt x="48" y="135"/>
                  </a:cubicBezTo>
                  <a:cubicBezTo>
                    <a:pt x="41" y="137"/>
                    <a:pt x="33" y="138"/>
                    <a:pt x="26" y="138"/>
                  </a:cubicBezTo>
                  <a:close/>
                  <a:moveTo>
                    <a:pt x="5" y="129"/>
                  </a:moveTo>
                  <a:cubicBezTo>
                    <a:pt x="5" y="130"/>
                    <a:pt x="5" y="130"/>
                    <a:pt x="6" y="130"/>
                  </a:cubicBezTo>
                  <a:cubicBezTo>
                    <a:pt x="10" y="134"/>
                    <a:pt x="17" y="137"/>
                    <a:pt x="26" y="137"/>
                  </a:cubicBezTo>
                  <a:cubicBezTo>
                    <a:pt x="33" y="137"/>
                    <a:pt x="41" y="135"/>
                    <a:pt x="48" y="134"/>
                  </a:cubicBezTo>
                  <a:cubicBezTo>
                    <a:pt x="61" y="130"/>
                    <a:pt x="76" y="120"/>
                    <a:pt x="86" y="114"/>
                  </a:cubicBezTo>
                  <a:cubicBezTo>
                    <a:pt x="82" y="115"/>
                    <a:pt x="78" y="117"/>
                    <a:pt x="75" y="119"/>
                  </a:cubicBezTo>
                  <a:cubicBezTo>
                    <a:pt x="66" y="124"/>
                    <a:pt x="57" y="129"/>
                    <a:pt x="48" y="129"/>
                  </a:cubicBezTo>
                  <a:cubicBezTo>
                    <a:pt x="44" y="129"/>
                    <a:pt x="44" y="129"/>
                    <a:pt x="44" y="129"/>
                  </a:cubicBezTo>
                  <a:cubicBezTo>
                    <a:pt x="48" y="128"/>
                    <a:pt x="48" y="128"/>
                    <a:pt x="48" y="128"/>
                  </a:cubicBezTo>
                  <a:cubicBezTo>
                    <a:pt x="54" y="126"/>
                    <a:pt x="59" y="123"/>
                    <a:pt x="65" y="120"/>
                  </a:cubicBezTo>
                  <a:cubicBezTo>
                    <a:pt x="75" y="114"/>
                    <a:pt x="85" y="108"/>
                    <a:pt x="96" y="108"/>
                  </a:cubicBezTo>
                  <a:cubicBezTo>
                    <a:pt x="96" y="108"/>
                    <a:pt x="96" y="108"/>
                    <a:pt x="96" y="108"/>
                  </a:cubicBezTo>
                  <a:cubicBezTo>
                    <a:pt x="97" y="108"/>
                    <a:pt x="97" y="108"/>
                    <a:pt x="97" y="108"/>
                  </a:cubicBezTo>
                  <a:cubicBezTo>
                    <a:pt x="97" y="108"/>
                    <a:pt x="97" y="108"/>
                    <a:pt x="97" y="108"/>
                  </a:cubicBezTo>
                  <a:cubicBezTo>
                    <a:pt x="97" y="108"/>
                    <a:pt x="97" y="108"/>
                    <a:pt x="97" y="108"/>
                  </a:cubicBezTo>
                  <a:cubicBezTo>
                    <a:pt x="97" y="109"/>
                    <a:pt x="97" y="109"/>
                    <a:pt x="97" y="109"/>
                  </a:cubicBezTo>
                  <a:cubicBezTo>
                    <a:pt x="98" y="112"/>
                    <a:pt x="99" y="116"/>
                    <a:pt x="99" y="120"/>
                  </a:cubicBezTo>
                  <a:cubicBezTo>
                    <a:pt x="99" y="124"/>
                    <a:pt x="100" y="129"/>
                    <a:pt x="101" y="132"/>
                  </a:cubicBezTo>
                  <a:cubicBezTo>
                    <a:pt x="104" y="134"/>
                    <a:pt x="108" y="135"/>
                    <a:pt x="111" y="135"/>
                  </a:cubicBezTo>
                  <a:cubicBezTo>
                    <a:pt x="118" y="135"/>
                    <a:pt x="122" y="129"/>
                    <a:pt x="123" y="123"/>
                  </a:cubicBezTo>
                  <a:cubicBezTo>
                    <a:pt x="122" y="124"/>
                    <a:pt x="121" y="125"/>
                    <a:pt x="119" y="125"/>
                  </a:cubicBezTo>
                  <a:cubicBezTo>
                    <a:pt x="118" y="125"/>
                    <a:pt x="118" y="125"/>
                    <a:pt x="118" y="125"/>
                  </a:cubicBezTo>
                  <a:cubicBezTo>
                    <a:pt x="118" y="127"/>
                    <a:pt x="117" y="128"/>
                    <a:pt x="117" y="129"/>
                  </a:cubicBezTo>
                  <a:cubicBezTo>
                    <a:pt x="117" y="129"/>
                    <a:pt x="117" y="129"/>
                    <a:pt x="117" y="129"/>
                  </a:cubicBezTo>
                  <a:cubicBezTo>
                    <a:pt x="117" y="129"/>
                    <a:pt x="117" y="129"/>
                    <a:pt x="117" y="129"/>
                  </a:cubicBezTo>
                  <a:cubicBezTo>
                    <a:pt x="115" y="130"/>
                    <a:pt x="114" y="130"/>
                    <a:pt x="113" y="130"/>
                  </a:cubicBezTo>
                  <a:cubicBezTo>
                    <a:pt x="113" y="130"/>
                    <a:pt x="113" y="130"/>
                    <a:pt x="113" y="130"/>
                  </a:cubicBezTo>
                  <a:cubicBezTo>
                    <a:pt x="111" y="130"/>
                    <a:pt x="109" y="130"/>
                    <a:pt x="108" y="129"/>
                  </a:cubicBezTo>
                  <a:cubicBezTo>
                    <a:pt x="106" y="129"/>
                    <a:pt x="105" y="128"/>
                    <a:pt x="103" y="128"/>
                  </a:cubicBezTo>
                  <a:cubicBezTo>
                    <a:pt x="103" y="128"/>
                    <a:pt x="103" y="128"/>
                    <a:pt x="103" y="128"/>
                  </a:cubicBezTo>
                  <a:cubicBezTo>
                    <a:pt x="103" y="128"/>
                    <a:pt x="103" y="128"/>
                    <a:pt x="103" y="128"/>
                  </a:cubicBezTo>
                  <a:cubicBezTo>
                    <a:pt x="100" y="122"/>
                    <a:pt x="100" y="110"/>
                    <a:pt x="104" y="105"/>
                  </a:cubicBezTo>
                  <a:cubicBezTo>
                    <a:pt x="105" y="105"/>
                    <a:pt x="105" y="105"/>
                    <a:pt x="105" y="105"/>
                  </a:cubicBezTo>
                  <a:cubicBezTo>
                    <a:pt x="105" y="105"/>
                    <a:pt x="105" y="105"/>
                    <a:pt x="105" y="105"/>
                  </a:cubicBezTo>
                  <a:cubicBezTo>
                    <a:pt x="110" y="106"/>
                    <a:pt x="114" y="108"/>
                    <a:pt x="116" y="112"/>
                  </a:cubicBezTo>
                  <a:cubicBezTo>
                    <a:pt x="118" y="116"/>
                    <a:pt x="119" y="120"/>
                    <a:pt x="118" y="124"/>
                  </a:cubicBezTo>
                  <a:cubicBezTo>
                    <a:pt x="118" y="124"/>
                    <a:pt x="118" y="124"/>
                    <a:pt x="118" y="124"/>
                  </a:cubicBezTo>
                  <a:cubicBezTo>
                    <a:pt x="121" y="119"/>
                    <a:pt x="119" y="116"/>
                    <a:pt x="117" y="112"/>
                  </a:cubicBezTo>
                  <a:cubicBezTo>
                    <a:pt x="116" y="110"/>
                    <a:pt x="115" y="109"/>
                    <a:pt x="114" y="106"/>
                  </a:cubicBezTo>
                  <a:cubicBezTo>
                    <a:pt x="114" y="105"/>
                    <a:pt x="114" y="105"/>
                    <a:pt x="114" y="105"/>
                  </a:cubicBezTo>
                  <a:cubicBezTo>
                    <a:pt x="115" y="105"/>
                    <a:pt x="115" y="105"/>
                    <a:pt x="115" y="105"/>
                  </a:cubicBezTo>
                  <a:cubicBezTo>
                    <a:pt x="117" y="106"/>
                    <a:pt x="121" y="109"/>
                    <a:pt x="123" y="113"/>
                  </a:cubicBezTo>
                  <a:cubicBezTo>
                    <a:pt x="121" y="107"/>
                    <a:pt x="116" y="102"/>
                    <a:pt x="108" y="102"/>
                  </a:cubicBezTo>
                  <a:cubicBezTo>
                    <a:pt x="107" y="102"/>
                    <a:pt x="107" y="102"/>
                    <a:pt x="107" y="102"/>
                  </a:cubicBezTo>
                  <a:cubicBezTo>
                    <a:pt x="107" y="101"/>
                    <a:pt x="107" y="101"/>
                    <a:pt x="107" y="101"/>
                  </a:cubicBezTo>
                  <a:cubicBezTo>
                    <a:pt x="108" y="97"/>
                    <a:pt x="112" y="90"/>
                    <a:pt x="115" y="82"/>
                  </a:cubicBezTo>
                  <a:cubicBezTo>
                    <a:pt x="124" y="65"/>
                    <a:pt x="134" y="44"/>
                    <a:pt x="133" y="26"/>
                  </a:cubicBezTo>
                  <a:cubicBezTo>
                    <a:pt x="131" y="15"/>
                    <a:pt x="126" y="3"/>
                    <a:pt x="115" y="2"/>
                  </a:cubicBezTo>
                  <a:cubicBezTo>
                    <a:pt x="110" y="1"/>
                    <a:pt x="104" y="4"/>
                    <a:pt x="102" y="7"/>
                  </a:cubicBezTo>
                  <a:cubicBezTo>
                    <a:pt x="102" y="7"/>
                    <a:pt x="102" y="8"/>
                    <a:pt x="102" y="9"/>
                  </a:cubicBezTo>
                  <a:cubicBezTo>
                    <a:pt x="105" y="4"/>
                    <a:pt x="109" y="3"/>
                    <a:pt x="111" y="3"/>
                  </a:cubicBezTo>
                  <a:cubicBezTo>
                    <a:pt x="118" y="3"/>
                    <a:pt x="125" y="11"/>
                    <a:pt x="127" y="18"/>
                  </a:cubicBezTo>
                  <a:cubicBezTo>
                    <a:pt x="133" y="42"/>
                    <a:pt x="110" y="81"/>
                    <a:pt x="101" y="91"/>
                  </a:cubicBezTo>
                  <a:cubicBezTo>
                    <a:pt x="102" y="96"/>
                    <a:pt x="100" y="100"/>
                    <a:pt x="99" y="104"/>
                  </a:cubicBezTo>
                  <a:cubicBezTo>
                    <a:pt x="98" y="105"/>
                    <a:pt x="98" y="105"/>
                    <a:pt x="98" y="105"/>
                  </a:cubicBezTo>
                  <a:cubicBezTo>
                    <a:pt x="98" y="105"/>
                    <a:pt x="98" y="105"/>
                    <a:pt x="98" y="105"/>
                  </a:cubicBezTo>
                  <a:cubicBezTo>
                    <a:pt x="86" y="107"/>
                    <a:pt x="75" y="113"/>
                    <a:pt x="64" y="119"/>
                  </a:cubicBezTo>
                  <a:cubicBezTo>
                    <a:pt x="51" y="126"/>
                    <a:pt x="37" y="133"/>
                    <a:pt x="23" y="133"/>
                  </a:cubicBezTo>
                  <a:cubicBezTo>
                    <a:pt x="17" y="133"/>
                    <a:pt x="11" y="132"/>
                    <a:pt x="5" y="129"/>
                  </a:cubicBezTo>
                  <a:cubicBezTo>
                    <a:pt x="5" y="129"/>
                    <a:pt x="5" y="129"/>
                    <a:pt x="5" y="129"/>
                  </a:cubicBezTo>
                  <a:close/>
                  <a:moveTo>
                    <a:pt x="104" y="127"/>
                  </a:moveTo>
                  <a:cubicBezTo>
                    <a:pt x="106" y="127"/>
                    <a:pt x="107" y="127"/>
                    <a:pt x="108" y="128"/>
                  </a:cubicBezTo>
                  <a:cubicBezTo>
                    <a:pt x="111" y="129"/>
                    <a:pt x="113" y="129"/>
                    <a:pt x="116" y="128"/>
                  </a:cubicBezTo>
                  <a:cubicBezTo>
                    <a:pt x="118" y="123"/>
                    <a:pt x="118" y="117"/>
                    <a:pt x="115" y="113"/>
                  </a:cubicBezTo>
                  <a:cubicBezTo>
                    <a:pt x="113" y="110"/>
                    <a:pt x="109" y="107"/>
                    <a:pt x="105" y="107"/>
                  </a:cubicBezTo>
                  <a:cubicBezTo>
                    <a:pt x="102" y="111"/>
                    <a:pt x="102" y="121"/>
                    <a:pt x="104" y="127"/>
                  </a:cubicBezTo>
                  <a:close/>
                  <a:moveTo>
                    <a:pt x="89" y="110"/>
                  </a:moveTo>
                  <a:cubicBezTo>
                    <a:pt x="81" y="112"/>
                    <a:pt x="73" y="117"/>
                    <a:pt x="65" y="121"/>
                  </a:cubicBezTo>
                  <a:cubicBezTo>
                    <a:pt x="61" y="123"/>
                    <a:pt x="57" y="125"/>
                    <a:pt x="53" y="127"/>
                  </a:cubicBezTo>
                  <a:cubicBezTo>
                    <a:pt x="60" y="126"/>
                    <a:pt x="67" y="122"/>
                    <a:pt x="74" y="118"/>
                  </a:cubicBezTo>
                  <a:cubicBezTo>
                    <a:pt x="79" y="115"/>
                    <a:pt x="84" y="112"/>
                    <a:pt x="89" y="110"/>
                  </a:cubicBezTo>
                  <a:close/>
                  <a:moveTo>
                    <a:pt x="2" y="121"/>
                  </a:moveTo>
                  <a:cubicBezTo>
                    <a:pt x="2" y="123"/>
                    <a:pt x="3" y="125"/>
                    <a:pt x="4" y="127"/>
                  </a:cubicBezTo>
                  <a:cubicBezTo>
                    <a:pt x="3" y="127"/>
                    <a:pt x="3" y="125"/>
                    <a:pt x="3" y="124"/>
                  </a:cubicBezTo>
                  <a:cubicBezTo>
                    <a:pt x="3" y="123"/>
                    <a:pt x="4" y="122"/>
                    <a:pt x="3" y="121"/>
                  </a:cubicBezTo>
                  <a:cubicBezTo>
                    <a:pt x="3" y="121"/>
                    <a:pt x="3" y="121"/>
                    <a:pt x="2" y="121"/>
                  </a:cubicBezTo>
                  <a:close/>
                  <a:moveTo>
                    <a:pt x="116" y="108"/>
                  </a:moveTo>
                  <a:cubicBezTo>
                    <a:pt x="117" y="109"/>
                    <a:pt x="118" y="110"/>
                    <a:pt x="118" y="111"/>
                  </a:cubicBezTo>
                  <a:cubicBezTo>
                    <a:pt x="120" y="115"/>
                    <a:pt x="122" y="118"/>
                    <a:pt x="120" y="123"/>
                  </a:cubicBezTo>
                  <a:cubicBezTo>
                    <a:pt x="122" y="122"/>
                    <a:pt x="123" y="121"/>
                    <a:pt x="123" y="119"/>
                  </a:cubicBezTo>
                  <a:cubicBezTo>
                    <a:pt x="123" y="115"/>
                    <a:pt x="119" y="110"/>
                    <a:pt x="116" y="108"/>
                  </a:cubicBezTo>
                  <a:close/>
                  <a:moveTo>
                    <a:pt x="102" y="108"/>
                  </a:moveTo>
                  <a:cubicBezTo>
                    <a:pt x="103" y="103"/>
                    <a:pt x="103" y="103"/>
                    <a:pt x="103" y="103"/>
                  </a:cubicBezTo>
                  <a:cubicBezTo>
                    <a:pt x="104" y="92"/>
                    <a:pt x="109" y="82"/>
                    <a:pt x="114" y="72"/>
                  </a:cubicBezTo>
                  <a:cubicBezTo>
                    <a:pt x="121" y="60"/>
                    <a:pt x="127" y="47"/>
                    <a:pt x="128" y="32"/>
                  </a:cubicBezTo>
                  <a:cubicBezTo>
                    <a:pt x="130" y="32"/>
                    <a:pt x="130" y="32"/>
                    <a:pt x="130" y="32"/>
                  </a:cubicBezTo>
                  <a:cubicBezTo>
                    <a:pt x="131" y="51"/>
                    <a:pt x="122" y="68"/>
                    <a:pt x="114" y="84"/>
                  </a:cubicBezTo>
                  <a:cubicBezTo>
                    <a:pt x="110" y="90"/>
                    <a:pt x="107" y="97"/>
                    <a:pt x="104" y="103"/>
                  </a:cubicBezTo>
                  <a:lnTo>
                    <a:pt x="102" y="108"/>
                  </a:lnTo>
                  <a:close/>
                  <a:moveTo>
                    <a:pt x="128" y="44"/>
                  </a:moveTo>
                  <a:cubicBezTo>
                    <a:pt x="125" y="54"/>
                    <a:pt x="120" y="63"/>
                    <a:pt x="116" y="72"/>
                  </a:cubicBezTo>
                  <a:cubicBezTo>
                    <a:pt x="111" y="81"/>
                    <a:pt x="107" y="89"/>
                    <a:pt x="105" y="97"/>
                  </a:cubicBezTo>
                  <a:cubicBezTo>
                    <a:pt x="108" y="92"/>
                    <a:pt x="110" y="88"/>
                    <a:pt x="112" y="83"/>
                  </a:cubicBezTo>
                  <a:cubicBezTo>
                    <a:pt x="119" y="71"/>
                    <a:pt x="126" y="58"/>
                    <a:pt x="128" y="44"/>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grpSp>
      <p:sp>
        <p:nvSpPr>
          <p:cNvPr id="80" name="Zástupný obrázok 33" descr="Prázdny zástupný objekt na pridanie obrázka. Kliknite na zástupný objekt a vyberte požadovaný obrázok."/>
          <p:cNvSpPr>
            <a:spLocks noGrp="1"/>
          </p:cNvSpPr>
          <p:nvPr>
            <p:ph type="pic" sz="quarter" idx="20"/>
          </p:nvPr>
        </p:nvSpPr>
        <p:spPr>
          <a:xfrm>
            <a:off x="8222798" y="1824285"/>
            <a:ext cx="2715768" cy="2776308"/>
          </a:xfrm>
          <a:solidFill>
            <a:schemeClr val="bg2"/>
          </a:solidFill>
          <a:ln w="38100">
            <a:solidFill>
              <a:schemeClr val="bg1"/>
            </a:solidFill>
          </a:ln>
        </p:spPr>
        <p:txBody>
          <a:bodyPr rtlCol="0"/>
          <a:lstStyle>
            <a:lvl1pPr marL="0" indent="0" algn="ctr" rtl="0">
              <a:buNone/>
              <a:defRPr/>
            </a:lvl1pPr>
          </a:lstStyle>
          <a:p>
            <a:pPr rtl="0"/>
            <a:r>
              <a:rPr lang="sk-SK"/>
              <a:t>Ak chcete pridať obrázok, kliknite na ikonu</a:t>
            </a:r>
            <a:endParaRPr dirty="0"/>
          </a:p>
        </p:txBody>
      </p:sp>
      <p:sp>
        <p:nvSpPr>
          <p:cNvPr id="83" name="Zástupný text 3"/>
          <p:cNvSpPr>
            <a:spLocks noGrp="1"/>
          </p:cNvSpPr>
          <p:nvPr>
            <p:ph type="body" sz="half" idx="22"/>
          </p:nvPr>
        </p:nvSpPr>
        <p:spPr>
          <a:xfrm>
            <a:off x="8209082" y="4947405"/>
            <a:ext cx="2743200" cy="914400"/>
          </a:xfrm>
        </p:spPr>
        <p:txBody>
          <a:bodyPr rtlCol="0">
            <a:normAutofit/>
          </a:bodyPr>
          <a:lstStyle>
            <a:lvl1pPr marL="0" indent="0" algn="l" rtl="0">
              <a:spcBef>
                <a:spcPts val="1600"/>
              </a:spcBef>
              <a:buNone/>
              <a:defRPr sz="1600"/>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sk-SK"/>
              <a:t>Kliknite sem a upravte štýly predlohy textu.</a:t>
            </a:r>
          </a:p>
        </p:txBody>
      </p:sp>
      <p:sp>
        <p:nvSpPr>
          <p:cNvPr id="8" name="Zástupné číslo snímky 7"/>
          <p:cNvSpPr>
            <a:spLocks noGrp="1"/>
          </p:cNvSpPr>
          <p:nvPr>
            <p:ph type="sldNum" sz="quarter" idx="12"/>
          </p:nvPr>
        </p:nvSpPr>
        <p:spPr/>
        <p:txBody>
          <a:bodyPr rtlCol="0"/>
          <a:lstStyle/>
          <a:p>
            <a:pPr rtl="0"/>
            <a:fld id="{022B156B-59AE-415F-B24B-8756D48BB977}" type="slidenum">
              <a:rPr/>
              <a:pPr rtl="0"/>
              <a:t>‹#›</a:t>
            </a:fld>
            <a:endParaRPr/>
          </a:p>
        </p:txBody>
      </p:sp>
      <p:sp>
        <p:nvSpPr>
          <p:cNvPr id="7" name="Zástupná päta 6"/>
          <p:cNvSpPr>
            <a:spLocks noGrp="1"/>
          </p:cNvSpPr>
          <p:nvPr>
            <p:ph type="ftr" sz="quarter" idx="11"/>
          </p:nvPr>
        </p:nvSpPr>
        <p:spPr/>
        <p:txBody>
          <a:bodyPr rtlCol="0"/>
          <a:lstStyle/>
          <a:p>
            <a:pPr rtl="0"/>
            <a:endParaRPr/>
          </a:p>
        </p:txBody>
      </p:sp>
      <p:sp>
        <p:nvSpPr>
          <p:cNvPr id="6" name="Zástupný dátum 5"/>
          <p:cNvSpPr>
            <a:spLocks noGrp="1"/>
          </p:cNvSpPr>
          <p:nvPr>
            <p:ph type="dt" sz="half" idx="10"/>
          </p:nvPr>
        </p:nvSpPr>
        <p:spPr/>
        <p:txBody>
          <a:bodyPr rtlCol="0"/>
          <a:lstStyle/>
          <a:p>
            <a:pPr rtl="0"/>
            <a:r>
              <a:rPr lang="en-US"/>
              <a:t>24.8.2016</a:t>
            </a:r>
            <a:endParaRPr/>
          </a:p>
        </p:txBody>
      </p:sp>
    </p:spTree>
    <p:extLst>
      <p:ext uri="{BB962C8B-B14F-4D97-AF65-F5344CB8AC3E}">
        <p14:creationId xmlns:p14="http://schemas.microsoft.com/office/powerpoint/2010/main" val="16819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ri obrázky s popisom">
    <p:spTree>
      <p:nvGrpSpPr>
        <p:cNvPr id="1" name=""/>
        <p:cNvGrpSpPr/>
        <p:nvPr/>
      </p:nvGrpSpPr>
      <p:grpSpPr>
        <a:xfrm>
          <a:off x="0" y="0"/>
          <a:ext cx="0" cy="0"/>
          <a:chOff x="0" y="0"/>
          <a:chExt cx="0" cy="0"/>
        </a:xfrm>
      </p:grpSpPr>
      <p:sp>
        <p:nvSpPr>
          <p:cNvPr id="2" name="Nadpis 1"/>
          <p:cNvSpPr>
            <a:spLocks noGrp="1"/>
          </p:cNvSpPr>
          <p:nvPr>
            <p:ph type="title"/>
          </p:nvPr>
        </p:nvSpPr>
        <p:spPr>
          <a:xfrm>
            <a:off x="9066214" y="421594"/>
            <a:ext cx="2286000" cy="1885508"/>
          </a:xfrm>
        </p:spPr>
        <p:txBody>
          <a:bodyPr rtlCol="0">
            <a:normAutofit/>
          </a:bodyPr>
          <a:lstStyle>
            <a:lvl1pPr algn="l" rtl="0">
              <a:defRPr sz="2400"/>
            </a:lvl1pPr>
          </a:lstStyle>
          <a:p>
            <a:pPr rtl="0"/>
            <a:r>
              <a:rPr lang="sk-SK"/>
              <a:t>Kliknite sem a upravte štýl predlohy nadpisov.</a:t>
            </a:r>
            <a:endParaRPr lang="sk"/>
          </a:p>
        </p:txBody>
      </p:sp>
      <p:grpSp>
        <p:nvGrpSpPr>
          <p:cNvPr id="84" name="Skupina 83"/>
          <p:cNvGrpSpPr>
            <a:grpSpLocks noChangeAspect="1"/>
          </p:cNvGrpSpPr>
          <p:nvPr/>
        </p:nvGrpSpPr>
        <p:grpSpPr>
          <a:xfrm rot="16200000" flipV="1">
            <a:off x="274315" y="1102304"/>
            <a:ext cx="5053664" cy="4411852"/>
            <a:chOff x="895350" y="3313113"/>
            <a:chExt cx="3613151" cy="2790825"/>
          </a:xfrm>
          <a:solidFill>
            <a:schemeClr val="tx1">
              <a:lumMod val="50000"/>
            </a:schemeClr>
          </a:solidFill>
        </p:grpSpPr>
        <p:sp>
          <p:nvSpPr>
            <p:cNvPr id="85" name="Voľný tvar 41"/>
            <p:cNvSpPr>
              <a:spLocks/>
            </p:cNvSpPr>
            <p:nvPr/>
          </p:nvSpPr>
          <p:spPr bwMode="auto">
            <a:xfrm>
              <a:off x="963613" y="3725863"/>
              <a:ext cx="11113" cy="1952625"/>
            </a:xfrm>
            <a:custGeom>
              <a:avLst/>
              <a:gdLst>
                <a:gd name="T0" fmla="*/ 3 w 5"/>
                <a:gd name="T1" fmla="*/ 0 h 868"/>
                <a:gd name="T2" fmla="*/ 4 w 5"/>
                <a:gd name="T3" fmla="*/ 217 h 868"/>
                <a:gd name="T4" fmla="*/ 3 w 5"/>
                <a:gd name="T5" fmla="*/ 326 h 868"/>
                <a:gd name="T6" fmla="*/ 4 w 5"/>
                <a:gd name="T7" fmla="*/ 434 h 868"/>
                <a:gd name="T8" fmla="*/ 4 w 5"/>
                <a:gd name="T9" fmla="*/ 651 h 868"/>
                <a:gd name="T10" fmla="*/ 4 w 5"/>
                <a:gd name="T11" fmla="*/ 760 h 868"/>
                <a:gd name="T12" fmla="*/ 3 w 5"/>
                <a:gd name="T13" fmla="*/ 868 h 868"/>
                <a:gd name="T14" fmla="*/ 2 w 5"/>
                <a:gd name="T15" fmla="*/ 868 h 868"/>
                <a:gd name="T16" fmla="*/ 1 w 5"/>
                <a:gd name="T17" fmla="*/ 760 h 868"/>
                <a:gd name="T18" fmla="*/ 0 w 5"/>
                <a:gd name="T19" fmla="*/ 651 h 868"/>
                <a:gd name="T20" fmla="*/ 1 w 5"/>
                <a:gd name="T21" fmla="*/ 434 h 868"/>
                <a:gd name="T22" fmla="*/ 2 w 5"/>
                <a:gd name="T23" fmla="*/ 326 h 868"/>
                <a:gd name="T24" fmla="*/ 1 w 5"/>
                <a:gd name="T25" fmla="*/ 217 h 868"/>
                <a:gd name="T26" fmla="*/ 2 w 5"/>
                <a:gd name="T27" fmla="*/ 0 h 868"/>
                <a:gd name="T28" fmla="*/ 3 w 5"/>
                <a:gd name="T29" fmla="*/ 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868">
                  <a:moveTo>
                    <a:pt x="3" y="0"/>
                  </a:moveTo>
                  <a:cubicBezTo>
                    <a:pt x="4" y="73"/>
                    <a:pt x="4" y="145"/>
                    <a:pt x="4" y="217"/>
                  </a:cubicBezTo>
                  <a:cubicBezTo>
                    <a:pt x="4" y="253"/>
                    <a:pt x="3" y="290"/>
                    <a:pt x="3" y="326"/>
                  </a:cubicBezTo>
                  <a:cubicBezTo>
                    <a:pt x="3" y="362"/>
                    <a:pt x="3" y="398"/>
                    <a:pt x="4" y="434"/>
                  </a:cubicBezTo>
                  <a:cubicBezTo>
                    <a:pt x="4" y="507"/>
                    <a:pt x="5" y="579"/>
                    <a:pt x="4" y="651"/>
                  </a:cubicBezTo>
                  <a:cubicBezTo>
                    <a:pt x="5" y="687"/>
                    <a:pt x="4" y="724"/>
                    <a:pt x="4" y="760"/>
                  </a:cubicBezTo>
                  <a:cubicBezTo>
                    <a:pt x="4" y="796"/>
                    <a:pt x="3" y="832"/>
                    <a:pt x="3" y="868"/>
                  </a:cubicBezTo>
                  <a:cubicBezTo>
                    <a:pt x="2" y="868"/>
                    <a:pt x="2" y="868"/>
                    <a:pt x="2" y="868"/>
                  </a:cubicBezTo>
                  <a:cubicBezTo>
                    <a:pt x="2" y="832"/>
                    <a:pt x="1" y="796"/>
                    <a:pt x="1" y="760"/>
                  </a:cubicBezTo>
                  <a:cubicBezTo>
                    <a:pt x="1" y="724"/>
                    <a:pt x="0" y="687"/>
                    <a:pt x="0" y="651"/>
                  </a:cubicBezTo>
                  <a:cubicBezTo>
                    <a:pt x="0" y="579"/>
                    <a:pt x="1" y="507"/>
                    <a:pt x="1" y="434"/>
                  </a:cubicBezTo>
                  <a:cubicBezTo>
                    <a:pt x="2" y="398"/>
                    <a:pt x="2" y="362"/>
                    <a:pt x="2" y="326"/>
                  </a:cubicBezTo>
                  <a:cubicBezTo>
                    <a:pt x="2" y="290"/>
                    <a:pt x="1" y="253"/>
                    <a:pt x="1" y="217"/>
                  </a:cubicBezTo>
                  <a:cubicBezTo>
                    <a:pt x="0" y="145"/>
                    <a:pt x="1" y="73"/>
                    <a:pt x="2" y="0"/>
                  </a:cubicBezTo>
                  <a:lnTo>
                    <a:pt x="3" y="0"/>
                  </a:ln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86" name="Voľný tvar 42"/>
            <p:cNvSpPr>
              <a:spLocks/>
            </p:cNvSpPr>
            <p:nvPr/>
          </p:nvSpPr>
          <p:spPr bwMode="auto">
            <a:xfrm>
              <a:off x="1350963" y="6038850"/>
              <a:ext cx="2736850" cy="11113"/>
            </a:xfrm>
            <a:custGeom>
              <a:avLst/>
              <a:gdLst>
                <a:gd name="T0" fmla="*/ 0 w 1216"/>
                <a:gd name="T1" fmla="*/ 2 h 5"/>
                <a:gd name="T2" fmla="*/ 304 w 1216"/>
                <a:gd name="T3" fmla="*/ 1 h 5"/>
                <a:gd name="T4" fmla="*/ 456 w 1216"/>
                <a:gd name="T5" fmla="*/ 2 h 5"/>
                <a:gd name="T6" fmla="*/ 608 w 1216"/>
                <a:gd name="T7" fmla="*/ 1 h 5"/>
                <a:gd name="T8" fmla="*/ 912 w 1216"/>
                <a:gd name="T9" fmla="*/ 0 h 5"/>
                <a:gd name="T10" fmla="*/ 1064 w 1216"/>
                <a:gd name="T11" fmla="*/ 1 h 5"/>
                <a:gd name="T12" fmla="*/ 1216 w 1216"/>
                <a:gd name="T13" fmla="*/ 2 h 5"/>
                <a:gd name="T14" fmla="*/ 1216 w 1216"/>
                <a:gd name="T15" fmla="*/ 2 h 5"/>
                <a:gd name="T16" fmla="*/ 1064 w 1216"/>
                <a:gd name="T17" fmla="*/ 4 h 5"/>
                <a:gd name="T18" fmla="*/ 912 w 1216"/>
                <a:gd name="T19" fmla="*/ 4 h 5"/>
                <a:gd name="T20" fmla="*/ 608 w 1216"/>
                <a:gd name="T21" fmla="*/ 3 h 5"/>
                <a:gd name="T22" fmla="*/ 456 w 1216"/>
                <a:gd name="T23" fmla="*/ 3 h 5"/>
                <a:gd name="T24" fmla="*/ 304 w 1216"/>
                <a:gd name="T25" fmla="*/ 4 h 5"/>
                <a:gd name="T26" fmla="*/ 0 w 1216"/>
                <a:gd name="T2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6" h="5">
                  <a:moveTo>
                    <a:pt x="0" y="2"/>
                  </a:moveTo>
                  <a:cubicBezTo>
                    <a:pt x="101" y="1"/>
                    <a:pt x="202" y="0"/>
                    <a:pt x="304" y="1"/>
                  </a:cubicBezTo>
                  <a:cubicBezTo>
                    <a:pt x="354" y="1"/>
                    <a:pt x="405" y="2"/>
                    <a:pt x="456" y="2"/>
                  </a:cubicBezTo>
                  <a:cubicBezTo>
                    <a:pt x="506" y="2"/>
                    <a:pt x="557" y="1"/>
                    <a:pt x="608" y="1"/>
                  </a:cubicBezTo>
                  <a:cubicBezTo>
                    <a:pt x="709" y="1"/>
                    <a:pt x="810" y="0"/>
                    <a:pt x="912" y="0"/>
                  </a:cubicBezTo>
                  <a:cubicBezTo>
                    <a:pt x="962" y="0"/>
                    <a:pt x="1013" y="1"/>
                    <a:pt x="1064" y="1"/>
                  </a:cubicBezTo>
                  <a:cubicBezTo>
                    <a:pt x="1114" y="1"/>
                    <a:pt x="1165" y="1"/>
                    <a:pt x="1216" y="2"/>
                  </a:cubicBezTo>
                  <a:cubicBezTo>
                    <a:pt x="1216" y="2"/>
                    <a:pt x="1216" y="2"/>
                    <a:pt x="1216" y="2"/>
                  </a:cubicBezTo>
                  <a:cubicBezTo>
                    <a:pt x="1165" y="3"/>
                    <a:pt x="1114" y="3"/>
                    <a:pt x="1064" y="4"/>
                  </a:cubicBezTo>
                  <a:cubicBezTo>
                    <a:pt x="1013" y="4"/>
                    <a:pt x="962" y="4"/>
                    <a:pt x="912" y="4"/>
                  </a:cubicBezTo>
                  <a:cubicBezTo>
                    <a:pt x="810" y="5"/>
                    <a:pt x="709" y="4"/>
                    <a:pt x="608" y="3"/>
                  </a:cubicBezTo>
                  <a:cubicBezTo>
                    <a:pt x="557" y="3"/>
                    <a:pt x="506" y="3"/>
                    <a:pt x="456" y="3"/>
                  </a:cubicBezTo>
                  <a:cubicBezTo>
                    <a:pt x="405" y="3"/>
                    <a:pt x="354" y="4"/>
                    <a:pt x="304" y="4"/>
                  </a:cubicBezTo>
                  <a:cubicBezTo>
                    <a:pt x="202" y="4"/>
                    <a:pt x="101" y="4"/>
                    <a:pt x="0" y="2"/>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87" name="Voľný tvar 43"/>
            <p:cNvSpPr>
              <a:spLocks/>
            </p:cNvSpPr>
            <p:nvPr/>
          </p:nvSpPr>
          <p:spPr bwMode="auto">
            <a:xfrm>
              <a:off x="1330325" y="3378200"/>
              <a:ext cx="2743200" cy="11113"/>
            </a:xfrm>
            <a:custGeom>
              <a:avLst/>
              <a:gdLst>
                <a:gd name="T0" fmla="*/ 0 w 1219"/>
                <a:gd name="T1" fmla="*/ 2 h 5"/>
                <a:gd name="T2" fmla="*/ 304 w 1219"/>
                <a:gd name="T3" fmla="*/ 1 h 5"/>
                <a:gd name="T4" fmla="*/ 457 w 1219"/>
                <a:gd name="T5" fmla="*/ 2 h 5"/>
                <a:gd name="T6" fmla="*/ 609 w 1219"/>
                <a:gd name="T7" fmla="*/ 1 h 5"/>
                <a:gd name="T8" fmla="*/ 914 w 1219"/>
                <a:gd name="T9" fmla="*/ 0 h 5"/>
                <a:gd name="T10" fmla="*/ 1067 w 1219"/>
                <a:gd name="T11" fmla="*/ 1 h 5"/>
                <a:gd name="T12" fmla="*/ 1219 w 1219"/>
                <a:gd name="T13" fmla="*/ 2 h 5"/>
                <a:gd name="T14" fmla="*/ 1219 w 1219"/>
                <a:gd name="T15" fmla="*/ 3 h 5"/>
                <a:gd name="T16" fmla="*/ 1067 w 1219"/>
                <a:gd name="T17" fmla="*/ 4 h 5"/>
                <a:gd name="T18" fmla="*/ 914 w 1219"/>
                <a:gd name="T19" fmla="*/ 4 h 5"/>
                <a:gd name="T20" fmla="*/ 609 w 1219"/>
                <a:gd name="T21" fmla="*/ 3 h 5"/>
                <a:gd name="T22" fmla="*/ 457 w 1219"/>
                <a:gd name="T23" fmla="*/ 3 h 5"/>
                <a:gd name="T24" fmla="*/ 304 w 1219"/>
                <a:gd name="T25" fmla="*/ 4 h 5"/>
                <a:gd name="T26" fmla="*/ 0 w 1219"/>
                <a:gd name="T27" fmla="*/ 3 h 5"/>
                <a:gd name="T28" fmla="*/ 0 w 1219"/>
                <a:gd name="T29"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9" h="5">
                  <a:moveTo>
                    <a:pt x="0" y="2"/>
                  </a:moveTo>
                  <a:cubicBezTo>
                    <a:pt x="101" y="1"/>
                    <a:pt x="203" y="0"/>
                    <a:pt x="304" y="1"/>
                  </a:cubicBezTo>
                  <a:cubicBezTo>
                    <a:pt x="355" y="1"/>
                    <a:pt x="406" y="2"/>
                    <a:pt x="457" y="2"/>
                  </a:cubicBezTo>
                  <a:cubicBezTo>
                    <a:pt x="508" y="2"/>
                    <a:pt x="559" y="1"/>
                    <a:pt x="609" y="1"/>
                  </a:cubicBezTo>
                  <a:cubicBezTo>
                    <a:pt x="711" y="1"/>
                    <a:pt x="813" y="0"/>
                    <a:pt x="914" y="0"/>
                  </a:cubicBezTo>
                  <a:cubicBezTo>
                    <a:pt x="965" y="0"/>
                    <a:pt x="1016" y="1"/>
                    <a:pt x="1067" y="1"/>
                  </a:cubicBezTo>
                  <a:cubicBezTo>
                    <a:pt x="1117" y="1"/>
                    <a:pt x="1168" y="1"/>
                    <a:pt x="1219" y="2"/>
                  </a:cubicBezTo>
                  <a:cubicBezTo>
                    <a:pt x="1219" y="3"/>
                    <a:pt x="1219" y="3"/>
                    <a:pt x="1219" y="3"/>
                  </a:cubicBezTo>
                  <a:cubicBezTo>
                    <a:pt x="1168" y="3"/>
                    <a:pt x="1117" y="4"/>
                    <a:pt x="1067" y="4"/>
                  </a:cubicBezTo>
                  <a:cubicBezTo>
                    <a:pt x="1016" y="4"/>
                    <a:pt x="965" y="4"/>
                    <a:pt x="914" y="4"/>
                  </a:cubicBezTo>
                  <a:cubicBezTo>
                    <a:pt x="813" y="5"/>
                    <a:pt x="711" y="4"/>
                    <a:pt x="609" y="3"/>
                  </a:cubicBezTo>
                  <a:cubicBezTo>
                    <a:pt x="559" y="3"/>
                    <a:pt x="508" y="3"/>
                    <a:pt x="457" y="3"/>
                  </a:cubicBezTo>
                  <a:cubicBezTo>
                    <a:pt x="406" y="3"/>
                    <a:pt x="355" y="4"/>
                    <a:pt x="304" y="4"/>
                  </a:cubicBezTo>
                  <a:cubicBezTo>
                    <a:pt x="203" y="4"/>
                    <a:pt x="101" y="4"/>
                    <a:pt x="0" y="3"/>
                  </a:cubicBezTo>
                  <a:lnTo>
                    <a:pt x="0" y="2"/>
                  </a:ln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88" name="Voľný tvar 44"/>
            <p:cNvSpPr>
              <a:spLocks/>
            </p:cNvSpPr>
            <p:nvPr/>
          </p:nvSpPr>
          <p:spPr bwMode="auto">
            <a:xfrm>
              <a:off x="4443413" y="3759200"/>
              <a:ext cx="9525" cy="1919288"/>
            </a:xfrm>
            <a:custGeom>
              <a:avLst/>
              <a:gdLst>
                <a:gd name="T0" fmla="*/ 2 w 4"/>
                <a:gd name="T1" fmla="*/ 853 h 853"/>
                <a:gd name="T2" fmla="*/ 0 w 4"/>
                <a:gd name="T3" fmla="*/ 640 h 853"/>
                <a:gd name="T4" fmla="*/ 1 w 4"/>
                <a:gd name="T5" fmla="*/ 533 h 853"/>
                <a:gd name="T6" fmla="*/ 1 w 4"/>
                <a:gd name="T7" fmla="*/ 427 h 853"/>
                <a:gd name="T8" fmla="*/ 0 w 4"/>
                <a:gd name="T9" fmla="*/ 213 h 853"/>
                <a:gd name="T10" fmla="*/ 0 w 4"/>
                <a:gd name="T11" fmla="*/ 107 h 853"/>
                <a:gd name="T12" fmla="*/ 2 w 4"/>
                <a:gd name="T13" fmla="*/ 0 h 853"/>
                <a:gd name="T14" fmla="*/ 2 w 4"/>
                <a:gd name="T15" fmla="*/ 0 h 853"/>
                <a:gd name="T16" fmla="*/ 3 w 4"/>
                <a:gd name="T17" fmla="*/ 107 h 853"/>
                <a:gd name="T18" fmla="*/ 4 w 4"/>
                <a:gd name="T19" fmla="*/ 213 h 853"/>
                <a:gd name="T20" fmla="*/ 3 w 4"/>
                <a:gd name="T21" fmla="*/ 427 h 853"/>
                <a:gd name="T22" fmla="*/ 2 w 4"/>
                <a:gd name="T23" fmla="*/ 533 h 853"/>
                <a:gd name="T24" fmla="*/ 3 w 4"/>
                <a:gd name="T25" fmla="*/ 640 h 853"/>
                <a:gd name="T26" fmla="*/ 2 w 4"/>
                <a:gd name="T27" fmla="*/ 853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 h="853">
                  <a:moveTo>
                    <a:pt x="2" y="853"/>
                  </a:moveTo>
                  <a:cubicBezTo>
                    <a:pt x="0" y="782"/>
                    <a:pt x="0" y="711"/>
                    <a:pt x="0" y="640"/>
                  </a:cubicBezTo>
                  <a:cubicBezTo>
                    <a:pt x="0" y="604"/>
                    <a:pt x="1" y="569"/>
                    <a:pt x="1" y="533"/>
                  </a:cubicBezTo>
                  <a:cubicBezTo>
                    <a:pt x="1" y="498"/>
                    <a:pt x="1" y="462"/>
                    <a:pt x="1" y="427"/>
                  </a:cubicBezTo>
                  <a:cubicBezTo>
                    <a:pt x="0" y="356"/>
                    <a:pt x="0" y="284"/>
                    <a:pt x="0" y="213"/>
                  </a:cubicBezTo>
                  <a:cubicBezTo>
                    <a:pt x="0" y="178"/>
                    <a:pt x="0" y="142"/>
                    <a:pt x="0" y="107"/>
                  </a:cubicBezTo>
                  <a:cubicBezTo>
                    <a:pt x="1" y="71"/>
                    <a:pt x="1" y="36"/>
                    <a:pt x="2" y="0"/>
                  </a:cubicBezTo>
                  <a:cubicBezTo>
                    <a:pt x="2" y="0"/>
                    <a:pt x="2" y="0"/>
                    <a:pt x="2" y="0"/>
                  </a:cubicBezTo>
                  <a:cubicBezTo>
                    <a:pt x="3" y="36"/>
                    <a:pt x="3" y="71"/>
                    <a:pt x="3" y="107"/>
                  </a:cubicBezTo>
                  <a:cubicBezTo>
                    <a:pt x="4" y="142"/>
                    <a:pt x="4" y="178"/>
                    <a:pt x="4" y="213"/>
                  </a:cubicBezTo>
                  <a:cubicBezTo>
                    <a:pt x="4" y="284"/>
                    <a:pt x="3" y="356"/>
                    <a:pt x="3" y="427"/>
                  </a:cubicBezTo>
                  <a:cubicBezTo>
                    <a:pt x="3" y="462"/>
                    <a:pt x="2" y="498"/>
                    <a:pt x="2" y="533"/>
                  </a:cubicBezTo>
                  <a:cubicBezTo>
                    <a:pt x="3" y="569"/>
                    <a:pt x="3" y="604"/>
                    <a:pt x="3" y="640"/>
                  </a:cubicBezTo>
                  <a:cubicBezTo>
                    <a:pt x="4" y="711"/>
                    <a:pt x="3" y="782"/>
                    <a:pt x="2" y="853"/>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89" name="Voľný tvar 45"/>
            <p:cNvSpPr>
              <a:spLocks noEditPoints="1"/>
            </p:cNvSpPr>
            <p:nvPr/>
          </p:nvSpPr>
          <p:spPr bwMode="auto">
            <a:xfrm>
              <a:off x="903288" y="5772150"/>
              <a:ext cx="341313" cy="331788"/>
            </a:xfrm>
            <a:custGeom>
              <a:avLst/>
              <a:gdLst>
                <a:gd name="T0" fmla="*/ 127 w 152"/>
                <a:gd name="T1" fmla="*/ 122 h 148"/>
                <a:gd name="T2" fmla="*/ 84 w 152"/>
                <a:gd name="T3" fmla="*/ 134 h 148"/>
                <a:gd name="T4" fmla="*/ 112 w 152"/>
                <a:gd name="T5" fmla="*/ 131 h 148"/>
                <a:gd name="T6" fmla="*/ 48 w 152"/>
                <a:gd name="T7" fmla="*/ 142 h 148"/>
                <a:gd name="T8" fmla="*/ 4 w 152"/>
                <a:gd name="T9" fmla="*/ 95 h 148"/>
                <a:gd name="T10" fmla="*/ 20 w 152"/>
                <a:gd name="T11" fmla="*/ 61 h 148"/>
                <a:gd name="T12" fmla="*/ 26 w 152"/>
                <a:gd name="T13" fmla="*/ 58 h 148"/>
                <a:gd name="T14" fmla="*/ 31 w 152"/>
                <a:gd name="T15" fmla="*/ 23 h 148"/>
                <a:gd name="T16" fmla="*/ 19 w 152"/>
                <a:gd name="T17" fmla="*/ 0 h 148"/>
                <a:gd name="T18" fmla="*/ 33 w 152"/>
                <a:gd name="T19" fmla="*/ 57 h 148"/>
                <a:gd name="T20" fmla="*/ 41 w 152"/>
                <a:gd name="T21" fmla="*/ 63 h 148"/>
                <a:gd name="T22" fmla="*/ 36 w 152"/>
                <a:gd name="T23" fmla="*/ 80 h 148"/>
                <a:gd name="T24" fmla="*/ 26 w 152"/>
                <a:gd name="T25" fmla="*/ 67 h 148"/>
                <a:gd name="T26" fmla="*/ 64 w 152"/>
                <a:gd name="T27" fmla="*/ 132 h 148"/>
                <a:gd name="T28" fmla="*/ 84 w 152"/>
                <a:gd name="T29" fmla="*/ 112 h 148"/>
                <a:gd name="T30" fmla="*/ 77 w 152"/>
                <a:gd name="T31" fmla="*/ 131 h 148"/>
                <a:gd name="T32" fmla="*/ 152 w 152"/>
                <a:gd name="T33" fmla="*/ 129 h 148"/>
                <a:gd name="T34" fmla="*/ 114 w 152"/>
                <a:gd name="T35" fmla="*/ 131 h 148"/>
                <a:gd name="T36" fmla="*/ 127 w 152"/>
                <a:gd name="T37" fmla="*/ 122 h 148"/>
                <a:gd name="T38" fmla="*/ 74 w 152"/>
                <a:gd name="T39" fmla="*/ 128 h 148"/>
                <a:gd name="T40" fmla="*/ 68 w 152"/>
                <a:gd name="T41" fmla="*/ 112 h 148"/>
                <a:gd name="T42" fmla="*/ 66 w 152"/>
                <a:gd name="T43" fmla="*/ 117 h 148"/>
                <a:gd name="T44" fmla="*/ 66 w 152"/>
                <a:gd name="T45" fmla="*/ 125 h 148"/>
                <a:gd name="T46" fmla="*/ 73 w 152"/>
                <a:gd name="T47" fmla="*/ 128 h 148"/>
                <a:gd name="T48" fmla="*/ 74 w 152"/>
                <a:gd name="T49" fmla="*/ 114 h 148"/>
                <a:gd name="T50" fmla="*/ 74 w 152"/>
                <a:gd name="T51" fmla="*/ 128 h 148"/>
                <a:gd name="T52" fmla="*/ 9 w 152"/>
                <a:gd name="T53" fmla="*/ 88 h 148"/>
                <a:gd name="T54" fmla="*/ 56 w 152"/>
                <a:gd name="T55" fmla="*/ 135 h 148"/>
                <a:gd name="T56" fmla="*/ 9 w 152"/>
                <a:gd name="T57" fmla="*/ 88 h 148"/>
                <a:gd name="T58" fmla="*/ 37 w 152"/>
                <a:gd name="T59" fmla="*/ 61 h 148"/>
                <a:gd name="T60" fmla="*/ 31 w 152"/>
                <a:gd name="T61" fmla="*/ 77 h 148"/>
                <a:gd name="T62" fmla="*/ 37 w 152"/>
                <a:gd name="T63" fmla="*/ 61 h 148"/>
                <a:gd name="T64" fmla="*/ 30 w 152"/>
                <a:gd name="T65" fmla="*/ 57 h 148"/>
                <a:gd name="T66" fmla="*/ 33 w 152"/>
                <a:gd name="T67" fmla="*/ 31 h 148"/>
                <a:gd name="T68" fmla="*/ 30 w 152"/>
                <a:gd name="T69" fmla="*/ 57 h 148"/>
                <a:gd name="T70" fmla="*/ 30 w 152"/>
                <a:gd name="T71" fmla="*/ 61 h 148"/>
                <a:gd name="T72" fmla="*/ 30 w 152"/>
                <a:gd name="T73" fmla="*/ 74 h 148"/>
                <a:gd name="T74" fmla="*/ 30 w 152"/>
                <a:gd name="T75" fmla="*/ 61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2" h="148">
                  <a:moveTo>
                    <a:pt x="127" y="122"/>
                  </a:moveTo>
                  <a:cubicBezTo>
                    <a:pt x="115" y="118"/>
                    <a:pt x="99" y="137"/>
                    <a:pt x="84" y="134"/>
                  </a:cubicBezTo>
                  <a:cubicBezTo>
                    <a:pt x="92" y="142"/>
                    <a:pt x="106" y="130"/>
                    <a:pt x="112" y="131"/>
                  </a:cubicBezTo>
                  <a:cubicBezTo>
                    <a:pt x="95" y="147"/>
                    <a:pt x="66" y="127"/>
                    <a:pt x="48" y="142"/>
                  </a:cubicBezTo>
                  <a:cubicBezTo>
                    <a:pt x="19" y="142"/>
                    <a:pt x="1" y="123"/>
                    <a:pt x="4" y="95"/>
                  </a:cubicBezTo>
                  <a:cubicBezTo>
                    <a:pt x="6" y="82"/>
                    <a:pt x="19" y="74"/>
                    <a:pt x="20" y="61"/>
                  </a:cubicBezTo>
                  <a:cubicBezTo>
                    <a:pt x="23" y="58"/>
                    <a:pt x="22" y="60"/>
                    <a:pt x="26" y="58"/>
                  </a:cubicBezTo>
                  <a:cubicBezTo>
                    <a:pt x="25" y="45"/>
                    <a:pt x="33" y="34"/>
                    <a:pt x="31" y="23"/>
                  </a:cubicBezTo>
                  <a:cubicBezTo>
                    <a:pt x="30" y="12"/>
                    <a:pt x="19" y="8"/>
                    <a:pt x="19" y="0"/>
                  </a:cubicBezTo>
                  <a:cubicBezTo>
                    <a:pt x="36" y="7"/>
                    <a:pt x="41" y="36"/>
                    <a:pt x="33" y="57"/>
                  </a:cubicBezTo>
                  <a:cubicBezTo>
                    <a:pt x="34" y="60"/>
                    <a:pt x="40" y="59"/>
                    <a:pt x="41" y="63"/>
                  </a:cubicBezTo>
                  <a:cubicBezTo>
                    <a:pt x="43" y="69"/>
                    <a:pt x="40" y="75"/>
                    <a:pt x="36" y="80"/>
                  </a:cubicBezTo>
                  <a:cubicBezTo>
                    <a:pt x="27" y="79"/>
                    <a:pt x="20" y="74"/>
                    <a:pt x="26" y="67"/>
                  </a:cubicBezTo>
                  <a:cubicBezTo>
                    <a:pt x="1" y="88"/>
                    <a:pt x="14" y="148"/>
                    <a:pt x="64" y="132"/>
                  </a:cubicBezTo>
                  <a:cubicBezTo>
                    <a:pt x="54" y="118"/>
                    <a:pt x="73" y="97"/>
                    <a:pt x="84" y="112"/>
                  </a:cubicBezTo>
                  <a:cubicBezTo>
                    <a:pt x="86" y="123"/>
                    <a:pt x="81" y="126"/>
                    <a:pt x="77" y="131"/>
                  </a:cubicBezTo>
                  <a:cubicBezTo>
                    <a:pt x="101" y="137"/>
                    <a:pt x="133" y="102"/>
                    <a:pt x="152" y="129"/>
                  </a:cubicBezTo>
                  <a:cubicBezTo>
                    <a:pt x="143" y="117"/>
                    <a:pt x="124" y="124"/>
                    <a:pt x="114" y="131"/>
                  </a:cubicBezTo>
                  <a:cubicBezTo>
                    <a:pt x="116" y="126"/>
                    <a:pt x="123" y="126"/>
                    <a:pt x="127" y="122"/>
                  </a:cubicBezTo>
                  <a:close/>
                  <a:moveTo>
                    <a:pt x="74" y="128"/>
                  </a:moveTo>
                  <a:cubicBezTo>
                    <a:pt x="91" y="127"/>
                    <a:pt x="78" y="98"/>
                    <a:pt x="68" y="112"/>
                  </a:cubicBezTo>
                  <a:cubicBezTo>
                    <a:pt x="75" y="112"/>
                    <a:pt x="69" y="117"/>
                    <a:pt x="66" y="117"/>
                  </a:cubicBezTo>
                  <a:cubicBezTo>
                    <a:pt x="66" y="119"/>
                    <a:pt x="66" y="122"/>
                    <a:pt x="66" y="125"/>
                  </a:cubicBezTo>
                  <a:cubicBezTo>
                    <a:pt x="68" y="126"/>
                    <a:pt x="69" y="128"/>
                    <a:pt x="73" y="128"/>
                  </a:cubicBezTo>
                  <a:cubicBezTo>
                    <a:pt x="75" y="124"/>
                    <a:pt x="80" y="117"/>
                    <a:pt x="74" y="114"/>
                  </a:cubicBezTo>
                  <a:cubicBezTo>
                    <a:pt x="84" y="115"/>
                    <a:pt x="78" y="125"/>
                    <a:pt x="74" y="128"/>
                  </a:cubicBezTo>
                  <a:close/>
                  <a:moveTo>
                    <a:pt x="9" y="88"/>
                  </a:moveTo>
                  <a:cubicBezTo>
                    <a:pt x="0" y="121"/>
                    <a:pt x="28" y="148"/>
                    <a:pt x="56" y="135"/>
                  </a:cubicBezTo>
                  <a:cubicBezTo>
                    <a:pt x="20" y="145"/>
                    <a:pt x="13" y="115"/>
                    <a:pt x="9" y="88"/>
                  </a:cubicBezTo>
                  <a:close/>
                  <a:moveTo>
                    <a:pt x="37" y="61"/>
                  </a:moveTo>
                  <a:cubicBezTo>
                    <a:pt x="38" y="69"/>
                    <a:pt x="34" y="72"/>
                    <a:pt x="31" y="77"/>
                  </a:cubicBezTo>
                  <a:cubicBezTo>
                    <a:pt x="40" y="78"/>
                    <a:pt x="42" y="66"/>
                    <a:pt x="37" y="61"/>
                  </a:cubicBezTo>
                  <a:close/>
                  <a:moveTo>
                    <a:pt x="30" y="57"/>
                  </a:moveTo>
                  <a:cubicBezTo>
                    <a:pt x="30" y="49"/>
                    <a:pt x="38" y="40"/>
                    <a:pt x="33" y="31"/>
                  </a:cubicBezTo>
                  <a:cubicBezTo>
                    <a:pt x="34" y="41"/>
                    <a:pt x="26" y="49"/>
                    <a:pt x="30" y="57"/>
                  </a:cubicBezTo>
                  <a:close/>
                  <a:moveTo>
                    <a:pt x="30" y="61"/>
                  </a:moveTo>
                  <a:cubicBezTo>
                    <a:pt x="28" y="63"/>
                    <a:pt x="27" y="72"/>
                    <a:pt x="30" y="74"/>
                  </a:cubicBezTo>
                  <a:cubicBezTo>
                    <a:pt x="33" y="70"/>
                    <a:pt x="36" y="63"/>
                    <a:pt x="30" y="61"/>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90" name="Voľný tvar 46"/>
            <p:cNvSpPr>
              <a:spLocks noEditPoints="1"/>
            </p:cNvSpPr>
            <p:nvPr/>
          </p:nvSpPr>
          <p:spPr bwMode="auto">
            <a:xfrm>
              <a:off x="906463" y="5768975"/>
              <a:ext cx="341313" cy="323850"/>
            </a:xfrm>
            <a:custGeom>
              <a:avLst/>
              <a:gdLst>
                <a:gd name="T0" fmla="*/ 2 w 151"/>
                <a:gd name="T1" fmla="*/ 96 h 144"/>
                <a:gd name="T2" fmla="*/ 21 w 151"/>
                <a:gd name="T3" fmla="*/ 59 h 144"/>
                <a:gd name="T4" fmla="*/ 22 w 151"/>
                <a:gd name="T5" fmla="*/ 12 h 144"/>
                <a:gd name="T6" fmla="*/ 32 w 151"/>
                <a:gd name="T7" fmla="*/ 58 h 144"/>
                <a:gd name="T8" fmla="*/ 34 w 151"/>
                <a:gd name="T9" fmla="*/ 81 h 144"/>
                <a:gd name="T10" fmla="*/ 15 w 151"/>
                <a:gd name="T11" fmla="*/ 112 h 144"/>
                <a:gd name="T12" fmla="*/ 73 w 151"/>
                <a:gd name="T13" fmla="*/ 107 h 144"/>
                <a:gd name="T14" fmla="*/ 76 w 151"/>
                <a:gd name="T15" fmla="*/ 131 h 144"/>
                <a:gd name="T16" fmla="*/ 151 w 151"/>
                <a:gd name="T17" fmla="*/ 130 h 144"/>
                <a:gd name="T18" fmla="*/ 110 w 151"/>
                <a:gd name="T19" fmla="*/ 134 h 144"/>
                <a:gd name="T20" fmla="*/ 66 w 151"/>
                <a:gd name="T21" fmla="*/ 138 h 144"/>
                <a:gd name="T22" fmla="*/ 12 w 151"/>
                <a:gd name="T23" fmla="*/ 128 h 144"/>
                <a:gd name="T24" fmla="*/ 86 w 151"/>
                <a:gd name="T25" fmla="*/ 138 h 144"/>
                <a:gd name="T26" fmla="*/ 86 w 151"/>
                <a:gd name="T27" fmla="*/ 134 h 144"/>
                <a:gd name="T28" fmla="*/ 75 w 151"/>
                <a:gd name="T29" fmla="*/ 133 h 144"/>
                <a:gd name="T30" fmla="*/ 77 w 151"/>
                <a:gd name="T31" fmla="*/ 128 h 144"/>
                <a:gd name="T32" fmla="*/ 66 w 151"/>
                <a:gd name="T33" fmla="*/ 128 h 144"/>
                <a:gd name="T34" fmla="*/ 64 w 151"/>
                <a:gd name="T35" fmla="*/ 117 h 144"/>
                <a:gd name="T36" fmla="*/ 65 w 151"/>
                <a:gd name="T37" fmla="*/ 114 h 144"/>
                <a:gd name="T38" fmla="*/ 63 w 151"/>
                <a:gd name="T39" fmla="*/ 133 h 144"/>
                <a:gd name="T40" fmla="*/ 54 w 151"/>
                <a:gd name="T41" fmla="*/ 137 h 144"/>
                <a:gd name="T42" fmla="*/ 7 w 151"/>
                <a:gd name="T43" fmla="*/ 86 h 144"/>
                <a:gd name="T44" fmla="*/ 41 w 151"/>
                <a:gd name="T45" fmla="*/ 139 h 144"/>
                <a:gd name="T46" fmla="*/ 92 w 151"/>
                <a:gd name="T47" fmla="*/ 138 h 144"/>
                <a:gd name="T48" fmla="*/ 41 w 151"/>
                <a:gd name="T49" fmla="*/ 137 h 144"/>
                <a:gd name="T50" fmla="*/ 26 w 151"/>
                <a:gd name="T51" fmla="*/ 65 h 144"/>
                <a:gd name="T52" fmla="*/ 32 w 151"/>
                <a:gd name="T53" fmla="*/ 64 h 144"/>
                <a:gd name="T54" fmla="*/ 26 w 151"/>
                <a:gd name="T55" fmla="*/ 72 h 144"/>
                <a:gd name="T56" fmla="*/ 33 w 151"/>
                <a:gd name="T57" fmla="*/ 80 h 144"/>
                <a:gd name="T58" fmla="*/ 38 w 151"/>
                <a:gd name="T59" fmla="*/ 73 h 144"/>
                <a:gd name="T60" fmla="*/ 28 w 151"/>
                <a:gd name="T61" fmla="*/ 78 h 144"/>
                <a:gd name="T62" fmla="*/ 34 w 151"/>
                <a:gd name="T63" fmla="*/ 61 h 144"/>
                <a:gd name="T64" fmla="*/ 18 w 151"/>
                <a:gd name="T65" fmla="*/ 2 h 144"/>
                <a:gd name="T66" fmla="*/ 31 w 151"/>
                <a:gd name="T67" fmla="*/ 32 h 144"/>
                <a:gd name="T68" fmla="*/ 27 w 151"/>
                <a:gd name="T69" fmla="*/ 58 h 144"/>
                <a:gd name="T70" fmla="*/ 28 w 151"/>
                <a:gd name="T71" fmla="*/ 42 h 144"/>
                <a:gd name="T72" fmla="*/ 21 w 151"/>
                <a:gd name="T73" fmla="*/ 61 h 144"/>
                <a:gd name="T74" fmla="*/ 7 w 151"/>
                <a:gd name="T75" fmla="*/ 86 h 144"/>
                <a:gd name="T76" fmla="*/ 110 w 151"/>
                <a:gd name="T77" fmla="*/ 131 h 144"/>
                <a:gd name="T78" fmla="*/ 121 w 151"/>
                <a:gd name="T79" fmla="*/ 123 h 144"/>
                <a:gd name="T80" fmla="*/ 67 w 151"/>
                <a:gd name="T81" fmla="*/ 127 h 144"/>
                <a:gd name="T82" fmla="*/ 74 w 151"/>
                <a:gd name="T83" fmla="*/ 118 h 144"/>
                <a:gd name="T84" fmla="*/ 64 w 151"/>
                <a:gd name="T85" fmla="*/ 118 h 144"/>
                <a:gd name="T86" fmla="*/ 75 w 151"/>
                <a:gd name="T87" fmla="*/ 118 h 144"/>
                <a:gd name="T88" fmla="*/ 70 w 151"/>
                <a:gd name="T89" fmla="*/ 114 h 144"/>
                <a:gd name="T90" fmla="*/ 79 w 151"/>
                <a:gd name="T91" fmla="*/ 120 h 144"/>
                <a:gd name="T92" fmla="*/ 122 w 151"/>
                <a:gd name="T93" fmla="*/ 122 h 144"/>
                <a:gd name="T94" fmla="*/ 123 w 151"/>
                <a:gd name="T95" fmla="*/ 125 h 144"/>
                <a:gd name="T96" fmla="*/ 122 w 151"/>
                <a:gd name="T97" fmla="*/ 122 h 144"/>
                <a:gd name="T98" fmla="*/ 81 w 151"/>
                <a:gd name="T99" fmla="*/ 114 h 144"/>
                <a:gd name="T100" fmla="*/ 32 w 151"/>
                <a:gd name="T101" fmla="*/ 74 h 144"/>
                <a:gd name="T102" fmla="*/ 28 w 151"/>
                <a:gd name="T103" fmla="*/ 63 h 144"/>
                <a:gd name="T104" fmla="*/ 28 w 151"/>
                <a:gd name="T105" fmla="*/ 63 h 144"/>
                <a:gd name="T106" fmla="*/ 29 w 151"/>
                <a:gd name="T107" fmla="*/ 4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1" h="144">
                  <a:moveTo>
                    <a:pt x="47" y="144"/>
                  </a:moveTo>
                  <a:cubicBezTo>
                    <a:pt x="46" y="144"/>
                    <a:pt x="46" y="144"/>
                    <a:pt x="46" y="144"/>
                  </a:cubicBezTo>
                  <a:cubicBezTo>
                    <a:pt x="32" y="144"/>
                    <a:pt x="19" y="139"/>
                    <a:pt x="11" y="129"/>
                  </a:cubicBezTo>
                  <a:cubicBezTo>
                    <a:pt x="3" y="121"/>
                    <a:pt x="0" y="109"/>
                    <a:pt x="2" y="96"/>
                  </a:cubicBezTo>
                  <a:cubicBezTo>
                    <a:pt x="3" y="90"/>
                    <a:pt x="6" y="84"/>
                    <a:pt x="10" y="79"/>
                  </a:cubicBezTo>
                  <a:cubicBezTo>
                    <a:pt x="13" y="73"/>
                    <a:pt x="17" y="68"/>
                    <a:pt x="17" y="62"/>
                  </a:cubicBezTo>
                  <a:cubicBezTo>
                    <a:pt x="17" y="62"/>
                    <a:pt x="17" y="62"/>
                    <a:pt x="17" y="62"/>
                  </a:cubicBezTo>
                  <a:cubicBezTo>
                    <a:pt x="19" y="60"/>
                    <a:pt x="20" y="59"/>
                    <a:pt x="21" y="59"/>
                  </a:cubicBezTo>
                  <a:cubicBezTo>
                    <a:pt x="21" y="59"/>
                    <a:pt x="22" y="59"/>
                    <a:pt x="23" y="59"/>
                  </a:cubicBezTo>
                  <a:cubicBezTo>
                    <a:pt x="23" y="53"/>
                    <a:pt x="24" y="47"/>
                    <a:pt x="26" y="41"/>
                  </a:cubicBezTo>
                  <a:cubicBezTo>
                    <a:pt x="28" y="35"/>
                    <a:pt x="30" y="30"/>
                    <a:pt x="29" y="24"/>
                  </a:cubicBezTo>
                  <a:cubicBezTo>
                    <a:pt x="28" y="19"/>
                    <a:pt x="25" y="15"/>
                    <a:pt x="22" y="12"/>
                  </a:cubicBezTo>
                  <a:cubicBezTo>
                    <a:pt x="19" y="8"/>
                    <a:pt x="16" y="5"/>
                    <a:pt x="16" y="1"/>
                  </a:cubicBezTo>
                  <a:cubicBezTo>
                    <a:pt x="16" y="0"/>
                    <a:pt x="16" y="0"/>
                    <a:pt x="16" y="0"/>
                  </a:cubicBezTo>
                  <a:cubicBezTo>
                    <a:pt x="17" y="0"/>
                    <a:pt x="17" y="0"/>
                    <a:pt x="17" y="0"/>
                  </a:cubicBezTo>
                  <a:cubicBezTo>
                    <a:pt x="35" y="8"/>
                    <a:pt x="40" y="37"/>
                    <a:pt x="32" y="58"/>
                  </a:cubicBezTo>
                  <a:cubicBezTo>
                    <a:pt x="32" y="59"/>
                    <a:pt x="34" y="59"/>
                    <a:pt x="35" y="60"/>
                  </a:cubicBezTo>
                  <a:cubicBezTo>
                    <a:pt x="37" y="61"/>
                    <a:pt x="39" y="61"/>
                    <a:pt x="40" y="63"/>
                  </a:cubicBezTo>
                  <a:cubicBezTo>
                    <a:pt x="43" y="72"/>
                    <a:pt x="37" y="78"/>
                    <a:pt x="34" y="81"/>
                  </a:cubicBezTo>
                  <a:cubicBezTo>
                    <a:pt x="34" y="81"/>
                    <a:pt x="34" y="81"/>
                    <a:pt x="34" y="81"/>
                  </a:cubicBezTo>
                  <a:cubicBezTo>
                    <a:pt x="34" y="81"/>
                    <a:pt x="34" y="81"/>
                    <a:pt x="34" y="81"/>
                  </a:cubicBezTo>
                  <a:cubicBezTo>
                    <a:pt x="28" y="81"/>
                    <a:pt x="23" y="79"/>
                    <a:pt x="22" y="76"/>
                  </a:cubicBezTo>
                  <a:cubicBezTo>
                    <a:pt x="21" y="75"/>
                    <a:pt x="21" y="73"/>
                    <a:pt x="21" y="71"/>
                  </a:cubicBezTo>
                  <a:cubicBezTo>
                    <a:pt x="12" y="82"/>
                    <a:pt x="10" y="98"/>
                    <a:pt x="15" y="112"/>
                  </a:cubicBezTo>
                  <a:cubicBezTo>
                    <a:pt x="20" y="127"/>
                    <a:pt x="32" y="135"/>
                    <a:pt x="46" y="135"/>
                  </a:cubicBezTo>
                  <a:cubicBezTo>
                    <a:pt x="51" y="135"/>
                    <a:pt x="56" y="134"/>
                    <a:pt x="61" y="133"/>
                  </a:cubicBezTo>
                  <a:cubicBezTo>
                    <a:pt x="58" y="128"/>
                    <a:pt x="57" y="122"/>
                    <a:pt x="60" y="116"/>
                  </a:cubicBezTo>
                  <a:cubicBezTo>
                    <a:pt x="63" y="111"/>
                    <a:pt x="68" y="107"/>
                    <a:pt x="73" y="107"/>
                  </a:cubicBezTo>
                  <a:cubicBezTo>
                    <a:pt x="75" y="107"/>
                    <a:pt x="79" y="108"/>
                    <a:pt x="83" y="113"/>
                  </a:cubicBezTo>
                  <a:cubicBezTo>
                    <a:pt x="83" y="113"/>
                    <a:pt x="83" y="113"/>
                    <a:pt x="83" y="113"/>
                  </a:cubicBezTo>
                  <a:cubicBezTo>
                    <a:pt x="84" y="122"/>
                    <a:pt x="81" y="126"/>
                    <a:pt x="77" y="130"/>
                  </a:cubicBezTo>
                  <a:cubicBezTo>
                    <a:pt x="77" y="130"/>
                    <a:pt x="77" y="131"/>
                    <a:pt x="76" y="131"/>
                  </a:cubicBezTo>
                  <a:cubicBezTo>
                    <a:pt x="78" y="132"/>
                    <a:pt x="80" y="132"/>
                    <a:pt x="82" y="132"/>
                  </a:cubicBezTo>
                  <a:cubicBezTo>
                    <a:pt x="90" y="132"/>
                    <a:pt x="98" y="129"/>
                    <a:pt x="107" y="125"/>
                  </a:cubicBezTo>
                  <a:cubicBezTo>
                    <a:pt x="115" y="122"/>
                    <a:pt x="123" y="119"/>
                    <a:pt x="131" y="119"/>
                  </a:cubicBezTo>
                  <a:cubicBezTo>
                    <a:pt x="139" y="119"/>
                    <a:pt x="146" y="123"/>
                    <a:pt x="151" y="130"/>
                  </a:cubicBezTo>
                  <a:cubicBezTo>
                    <a:pt x="150" y="131"/>
                    <a:pt x="150" y="131"/>
                    <a:pt x="150" y="131"/>
                  </a:cubicBezTo>
                  <a:cubicBezTo>
                    <a:pt x="146" y="127"/>
                    <a:pt x="142" y="124"/>
                    <a:pt x="136" y="124"/>
                  </a:cubicBezTo>
                  <a:cubicBezTo>
                    <a:pt x="126" y="124"/>
                    <a:pt x="115" y="131"/>
                    <a:pt x="112" y="132"/>
                  </a:cubicBezTo>
                  <a:cubicBezTo>
                    <a:pt x="110" y="134"/>
                    <a:pt x="110" y="134"/>
                    <a:pt x="110" y="134"/>
                  </a:cubicBezTo>
                  <a:cubicBezTo>
                    <a:pt x="110" y="133"/>
                    <a:pt x="110" y="133"/>
                    <a:pt x="110" y="133"/>
                  </a:cubicBezTo>
                  <a:cubicBezTo>
                    <a:pt x="105" y="137"/>
                    <a:pt x="99" y="139"/>
                    <a:pt x="90" y="139"/>
                  </a:cubicBezTo>
                  <a:cubicBezTo>
                    <a:pt x="86" y="139"/>
                    <a:pt x="82" y="139"/>
                    <a:pt x="78" y="139"/>
                  </a:cubicBezTo>
                  <a:cubicBezTo>
                    <a:pt x="74" y="138"/>
                    <a:pt x="70" y="138"/>
                    <a:pt x="66" y="138"/>
                  </a:cubicBezTo>
                  <a:cubicBezTo>
                    <a:pt x="58" y="138"/>
                    <a:pt x="52" y="140"/>
                    <a:pt x="47" y="144"/>
                  </a:cubicBezTo>
                  <a:close/>
                  <a:moveTo>
                    <a:pt x="7" y="86"/>
                  </a:moveTo>
                  <a:cubicBezTo>
                    <a:pt x="5" y="89"/>
                    <a:pt x="4" y="93"/>
                    <a:pt x="3" y="96"/>
                  </a:cubicBezTo>
                  <a:cubicBezTo>
                    <a:pt x="2" y="109"/>
                    <a:pt x="5" y="120"/>
                    <a:pt x="12" y="128"/>
                  </a:cubicBezTo>
                  <a:cubicBezTo>
                    <a:pt x="20" y="137"/>
                    <a:pt x="32" y="142"/>
                    <a:pt x="46" y="142"/>
                  </a:cubicBezTo>
                  <a:cubicBezTo>
                    <a:pt x="51" y="138"/>
                    <a:pt x="57" y="136"/>
                    <a:pt x="66" y="136"/>
                  </a:cubicBezTo>
                  <a:cubicBezTo>
                    <a:pt x="70" y="136"/>
                    <a:pt x="74" y="137"/>
                    <a:pt x="78" y="137"/>
                  </a:cubicBezTo>
                  <a:cubicBezTo>
                    <a:pt x="81" y="137"/>
                    <a:pt x="83" y="138"/>
                    <a:pt x="86" y="138"/>
                  </a:cubicBezTo>
                  <a:cubicBezTo>
                    <a:pt x="84" y="137"/>
                    <a:pt x="83" y="136"/>
                    <a:pt x="81" y="135"/>
                  </a:cubicBezTo>
                  <a:cubicBezTo>
                    <a:pt x="80" y="133"/>
                    <a:pt x="80" y="133"/>
                    <a:pt x="80" y="133"/>
                  </a:cubicBezTo>
                  <a:cubicBezTo>
                    <a:pt x="82" y="134"/>
                    <a:pt x="82" y="134"/>
                    <a:pt x="82" y="134"/>
                  </a:cubicBezTo>
                  <a:cubicBezTo>
                    <a:pt x="83" y="134"/>
                    <a:pt x="84" y="134"/>
                    <a:pt x="86" y="134"/>
                  </a:cubicBezTo>
                  <a:cubicBezTo>
                    <a:pt x="92" y="134"/>
                    <a:pt x="99" y="131"/>
                    <a:pt x="105" y="128"/>
                  </a:cubicBezTo>
                  <a:cubicBezTo>
                    <a:pt x="105" y="128"/>
                    <a:pt x="105" y="128"/>
                    <a:pt x="105" y="128"/>
                  </a:cubicBezTo>
                  <a:cubicBezTo>
                    <a:pt x="97" y="131"/>
                    <a:pt x="89" y="133"/>
                    <a:pt x="82" y="133"/>
                  </a:cubicBezTo>
                  <a:cubicBezTo>
                    <a:pt x="79" y="133"/>
                    <a:pt x="77" y="133"/>
                    <a:pt x="75" y="133"/>
                  </a:cubicBezTo>
                  <a:cubicBezTo>
                    <a:pt x="74" y="132"/>
                    <a:pt x="74" y="132"/>
                    <a:pt x="74" y="132"/>
                  </a:cubicBezTo>
                  <a:cubicBezTo>
                    <a:pt x="74" y="131"/>
                    <a:pt x="74" y="131"/>
                    <a:pt x="74" y="131"/>
                  </a:cubicBezTo>
                  <a:cubicBezTo>
                    <a:pt x="75" y="131"/>
                    <a:pt x="76" y="130"/>
                    <a:pt x="76" y="129"/>
                  </a:cubicBezTo>
                  <a:cubicBezTo>
                    <a:pt x="77" y="129"/>
                    <a:pt x="77" y="128"/>
                    <a:pt x="77" y="128"/>
                  </a:cubicBezTo>
                  <a:cubicBezTo>
                    <a:pt x="76" y="129"/>
                    <a:pt x="74" y="130"/>
                    <a:pt x="72" y="130"/>
                  </a:cubicBezTo>
                  <a:cubicBezTo>
                    <a:pt x="70" y="130"/>
                    <a:pt x="70" y="130"/>
                    <a:pt x="70" y="130"/>
                  </a:cubicBezTo>
                  <a:cubicBezTo>
                    <a:pt x="70" y="130"/>
                    <a:pt x="70" y="130"/>
                    <a:pt x="70" y="130"/>
                  </a:cubicBezTo>
                  <a:cubicBezTo>
                    <a:pt x="68" y="130"/>
                    <a:pt x="67" y="129"/>
                    <a:pt x="66" y="128"/>
                  </a:cubicBezTo>
                  <a:cubicBezTo>
                    <a:pt x="65" y="128"/>
                    <a:pt x="64" y="127"/>
                    <a:pt x="63" y="127"/>
                  </a:cubicBezTo>
                  <a:cubicBezTo>
                    <a:pt x="63" y="127"/>
                    <a:pt x="63" y="127"/>
                    <a:pt x="63" y="127"/>
                  </a:cubicBezTo>
                  <a:cubicBezTo>
                    <a:pt x="63" y="117"/>
                    <a:pt x="63" y="117"/>
                    <a:pt x="63" y="117"/>
                  </a:cubicBezTo>
                  <a:cubicBezTo>
                    <a:pt x="64" y="117"/>
                    <a:pt x="64" y="117"/>
                    <a:pt x="64" y="117"/>
                  </a:cubicBezTo>
                  <a:cubicBezTo>
                    <a:pt x="64" y="117"/>
                    <a:pt x="64" y="117"/>
                    <a:pt x="64" y="117"/>
                  </a:cubicBezTo>
                  <a:cubicBezTo>
                    <a:pt x="66" y="117"/>
                    <a:pt x="68" y="115"/>
                    <a:pt x="68" y="114"/>
                  </a:cubicBezTo>
                  <a:cubicBezTo>
                    <a:pt x="68" y="114"/>
                    <a:pt x="68" y="114"/>
                    <a:pt x="66" y="114"/>
                  </a:cubicBezTo>
                  <a:cubicBezTo>
                    <a:pt x="65" y="114"/>
                    <a:pt x="65" y="114"/>
                    <a:pt x="65" y="114"/>
                  </a:cubicBezTo>
                  <a:cubicBezTo>
                    <a:pt x="66" y="113"/>
                    <a:pt x="66" y="113"/>
                    <a:pt x="66" y="113"/>
                  </a:cubicBezTo>
                  <a:cubicBezTo>
                    <a:pt x="67" y="110"/>
                    <a:pt x="69" y="109"/>
                    <a:pt x="71" y="109"/>
                  </a:cubicBezTo>
                  <a:cubicBezTo>
                    <a:pt x="67" y="110"/>
                    <a:pt x="64" y="113"/>
                    <a:pt x="62" y="117"/>
                  </a:cubicBezTo>
                  <a:cubicBezTo>
                    <a:pt x="59" y="122"/>
                    <a:pt x="59" y="128"/>
                    <a:pt x="63" y="133"/>
                  </a:cubicBezTo>
                  <a:cubicBezTo>
                    <a:pt x="63" y="134"/>
                    <a:pt x="63" y="134"/>
                    <a:pt x="63" y="134"/>
                  </a:cubicBezTo>
                  <a:cubicBezTo>
                    <a:pt x="62" y="134"/>
                    <a:pt x="62" y="134"/>
                    <a:pt x="62" y="134"/>
                  </a:cubicBezTo>
                  <a:cubicBezTo>
                    <a:pt x="59" y="135"/>
                    <a:pt x="56" y="136"/>
                    <a:pt x="54" y="136"/>
                  </a:cubicBezTo>
                  <a:cubicBezTo>
                    <a:pt x="54" y="137"/>
                    <a:pt x="54" y="137"/>
                    <a:pt x="54" y="137"/>
                  </a:cubicBezTo>
                  <a:cubicBezTo>
                    <a:pt x="49" y="139"/>
                    <a:pt x="44" y="140"/>
                    <a:pt x="39" y="140"/>
                  </a:cubicBezTo>
                  <a:cubicBezTo>
                    <a:pt x="29" y="140"/>
                    <a:pt x="19" y="135"/>
                    <a:pt x="13" y="127"/>
                  </a:cubicBezTo>
                  <a:cubicBezTo>
                    <a:pt x="5" y="116"/>
                    <a:pt x="2" y="103"/>
                    <a:pt x="6" y="89"/>
                  </a:cubicBezTo>
                  <a:lnTo>
                    <a:pt x="7" y="86"/>
                  </a:lnTo>
                  <a:close/>
                  <a:moveTo>
                    <a:pt x="7" y="93"/>
                  </a:moveTo>
                  <a:cubicBezTo>
                    <a:pt x="4" y="105"/>
                    <a:pt x="7" y="117"/>
                    <a:pt x="14" y="126"/>
                  </a:cubicBezTo>
                  <a:cubicBezTo>
                    <a:pt x="21" y="135"/>
                    <a:pt x="31" y="139"/>
                    <a:pt x="41" y="139"/>
                  </a:cubicBezTo>
                  <a:cubicBezTo>
                    <a:pt x="41" y="139"/>
                    <a:pt x="41" y="139"/>
                    <a:pt x="41" y="139"/>
                  </a:cubicBezTo>
                  <a:cubicBezTo>
                    <a:pt x="16" y="139"/>
                    <a:pt x="10" y="113"/>
                    <a:pt x="7" y="93"/>
                  </a:cubicBezTo>
                  <a:close/>
                  <a:moveTo>
                    <a:pt x="108" y="133"/>
                  </a:moveTo>
                  <a:cubicBezTo>
                    <a:pt x="106" y="133"/>
                    <a:pt x="104" y="134"/>
                    <a:pt x="102" y="135"/>
                  </a:cubicBezTo>
                  <a:cubicBezTo>
                    <a:pt x="99" y="136"/>
                    <a:pt x="95" y="137"/>
                    <a:pt x="92" y="138"/>
                  </a:cubicBezTo>
                  <a:cubicBezTo>
                    <a:pt x="99" y="138"/>
                    <a:pt x="104" y="136"/>
                    <a:pt x="108" y="133"/>
                  </a:cubicBezTo>
                  <a:close/>
                  <a:moveTo>
                    <a:pt x="7" y="86"/>
                  </a:moveTo>
                  <a:cubicBezTo>
                    <a:pt x="7" y="89"/>
                    <a:pt x="7" y="89"/>
                    <a:pt x="7" y="89"/>
                  </a:cubicBezTo>
                  <a:cubicBezTo>
                    <a:pt x="12" y="114"/>
                    <a:pt x="17" y="137"/>
                    <a:pt x="41" y="137"/>
                  </a:cubicBezTo>
                  <a:cubicBezTo>
                    <a:pt x="43" y="137"/>
                    <a:pt x="45" y="137"/>
                    <a:pt x="48" y="137"/>
                  </a:cubicBezTo>
                  <a:cubicBezTo>
                    <a:pt x="32" y="137"/>
                    <a:pt x="19" y="128"/>
                    <a:pt x="13" y="113"/>
                  </a:cubicBezTo>
                  <a:cubicBezTo>
                    <a:pt x="7" y="96"/>
                    <a:pt x="12" y="77"/>
                    <a:pt x="23" y="67"/>
                  </a:cubicBezTo>
                  <a:cubicBezTo>
                    <a:pt x="26" y="65"/>
                    <a:pt x="26" y="65"/>
                    <a:pt x="26" y="65"/>
                  </a:cubicBezTo>
                  <a:cubicBezTo>
                    <a:pt x="26" y="63"/>
                    <a:pt x="27" y="62"/>
                    <a:pt x="27" y="62"/>
                  </a:cubicBezTo>
                  <a:cubicBezTo>
                    <a:pt x="28" y="61"/>
                    <a:pt x="28" y="61"/>
                    <a:pt x="28" y="61"/>
                  </a:cubicBezTo>
                  <a:cubicBezTo>
                    <a:pt x="28" y="61"/>
                    <a:pt x="28" y="61"/>
                    <a:pt x="28" y="61"/>
                  </a:cubicBezTo>
                  <a:cubicBezTo>
                    <a:pt x="30" y="62"/>
                    <a:pt x="31" y="63"/>
                    <a:pt x="32" y="64"/>
                  </a:cubicBezTo>
                  <a:cubicBezTo>
                    <a:pt x="33" y="68"/>
                    <a:pt x="30" y="73"/>
                    <a:pt x="29" y="75"/>
                  </a:cubicBezTo>
                  <a:cubicBezTo>
                    <a:pt x="28" y="76"/>
                    <a:pt x="28" y="76"/>
                    <a:pt x="28" y="76"/>
                  </a:cubicBezTo>
                  <a:cubicBezTo>
                    <a:pt x="28" y="76"/>
                    <a:pt x="28" y="76"/>
                    <a:pt x="28" y="76"/>
                  </a:cubicBezTo>
                  <a:cubicBezTo>
                    <a:pt x="27" y="75"/>
                    <a:pt x="26" y="74"/>
                    <a:pt x="26" y="72"/>
                  </a:cubicBezTo>
                  <a:cubicBezTo>
                    <a:pt x="25" y="70"/>
                    <a:pt x="26" y="68"/>
                    <a:pt x="26" y="66"/>
                  </a:cubicBezTo>
                  <a:cubicBezTo>
                    <a:pt x="24" y="68"/>
                    <a:pt x="24" y="68"/>
                    <a:pt x="24" y="68"/>
                  </a:cubicBezTo>
                  <a:cubicBezTo>
                    <a:pt x="22" y="71"/>
                    <a:pt x="22" y="73"/>
                    <a:pt x="23" y="75"/>
                  </a:cubicBezTo>
                  <a:cubicBezTo>
                    <a:pt x="24" y="78"/>
                    <a:pt x="28" y="80"/>
                    <a:pt x="33" y="80"/>
                  </a:cubicBezTo>
                  <a:cubicBezTo>
                    <a:pt x="36" y="77"/>
                    <a:pt x="41" y="71"/>
                    <a:pt x="39" y="64"/>
                  </a:cubicBezTo>
                  <a:cubicBezTo>
                    <a:pt x="38" y="63"/>
                    <a:pt x="37" y="62"/>
                    <a:pt x="35" y="62"/>
                  </a:cubicBezTo>
                  <a:cubicBezTo>
                    <a:pt x="36" y="62"/>
                    <a:pt x="36" y="62"/>
                    <a:pt x="36" y="62"/>
                  </a:cubicBezTo>
                  <a:cubicBezTo>
                    <a:pt x="38" y="64"/>
                    <a:pt x="39" y="69"/>
                    <a:pt x="38" y="73"/>
                  </a:cubicBezTo>
                  <a:cubicBezTo>
                    <a:pt x="36" y="77"/>
                    <a:pt x="34" y="79"/>
                    <a:pt x="30" y="79"/>
                  </a:cubicBezTo>
                  <a:cubicBezTo>
                    <a:pt x="30" y="79"/>
                    <a:pt x="30" y="79"/>
                    <a:pt x="30" y="79"/>
                  </a:cubicBezTo>
                  <a:cubicBezTo>
                    <a:pt x="30" y="79"/>
                    <a:pt x="30" y="79"/>
                    <a:pt x="29" y="79"/>
                  </a:cubicBezTo>
                  <a:cubicBezTo>
                    <a:pt x="28" y="78"/>
                    <a:pt x="28" y="78"/>
                    <a:pt x="28" y="78"/>
                  </a:cubicBezTo>
                  <a:cubicBezTo>
                    <a:pt x="29" y="78"/>
                    <a:pt x="29" y="78"/>
                    <a:pt x="29" y="78"/>
                  </a:cubicBezTo>
                  <a:cubicBezTo>
                    <a:pt x="29" y="76"/>
                    <a:pt x="30" y="75"/>
                    <a:pt x="31" y="74"/>
                  </a:cubicBezTo>
                  <a:cubicBezTo>
                    <a:pt x="33" y="71"/>
                    <a:pt x="35" y="68"/>
                    <a:pt x="34" y="62"/>
                  </a:cubicBezTo>
                  <a:cubicBezTo>
                    <a:pt x="34" y="61"/>
                    <a:pt x="34" y="61"/>
                    <a:pt x="34" y="61"/>
                  </a:cubicBezTo>
                  <a:cubicBezTo>
                    <a:pt x="33" y="61"/>
                    <a:pt x="31" y="60"/>
                    <a:pt x="30" y="58"/>
                  </a:cubicBezTo>
                  <a:cubicBezTo>
                    <a:pt x="30" y="58"/>
                    <a:pt x="30" y="58"/>
                    <a:pt x="30" y="58"/>
                  </a:cubicBezTo>
                  <a:cubicBezTo>
                    <a:pt x="30" y="58"/>
                    <a:pt x="30" y="58"/>
                    <a:pt x="30" y="58"/>
                  </a:cubicBezTo>
                  <a:cubicBezTo>
                    <a:pt x="38" y="39"/>
                    <a:pt x="34" y="10"/>
                    <a:pt x="18" y="2"/>
                  </a:cubicBezTo>
                  <a:cubicBezTo>
                    <a:pt x="18" y="5"/>
                    <a:pt x="20" y="8"/>
                    <a:pt x="23" y="11"/>
                  </a:cubicBezTo>
                  <a:cubicBezTo>
                    <a:pt x="26" y="14"/>
                    <a:pt x="29" y="18"/>
                    <a:pt x="30" y="24"/>
                  </a:cubicBezTo>
                  <a:cubicBezTo>
                    <a:pt x="30" y="26"/>
                    <a:pt x="30" y="28"/>
                    <a:pt x="30" y="30"/>
                  </a:cubicBezTo>
                  <a:cubicBezTo>
                    <a:pt x="31" y="32"/>
                    <a:pt x="31" y="32"/>
                    <a:pt x="31" y="32"/>
                  </a:cubicBezTo>
                  <a:cubicBezTo>
                    <a:pt x="35" y="38"/>
                    <a:pt x="33" y="44"/>
                    <a:pt x="31" y="49"/>
                  </a:cubicBezTo>
                  <a:cubicBezTo>
                    <a:pt x="30" y="52"/>
                    <a:pt x="29" y="55"/>
                    <a:pt x="29" y="58"/>
                  </a:cubicBezTo>
                  <a:cubicBezTo>
                    <a:pt x="29" y="61"/>
                    <a:pt x="29" y="61"/>
                    <a:pt x="29" y="61"/>
                  </a:cubicBezTo>
                  <a:cubicBezTo>
                    <a:pt x="27" y="58"/>
                    <a:pt x="27" y="58"/>
                    <a:pt x="27" y="58"/>
                  </a:cubicBezTo>
                  <a:cubicBezTo>
                    <a:pt x="25" y="53"/>
                    <a:pt x="26" y="49"/>
                    <a:pt x="28" y="44"/>
                  </a:cubicBezTo>
                  <a:cubicBezTo>
                    <a:pt x="29" y="40"/>
                    <a:pt x="31" y="36"/>
                    <a:pt x="30" y="32"/>
                  </a:cubicBezTo>
                  <a:cubicBezTo>
                    <a:pt x="30" y="32"/>
                    <a:pt x="30" y="32"/>
                    <a:pt x="30" y="32"/>
                  </a:cubicBezTo>
                  <a:cubicBezTo>
                    <a:pt x="30" y="35"/>
                    <a:pt x="29" y="38"/>
                    <a:pt x="28" y="42"/>
                  </a:cubicBezTo>
                  <a:cubicBezTo>
                    <a:pt x="26" y="47"/>
                    <a:pt x="24" y="53"/>
                    <a:pt x="24" y="59"/>
                  </a:cubicBezTo>
                  <a:cubicBezTo>
                    <a:pt x="25" y="60"/>
                    <a:pt x="25" y="60"/>
                    <a:pt x="25" y="60"/>
                  </a:cubicBezTo>
                  <a:cubicBezTo>
                    <a:pt x="24" y="60"/>
                    <a:pt x="24" y="60"/>
                    <a:pt x="24" y="60"/>
                  </a:cubicBezTo>
                  <a:cubicBezTo>
                    <a:pt x="23" y="61"/>
                    <a:pt x="22" y="61"/>
                    <a:pt x="21" y="61"/>
                  </a:cubicBezTo>
                  <a:cubicBezTo>
                    <a:pt x="21" y="61"/>
                    <a:pt x="21" y="61"/>
                    <a:pt x="21" y="61"/>
                  </a:cubicBezTo>
                  <a:cubicBezTo>
                    <a:pt x="20" y="61"/>
                    <a:pt x="20" y="61"/>
                    <a:pt x="19" y="62"/>
                  </a:cubicBezTo>
                  <a:cubicBezTo>
                    <a:pt x="18" y="69"/>
                    <a:pt x="14" y="74"/>
                    <a:pt x="11" y="79"/>
                  </a:cubicBezTo>
                  <a:cubicBezTo>
                    <a:pt x="10" y="82"/>
                    <a:pt x="8" y="84"/>
                    <a:pt x="7" y="86"/>
                  </a:cubicBezTo>
                  <a:close/>
                  <a:moveTo>
                    <a:pt x="85" y="136"/>
                  </a:moveTo>
                  <a:cubicBezTo>
                    <a:pt x="86" y="136"/>
                    <a:pt x="87" y="137"/>
                    <a:pt x="89" y="137"/>
                  </a:cubicBezTo>
                  <a:cubicBezTo>
                    <a:pt x="93" y="137"/>
                    <a:pt x="97" y="135"/>
                    <a:pt x="101" y="133"/>
                  </a:cubicBezTo>
                  <a:cubicBezTo>
                    <a:pt x="105" y="132"/>
                    <a:pt x="108" y="131"/>
                    <a:pt x="110" y="131"/>
                  </a:cubicBezTo>
                  <a:cubicBezTo>
                    <a:pt x="111" y="131"/>
                    <a:pt x="111" y="131"/>
                    <a:pt x="111" y="131"/>
                  </a:cubicBezTo>
                  <a:cubicBezTo>
                    <a:pt x="113" y="129"/>
                    <a:pt x="116" y="127"/>
                    <a:pt x="118" y="126"/>
                  </a:cubicBezTo>
                  <a:cubicBezTo>
                    <a:pt x="120" y="125"/>
                    <a:pt x="122" y="125"/>
                    <a:pt x="123" y="124"/>
                  </a:cubicBezTo>
                  <a:cubicBezTo>
                    <a:pt x="122" y="124"/>
                    <a:pt x="122" y="123"/>
                    <a:pt x="121" y="123"/>
                  </a:cubicBezTo>
                  <a:cubicBezTo>
                    <a:pt x="117" y="123"/>
                    <a:pt x="111" y="126"/>
                    <a:pt x="106" y="129"/>
                  </a:cubicBezTo>
                  <a:cubicBezTo>
                    <a:pt x="99" y="132"/>
                    <a:pt x="92" y="136"/>
                    <a:pt x="85" y="136"/>
                  </a:cubicBezTo>
                  <a:close/>
                  <a:moveTo>
                    <a:pt x="64" y="126"/>
                  </a:moveTo>
                  <a:cubicBezTo>
                    <a:pt x="65" y="126"/>
                    <a:pt x="66" y="126"/>
                    <a:pt x="67" y="127"/>
                  </a:cubicBezTo>
                  <a:cubicBezTo>
                    <a:pt x="68" y="128"/>
                    <a:pt x="69" y="128"/>
                    <a:pt x="70" y="128"/>
                  </a:cubicBezTo>
                  <a:cubicBezTo>
                    <a:pt x="70" y="128"/>
                    <a:pt x="70" y="128"/>
                    <a:pt x="70" y="128"/>
                  </a:cubicBezTo>
                  <a:cubicBezTo>
                    <a:pt x="70" y="128"/>
                    <a:pt x="71" y="128"/>
                    <a:pt x="71" y="127"/>
                  </a:cubicBezTo>
                  <a:cubicBezTo>
                    <a:pt x="72" y="125"/>
                    <a:pt x="75" y="121"/>
                    <a:pt x="74" y="118"/>
                  </a:cubicBezTo>
                  <a:cubicBezTo>
                    <a:pt x="74" y="117"/>
                    <a:pt x="73" y="116"/>
                    <a:pt x="72" y="115"/>
                  </a:cubicBezTo>
                  <a:cubicBezTo>
                    <a:pt x="70" y="114"/>
                    <a:pt x="70" y="114"/>
                    <a:pt x="70" y="114"/>
                  </a:cubicBezTo>
                  <a:cubicBezTo>
                    <a:pt x="70" y="114"/>
                    <a:pt x="70" y="114"/>
                    <a:pt x="70" y="114"/>
                  </a:cubicBezTo>
                  <a:cubicBezTo>
                    <a:pt x="70" y="116"/>
                    <a:pt x="67" y="118"/>
                    <a:pt x="64" y="118"/>
                  </a:cubicBezTo>
                  <a:cubicBezTo>
                    <a:pt x="64" y="118"/>
                    <a:pt x="64" y="118"/>
                    <a:pt x="64" y="118"/>
                  </a:cubicBezTo>
                  <a:lnTo>
                    <a:pt x="64" y="126"/>
                  </a:lnTo>
                  <a:close/>
                  <a:moveTo>
                    <a:pt x="75" y="116"/>
                  </a:moveTo>
                  <a:cubicBezTo>
                    <a:pt x="75" y="117"/>
                    <a:pt x="75" y="117"/>
                    <a:pt x="75" y="118"/>
                  </a:cubicBezTo>
                  <a:cubicBezTo>
                    <a:pt x="76" y="121"/>
                    <a:pt x="74" y="125"/>
                    <a:pt x="72" y="128"/>
                  </a:cubicBezTo>
                  <a:cubicBezTo>
                    <a:pt x="75" y="126"/>
                    <a:pt x="77" y="121"/>
                    <a:pt x="77" y="118"/>
                  </a:cubicBezTo>
                  <a:cubicBezTo>
                    <a:pt x="76" y="118"/>
                    <a:pt x="76" y="117"/>
                    <a:pt x="75" y="116"/>
                  </a:cubicBezTo>
                  <a:close/>
                  <a:moveTo>
                    <a:pt x="70" y="114"/>
                  </a:moveTo>
                  <a:cubicBezTo>
                    <a:pt x="72" y="114"/>
                    <a:pt x="72" y="114"/>
                    <a:pt x="72" y="114"/>
                  </a:cubicBezTo>
                  <a:cubicBezTo>
                    <a:pt x="76" y="115"/>
                    <a:pt x="78" y="117"/>
                    <a:pt x="78" y="118"/>
                  </a:cubicBezTo>
                  <a:cubicBezTo>
                    <a:pt x="79" y="121"/>
                    <a:pt x="77" y="125"/>
                    <a:pt x="74" y="128"/>
                  </a:cubicBezTo>
                  <a:cubicBezTo>
                    <a:pt x="79" y="126"/>
                    <a:pt x="79" y="122"/>
                    <a:pt x="79" y="120"/>
                  </a:cubicBezTo>
                  <a:cubicBezTo>
                    <a:pt x="79" y="116"/>
                    <a:pt x="76" y="110"/>
                    <a:pt x="72" y="110"/>
                  </a:cubicBezTo>
                  <a:cubicBezTo>
                    <a:pt x="71" y="110"/>
                    <a:pt x="69" y="111"/>
                    <a:pt x="68" y="113"/>
                  </a:cubicBezTo>
                  <a:cubicBezTo>
                    <a:pt x="69" y="113"/>
                    <a:pt x="69" y="113"/>
                    <a:pt x="70" y="114"/>
                  </a:cubicBezTo>
                  <a:close/>
                  <a:moveTo>
                    <a:pt x="122" y="122"/>
                  </a:moveTo>
                  <a:cubicBezTo>
                    <a:pt x="123" y="122"/>
                    <a:pt x="124" y="122"/>
                    <a:pt x="125" y="123"/>
                  </a:cubicBezTo>
                  <a:cubicBezTo>
                    <a:pt x="126" y="123"/>
                    <a:pt x="126" y="123"/>
                    <a:pt x="126" y="123"/>
                  </a:cubicBezTo>
                  <a:cubicBezTo>
                    <a:pt x="125" y="124"/>
                    <a:pt x="125" y="124"/>
                    <a:pt x="125" y="124"/>
                  </a:cubicBezTo>
                  <a:cubicBezTo>
                    <a:pt x="125" y="124"/>
                    <a:pt x="124" y="125"/>
                    <a:pt x="123" y="125"/>
                  </a:cubicBezTo>
                  <a:cubicBezTo>
                    <a:pt x="127" y="124"/>
                    <a:pt x="131" y="123"/>
                    <a:pt x="136" y="123"/>
                  </a:cubicBezTo>
                  <a:cubicBezTo>
                    <a:pt x="139" y="123"/>
                    <a:pt x="141" y="123"/>
                    <a:pt x="143" y="124"/>
                  </a:cubicBezTo>
                  <a:cubicBezTo>
                    <a:pt x="140" y="122"/>
                    <a:pt x="136" y="121"/>
                    <a:pt x="131" y="121"/>
                  </a:cubicBezTo>
                  <a:cubicBezTo>
                    <a:pt x="128" y="121"/>
                    <a:pt x="125" y="121"/>
                    <a:pt x="122" y="122"/>
                  </a:cubicBezTo>
                  <a:close/>
                  <a:moveTo>
                    <a:pt x="72" y="109"/>
                  </a:moveTo>
                  <a:cubicBezTo>
                    <a:pt x="77" y="109"/>
                    <a:pt x="81" y="115"/>
                    <a:pt x="81" y="120"/>
                  </a:cubicBezTo>
                  <a:cubicBezTo>
                    <a:pt x="81" y="121"/>
                    <a:pt x="81" y="122"/>
                    <a:pt x="81" y="123"/>
                  </a:cubicBezTo>
                  <a:cubicBezTo>
                    <a:pt x="82" y="121"/>
                    <a:pt x="82" y="118"/>
                    <a:pt x="81" y="114"/>
                  </a:cubicBezTo>
                  <a:cubicBezTo>
                    <a:pt x="79" y="110"/>
                    <a:pt x="75" y="108"/>
                    <a:pt x="71" y="109"/>
                  </a:cubicBezTo>
                  <a:cubicBezTo>
                    <a:pt x="72" y="109"/>
                    <a:pt x="72" y="109"/>
                    <a:pt x="72" y="109"/>
                  </a:cubicBezTo>
                  <a:close/>
                  <a:moveTo>
                    <a:pt x="36" y="65"/>
                  </a:moveTo>
                  <a:cubicBezTo>
                    <a:pt x="36" y="69"/>
                    <a:pt x="34" y="72"/>
                    <a:pt x="32" y="74"/>
                  </a:cubicBezTo>
                  <a:cubicBezTo>
                    <a:pt x="32" y="75"/>
                    <a:pt x="31" y="76"/>
                    <a:pt x="31" y="77"/>
                  </a:cubicBezTo>
                  <a:cubicBezTo>
                    <a:pt x="34" y="77"/>
                    <a:pt x="36" y="74"/>
                    <a:pt x="36" y="73"/>
                  </a:cubicBezTo>
                  <a:cubicBezTo>
                    <a:pt x="37" y="70"/>
                    <a:pt x="37" y="67"/>
                    <a:pt x="36" y="65"/>
                  </a:cubicBezTo>
                  <a:close/>
                  <a:moveTo>
                    <a:pt x="28" y="63"/>
                  </a:moveTo>
                  <a:cubicBezTo>
                    <a:pt x="27" y="65"/>
                    <a:pt x="27" y="69"/>
                    <a:pt x="27" y="72"/>
                  </a:cubicBezTo>
                  <a:cubicBezTo>
                    <a:pt x="27" y="73"/>
                    <a:pt x="28" y="73"/>
                    <a:pt x="28" y="74"/>
                  </a:cubicBezTo>
                  <a:cubicBezTo>
                    <a:pt x="30" y="71"/>
                    <a:pt x="32" y="67"/>
                    <a:pt x="31" y="65"/>
                  </a:cubicBezTo>
                  <a:cubicBezTo>
                    <a:pt x="30" y="64"/>
                    <a:pt x="30" y="63"/>
                    <a:pt x="28" y="63"/>
                  </a:cubicBezTo>
                  <a:close/>
                  <a:moveTo>
                    <a:pt x="32" y="36"/>
                  </a:moveTo>
                  <a:cubicBezTo>
                    <a:pt x="31" y="39"/>
                    <a:pt x="30" y="42"/>
                    <a:pt x="29" y="44"/>
                  </a:cubicBezTo>
                  <a:cubicBezTo>
                    <a:pt x="28" y="48"/>
                    <a:pt x="27" y="51"/>
                    <a:pt x="28" y="55"/>
                  </a:cubicBezTo>
                  <a:cubicBezTo>
                    <a:pt x="28" y="53"/>
                    <a:pt x="29" y="51"/>
                    <a:pt x="29" y="49"/>
                  </a:cubicBezTo>
                  <a:cubicBezTo>
                    <a:pt x="31" y="45"/>
                    <a:pt x="32" y="41"/>
                    <a:pt x="32" y="36"/>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91" name="Voľný tvar 47"/>
            <p:cNvSpPr>
              <a:spLocks noEditPoints="1"/>
            </p:cNvSpPr>
            <p:nvPr/>
          </p:nvSpPr>
          <p:spPr bwMode="auto">
            <a:xfrm>
              <a:off x="895350" y="3316288"/>
              <a:ext cx="363538" cy="328613"/>
            </a:xfrm>
            <a:custGeom>
              <a:avLst/>
              <a:gdLst>
                <a:gd name="T0" fmla="*/ 50 w 161"/>
                <a:gd name="T1" fmla="*/ 8 h 146"/>
                <a:gd name="T2" fmla="*/ 60 w 161"/>
                <a:gd name="T3" fmla="*/ 25 h 146"/>
                <a:gd name="T4" fmla="*/ 54 w 161"/>
                <a:gd name="T5" fmla="*/ 17 h 146"/>
                <a:gd name="T6" fmla="*/ 63 w 161"/>
                <a:gd name="T7" fmla="*/ 34 h 146"/>
                <a:gd name="T8" fmla="*/ 49 w 161"/>
                <a:gd name="T9" fmla="*/ 37 h 146"/>
                <a:gd name="T10" fmla="*/ 41 w 161"/>
                <a:gd name="T11" fmla="*/ 13 h 146"/>
                <a:gd name="T12" fmla="*/ 16 w 161"/>
                <a:gd name="T13" fmla="*/ 62 h 146"/>
                <a:gd name="T14" fmla="*/ 34 w 161"/>
                <a:gd name="T15" fmla="*/ 92 h 146"/>
                <a:gd name="T16" fmla="*/ 27 w 161"/>
                <a:gd name="T17" fmla="*/ 146 h 146"/>
                <a:gd name="T18" fmla="*/ 33 w 161"/>
                <a:gd name="T19" fmla="*/ 104 h 146"/>
                <a:gd name="T20" fmla="*/ 26 w 161"/>
                <a:gd name="T21" fmla="*/ 102 h 146"/>
                <a:gd name="T22" fmla="*/ 30 w 161"/>
                <a:gd name="T23" fmla="*/ 101 h 146"/>
                <a:gd name="T24" fmla="*/ 4 w 161"/>
                <a:gd name="T25" fmla="*/ 60 h 146"/>
                <a:gd name="T26" fmla="*/ 41 w 161"/>
                <a:gd name="T27" fmla="*/ 10 h 146"/>
                <a:gd name="T28" fmla="*/ 51 w 161"/>
                <a:gd name="T29" fmla="*/ 4 h 146"/>
                <a:gd name="T30" fmla="*/ 145 w 161"/>
                <a:gd name="T31" fmla="*/ 13 h 146"/>
                <a:gd name="T32" fmla="*/ 142 w 161"/>
                <a:gd name="T33" fmla="*/ 0 h 146"/>
                <a:gd name="T34" fmla="*/ 141 w 161"/>
                <a:gd name="T35" fmla="*/ 33 h 146"/>
                <a:gd name="T36" fmla="*/ 50 w 161"/>
                <a:gd name="T37" fmla="*/ 8 h 146"/>
                <a:gd name="T38" fmla="*/ 137 w 161"/>
                <a:gd name="T39" fmla="*/ 31 h 146"/>
                <a:gd name="T40" fmla="*/ 148 w 161"/>
                <a:gd name="T41" fmla="*/ 16 h 146"/>
                <a:gd name="T42" fmla="*/ 70 w 161"/>
                <a:gd name="T43" fmla="*/ 8 h 146"/>
                <a:gd name="T44" fmla="*/ 137 w 161"/>
                <a:gd name="T45" fmla="*/ 31 h 146"/>
                <a:gd name="T46" fmla="*/ 26 w 161"/>
                <a:gd name="T47" fmla="*/ 84 h 146"/>
                <a:gd name="T48" fmla="*/ 22 w 161"/>
                <a:gd name="T49" fmla="*/ 16 h 146"/>
                <a:gd name="T50" fmla="*/ 26 w 161"/>
                <a:gd name="T51" fmla="*/ 84 h 146"/>
                <a:gd name="T52" fmla="*/ 57 w 161"/>
                <a:gd name="T53" fmla="*/ 28 h 146"/>
                <a:gd name="T54" fmla="*/ 46 w 161"/>
                <a:gd name="T55" fmla="*/ 16 h 146"/>
                <a:gd name="T56" fmla="*/ 57 w 161"/>
                <a:gd name="T57" fmla="*/ 28 h 146"/>
                <a:gd name="T58" fmla="*/ 57 w 161"/>
                <a:gd name="T59" fmla="*/ 31 h 146"/>
                <a:gd name="T60" fmla="*/ 46 w 161"/>
                <a:gd name="T61" fmla="*/ 28 h 146"/>
                <a:gd name="T62" fmla="*/ 57 w 161"/>
                <a:gd name="T63" fmla="*/ 31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1" h="146">
                  <a:moveTo>
                    <a:pt x="50" y="8"/>
                  </a:moveTo>
                  <a:cubicBezTo>
                    <a:pt x="55" y="14"/>
                    <a:pt x="53" y="20"/>
                    <a:pt x="60" y="25"/>
                  </a:cubicBezTo>
                  <a:cubicBezTo>
                    <a:pt x="62" y="23"/>
                    <a:pt x="58" y="18"/>
                    <a:pt x="54" y="17"/>
                  </a:cubicBezTo>
                  <a:cubicBezTo>
                    <a:pt x="64" y="13"/>
                    <a:pt x="65" y="25"/>
                    <a:pt x="63" y="34"/>
                  </a:cubicBezTo>
                  <a:cubicBezTo>
                    <a:pt x="59" y="36"/>
                    <a:pt x="55" y="37"/>
                    <a:pt x="49" y="37"/>
                  </a:cubicBezTo>
                  <a:cubicBezTo>
                    <a:pt x="43" y="31"/>
                    <a:pt x="43" y="19"/>
                    <a:pt x="41" y="13"/>
                  </a:cubicBezTo>
                  <a:cubicBezTo>
                    <a:pt x="14" y="14"/>
                    <a:pt x="9" y="41"/>
                    <a:pt x="16" y="62"/>
                  </a:cubicBezTo>
                  <a:cubicBezTo>
                    <a:pt x="19" y="72"/>
                    <a:pt x="30" y="81"/>
                    <a:pt x="34" y="92"/>
                  </a:cubicBezTo>
                  <a:cubicBezTo>
                    <a:pt x="41" y="111"/>
                    <a:pt x="38" y="129"/>
                    <a:pt x="27" y="146"/>
                  </a:cubicBezTo>
                  <a:cubicBezTo>
                    <a:pt x="28" y="137"/>
                    <a:pt x="39" y="121"/>
                    <a:pt x="33" y="104"/>
                  </a:cubicBezTo>
                  <a:cubicBezTo>
                    <a:pt x="31" y="102"/>
                    <a:pt x="29" y="102"/>
                    <a:pt x="26" y="102"/>
                  </a:cubicBezTo>
                  <a:cubicBezTo>
                    <a:pt x="26" y="100"/>
                    <a:pt x="28" y="101"/>
                    <a:pt x="30" y="101"/>
                  </a:cubicBezTo>
                  <a:cubicBezTo>
                    <a:pt x="28" y="89"/>
                    <a:pt x="7" y="79"/>
                    <a:pt x="4" y="60"/>
                  </a:cubicBezTo>
                  <a:cubicBezTo>
                    <a:pt x="1" y="34"/>
                    <a:pt x="12" y="6"/>
                    <a:pt x="41" y="10"/>
                  </a:cubicBezTo>
                  <a:cubicBezTo>
                    <a:pt x="45" y="9"/>
                    <a:pt x="47" y="5"/>
                    <a:pt x="51" y="4"/>
                  </a:cubicBezTo>
                  <a:cubicBezTo>
                    <a:pt x="86" y="1"/>
                    <a:pt x="128" y="46"/>
                    <a:pt x="145" y="13"/>
                  </a:cubicBezTo>
                  <a:cubicBezTo>
                    <a:pt x="146" y="6"/>
                    <a:pt x="144" y="3"/>
                    <a:pt x="142" y="0"/>
                  </a:cubicBezTo>
                  <a:cubicBezTo>
                    <a:pt x="161" y="2"/>
                    <a:pt x="149" y="29"/>
                    <a:pt x="141" y="33"/>
                  </a:cubicBezTo>
                  <a:cubicBezTo>
                    <a:pt x="111" y="47"/>
                    <a:pt x="71" y="4"/>
                    <a:pt x="50" y="8"/>
                  </a:cubicBezTo>
                  <a:close/>
                  <a:moveTo>
                    <a:pt x="137" y="31"/>
                  </a:moveTo>
                  <a:cubicBezTo>
                    <a:pt x="142" y="29"/>
                    <a:pt x="151" y="17"/>
                    <a:pt x="148" y="16"/>
                  </a:cubicBezTo>
                  <a:cubicBezTo>
                    <a:pt x="130" y="43"/>
                    <a:pt x="93" y="14"/>
                    <a:pt x="70" y="8"/>
                  </a:cubicBezTo>
                  <a:cubicBezTo>
                    <a:pt x="87" y="21"/>
                    <a:pt x="105" y="33"/>
                    <a:pt x="137" y="31"/>
                  </a:cubicBezTo>
                  <a:close/>
                  <a:moveTo>
                    <a:pt x="26" y="84"/>
                  </a:moveTo>
                  <a:cubicBezTo>
                    <a:pt x="10" y="71"/>
                    <a:pt x="7" y="27"/>
                    <a:pt x="22" y="16"/>
                  </a:cubicBezTo>
                  <a:cubicBezTo>
                    <a:pt x="0" y="29"/>
                    <a:pt x="5" y="78"/>
                    <a:pt x="26" y="84"/>
                  </a:cubicBezTo>
                  <a:close/>
                  <a:moveTo>
                    <a:pt x="57" y="28"/>
                  </a:moveTo>
                  <a:cubicBezTo>
                    <a:pt x="55" y="22"/>
                    <a:pt x="53" y="16"/>
                    <a:pt x="46" y="16"/>
                  </a:cubicBezTo>
                  <a:cubicBezTo>
                    <a:pt x="46" y="23"/>
                    <a:pt x="50" y="27"/>
                    <a:pt x="57" y="28"/>
                  </a:cubicBezTo>
                  <a:close/>
                  <a:moveTo>
                    <a:pt x="57" y="31"/>
                  </a:moveTo>
                  <a:cubicBezTo>
                    <a:pt x="51" y="33"/>
                    <a:pt x="49" y="24"/>
                    <a:pt x="46" y="28"/>
                  </a:cubicBezTo>
                  <a:cubicBezTo>
                    <a:pt x="47" y="31"/>
                    <a:pt x="56" y="40"/>
                    <a:pt x="57" y="31"/>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92" name="Voľný tvar 48"/>
            <p:cNvSpPr>
              <a:spLocks noEditPoints="1"/>
            </p:cNvSpPr>
            <p:nvPr/>
          </p:nvSpPr>
          <p:spPr bwMode="auto">
            <a:xfrm>
              <a:off x="903288" y="3313113"/>
              <a:ext cx="336550" cy="338138"/>
            </a:xfrm>
            <a:custGeom>
              <a:avLst/>
              <a:gdLst>
                <a:gd name="T0" fmla="*/ 81 w 150"/>
                <a:gd name="T1" fmla="*/ 22 h 150"/>
                <a:gd name="T2" fmla="*/ 52 w 150"/>
                <a:gd name="T3" fmla="*/ 17 h 150"/>
                <a:gd name="T4" fmla="*/ 60 w 150"/>
                <a:gd name="T5" fmla="*/ 35 h 150"/>
                <a:gd name="T6" fmla="*/ 45 w 150"/>
                <a:gd name="T7" fmla="*/ 39 h 150"/>
                <a:gd name="T8" fmla="*/ 39 w 150"/>
                <a:gd name="T9" fmla="*/ 20 h 150"/>
                <a:gd name="T10" fmla="*/ 14 w 150"/>
                <a:gd name="T11" fmla="*/ 63 h 150"/>
                <a:gd name="T12" fmla="*/ 25 w 150"/>
                <a:gd name="T13" fmla="*/ 148 h 150"/>
                <a:gd name="T14" fmla="*/ 26 w 150"/>
                <a:gd name="T15" fmla="*/ 137 h 150"/>
                <a:gd name="T16" fmla="*/ 23 w 150"/>
                <a:gd name="T17" fmla="*/ 104 h 150"/>
                <a:gd name="T18" fmla="*/ 26 w 150"/>
                <a:gd name="T19" fmla="*/ 101 h 150"/>
                <a:gd name="T20" fmla="*/ 1 w 150"/>
                <a:gd name="T21" fmla="*/ 61 h 150"/>
                <a:gd name="T22" fmla="*/ 38 w 150"/>
                <a:gd name="T23" fmla="*/ 10 h 150"/>
                <a:gd name="T24" fmla="*/ 91 w 150"/>
                <a:gd name="T25" fmla="*/ 16 h 150"/>
                <a:gd name="T26" fmla="*/ 139 w 150"/>
                <a:gd name="T27" fmla="*/ 2 h 150"/>
                <a:gd name="T28" fmla="*/ 150 w 150"/>
                <a:gd name="T29" fmla="*/ 12 h 150"/>
                <a:gd name="T30" fmla="*/ 82 w 150"/>
                <a:gd name="T31" fmla="*/ 20 h 150"/>
                <a:gd name="T32" fmla="*/ 141 w 150"/>
                <a:gd name="T33" fmla="*/ 2 h 150"/>
                <a:gd name="T34" fmla="*/ 143 w 150"/>
                <a:gd name="T35" fmla="*/ 14 h 150"/>
                <a:gd name="T36" fmla="*/ 44 w 150"/>
                <a:gd name="T37" fmla="*/ 9 h 150"/>
                <a:gd name="T38" fmla="*/ 38 w 150"/>
                <a:gd name="T39" fmla="*/ 12 h 150"/>
                <a:gd name="T40" fmla="*/ 2 w 150"/>
                <a:gd name="T41" fmla="*/ 60 h 150"/>
                <a:gd name="T42" fmla="*/ 28 w 150"/>
                <a:gd name="T43" fmla="*/ 102 h 150"/>
                <a:gd name="T44" fmla="*/ 30 w 150"/>
                <a:gd name="T45" fmla="*/ 104 h 150"/>
                <a:gd name="T46" fmla="*/ 32 w 150"/>
                <a:gd name="T47" fmla="*/ 116 h 150"/>
                <a:gd name="T48" fmla="*/ 31 w 150"/>
                <a:gd name="T49" fmla="*/ 93 h 150"/>
                <a:gd name="T50" fmla="*/ 11 w 150"/>
                <a:gd name="T51" fmla="*/ 61 h 150"/>
                <a:gd name="T52" fmla="*/ 23 w 150"/>
                <a:gd name="T53" fmla="*/ 85 h 150"/>
                <a:gd name="T54" fmla="*/ 19 w 150"/>
                <a:gd name="T55" fmla="*/ 17 h 150"/>
                <a:gd name="T56" fmla="*/ 39 w 150"/>
                <a:gd name="T57" fmla="*/ 13 h 150"/>
                <a:gd name="T58" fmla="*/ 42 w 150"/>
                <a:gd name="T59" fmla="*/ 29 h 150"/>
                <a:gd name="T60" fmla="*/ 48 w 150"/>
                <a:gd name="T61" fmla="*/ 29 h 150"/>
                <a:gd name="T62" fmla="*/ 55 w 150"/>
                <a:gd name="T63" fmla="*/ 32 h 150"/>
                <a:gd name="T64" fmla="*/ 42 w 150"/>
                <a:gd name="T65" fmla="*/ 30 h 150"/>
                <a:gd name="T66" fmla="*/ 60 w 150"/>
                <a:gd name="T67" fmla="*/ 27 h 150"/>
                <a:gd name="T68" fmla="*/ 58 w 150"/>
                <a:gd name="T69" fmla="*/ 25 h 150"/>
                <a:gd name="T70" fmla="*/ 56 w 150"/>
                <a:gd name="T71" fmla="*/ 27 h 150"/>
                <a:gd name="T72" fmla="*/ 50 w 150"/>
                <a:gd name="T73" fmla="*/ 18 h 150"/>
                <a:gd name="T74" fmla="*/ 45 w 150"/>
                <a:gd name="T75" fmla="*/ 9 h 150"/>
                <a:gd name="T76" fmla="*/ 57 w 150"/>
                <a:gd name="T77" fmla="*/ 25 h 150"/>
                <a:gd name="T78" fmla="*/ 53 w 150"/>
                <a:gd name="T79" fmla="*/ 33 h 150"/>
                <a:gd name="T80" fmla="*/ 44 w 150"/>
                <a:gd name="T81" fmla="*/ 29 h 150"/>
                <a:gd name="T82" fmla="*/ 8 w 150"/>
                <a:gd name="T83" fmla="*/ 46 h 150"/>
                <a:gd name="T84" fmla="*/ 146 w 150"/>
                <a:gd name="T85" fmla="*/ 18 h 150"/>
                <a:gd name="T86" fmla="*/ 134 w 150"/>
                <a:gd name="T87" fmla="*/ 33 h 150"/>
                <a:gd name="T88" fmla="*/ 67 w 150"/>
                <a:gd name="T89" fmla="*/ 9 h 150"/>
                <a:gd name="T90" fmla="*/ 145 w 150"/>
                <a:gd name="T91" fmla="*/ 16 h 150"/>
                <a:gd name="T92" fmla="*/ 133 w 150"/>
                <a:gd name="T93" fmla="*/ 31 h 150"/>
                <a:gd name="T94" fmla="*/ 71 w 150"/>
                <a:gd name="T95" fmla="*/ 11 h 150"/>
                <a:gd name="T96" fmla="*/ 54 w 150"/>
                <a:gd name="T97" fmla="*/ 30 h 150"/>
                <a:gd name="T98" fmla="*/ 43 w 150"/>
                <a:gd name="T99" fmla="*/ 16 h 150"/>
                <a:gd name="T100" fmla="*/ 43 w 150"/>
                <a:gd name="T101" fmla="*/ 1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0" h="150">
                  <a:moveTo>
                    <a:pt x="150" y="12"/>
                  </a:moveTo>
                  <a:cubicBezTo>
                    <a:pt x="150" y="20"/>
                    <a:pt x="143" y="32"/>
                    <a:pt x="138" y="34"/>
                  </a:cubicBezTo>
                  <a:cubicBezTo>
                    <a:pt x="120" y="43"/>
                    <a:pt x="99" y="32"/>
                    <a:pt x="81" y="22"/>
                  </a:cubicBezTo>
                  <a:cubicBezTo>
                    <a:pt x="69" y="15"/>
                    <a:pt x="57" y="9"/>
                    <a:pt x="48" y="10"/>
                  </a:cubicBezTo>
                  <a:cubicBezTo>
                    <a:pt x="50" y="12"/>
                    <a:pt x="51" y="15"/>
                    <a:pt x="52" y="17"/>
                  </a:cubicBezTo>
                  <a:cubicBezTo>
                    <a:pt x="52" y="17"/>
                    <a:pt x="52" y="17"/>
                    <a:pt x="52" y="17"/>
                  </a:cubicBezTo>
                  <a:cubicBezTo>
                    <a:pt x="54" y="16"/>
                    <a:pt x="56" y="16"/>
                    <a:pt x="58" y="17"/>
                  </a:cubicBezTo>
                  <a:cubicBezTo>
                    <a:pt x="61" y="19"/>
                    <a:pt x="61" y="24"/>
                    <a:pt x="61" y="27"/>
                  </a:cubicBezTo>
                  <a:cubicBezTo>
                    <a:pt x="61" y="30"/>
                    <a:pt x="61" y="33"/>
                    <a:pt x="60" y="35"/>
                  </a:cubicBezTo>
                  <a:cubicBezTo>
                    <a:pt x="60" y="35"/>
                    <a:pt x="60" y="35"/>
                    <a:pt x="60" y="35"/>
                  </a:cubicBezTo>
                  <a:cubicBezTo>
                    <a:pt x="60" y="36"/>
                    <a:pt x="60" y="36"/>
                    <a:pt x="60" y="36"/>
                  </a:cubicBezTo>
                  <a:cubicBezTo>
                    <a:pt x="57" y="38"/>
                    <a:pt x="52" y="39"/>
                    <a:pt x="45" y="39"/>
                  </a:cubicBezTo>
                  <a:cubicBezTo>
                    <a:pt x="45" y="39"/>
                    <a:pt x="45" y="39"/>
                    <a:pt x="45" y="39"/>
                  </a:cubicBezTo>
                  <a:cubicBezTo>
                    <a:pt x="45" y="38"/>
                    <a:pt x="45" y="38"/>
                    <a:pt x="45" y="38"/>
                  </a:cubicBezTo>
                  <a:cubicBezTo>
                    <a:pt x="41" y="34"/>
                    <a:pt x="40" y="26"/>
                    <a:pt x="39" y="20"/>
                  </a:cubicBezTo>
                  <a:cubicBezTo>
                    <a:pt x="39" y="18"/>
                    <a:pt x="38" y="16"/>
                    <a:pt x="38" y="14"/>
                  </a:cubicBezTo>
                  <a:cubicBezTo>
                    <a:pt x="21" y="15"/>
                    <a:pt x="11" y="27"/>
                    <a:pt x="11" y="47"/>
                  </a:cubicBezTo>
                  <a:cubicBezTo>
                    <a:pt x="11" y="52"/>
                    <a:pt x="12" y="58"/>
                    <a:pt x="14" y="63"/>
                  </a:cubicBezTo>
                  <a:cubicBezTo>
                    <a:pt x="15" y="68"/>
                    <a:pt x="18" y="72"/>
                    <a:pt x="22" y="77"/>
                  </a:cubicBezTo>
                  <a:cubicBezTo>
                    <a:pt x="26" y="82"/>
                    <a:pt x="30" y="87"/>
                    <a:pt x="32" y="93"/>
                  </a:cubicBezTo>
                  <a:cubicBezTo>
                    <a:pt x="39" y="111"/>
                    <a:pt x="36" y="130"/>
                    <a:pt x="25" y="148"/>
                  </a:cubicBezTo>
                  <a:cubicBezTo>
                    <a:pt x="23" y="150"/>
                    <a:pt x="23" y="150"/>
                    <a:pt x="23" y="150"/>
                  </a:cubicBezTo>
                  <a:cubicBezTo>
                    <a:pt x="23" y="147"/>
                    <a:pt x="23" y="147"/>
                    <a:pt x="23" y="147"/>
                  </a:cubicBezTo>
                  <a:cubicBezTo>
                    <a:pt x="24" y="144"/>
                    <a:pt x="25" y="141"/>
                    <a:pt x="26" y="137"/>
                  </a:cubicBezTo>
                  <a:cubicBezTo>
                    <a:pt x="28" y="131"/>
                    <a:pt x="31" y="123"/>
                    <a:pt x="31" y="116"/>
                  </a:cubicBezTo>
                  <a:cubicBezTo>
                    <a:pt x="31" y="112"/>
                    <a:pt x="30" y="108"/>
                    <a:pt x="29" y="105"/>
                  </a:cubicBezTo>
                  <a:cubicBezTo>
                    <a:pt x="28" y="104"/>
                    <a:pt x="26" y="104"/>
                    <a:pt x="23" y="104"/>
                  </a:cubicBezTo>
                  <a:cubicBezTo>
                    <a:pt x="22" y="104"/>
                    <a:pt x="22" y="104"/>
                    <a:pt x="22" y="104"/>
                  </a:cubicBezTo>
                  <a:cubicBezTo>
                    <a:pt x="22" y="103"/>
                    <a:pt x="22" y="103"/>
                    <a:pt x="22" y="103"/>
                  </a:cubicBezTo>
                  <a:cubicBezTo>
                    <a:pt x="22" y="101"/>
                    <a:pt x="24" y="101"/>
                    <a:pt x="26" y="101"/>
                  </a:cubicBezTo>
                  <a:cubicBezTo>
                    <a:pt x="26" y="101"/>
                    <a:pt x="26" y="101"/>
                    <a:pt x="26" y="101"/>
                  </a:cubicBezTo>
                  <a:cubicBezTo>
                    <a:pt x="25" y="97"/>
                    <a:pt x="21" y="93"/>
                    <a:pt x="17" y="88"/>
                  </a:cubicBezTo>
                  <a:cubicBezTo>
                    <a:pt x="10" y="81"/>
                    <a:pt x="2" y="72"/>
                    <a:pt x="1" y="61"/>
                  </a:cubicBezTo>
                  <a:cubicBezTo>
                    <a:pt x="0" y="58"/>
                    <a:pt x="0" y="55"/>
                    <a:pt x="0" y="52"/>
                  </a:cubicBezTo>
                  <a:cubicBezTo>
                    <a:pt x="0" y="37"/>
                    <a:pt x="5" y="24"/>
                    <a:pt x="13" y="17"/>
                  </a:cubicBezTo>
                  <a:cubicBezTo>
                    <a:pt x="20" y="11"/>
                    <a:pt x="28" y="9"/>
                    <a:pt x="38" y="10"/>
                  </a:cubicBezTo>
                  <a:cubicBezTo>
                    <a:pt x="40" y="10"/>
                    <a:pt x="41" y="9"/>
                    <a:pt x="43" y="7"/>
                  </a:cubicBezTo>
                  <a:cubicBezTo>
                    <a:pt x="44" y="6"/>
                    <a:pt x="46" y="5"/>
                    <a:pt x="48" y="4"/>
                  </a:cubicBezTo>
                  <a:cubicBezTo>
                    <a:pt x="62" y="3"/>
                    <a:pt x="77" y="9"/>
                    <a:pt x="91" y="16"/>
                  </a:cubicBezTo>
                  <a:cubicBezTo>
                    <a:pt x="113" y="25"/>
                    <a:pt x="131" y="33"/>
                    <a:pt x="141" y="13"/>
                  </a:cubicBezTo>
                  <a:cubicBezTo>
                    <a:pt x="142" y="12"/>
                    <a:pt x="142" y="11"/>
                    <a:pt x="142" y="10"/>
                  </a:cubicBezTo>
                  <a:cubicBezTo>
                    <a:pt x="142" y="7"/>
                    <a:pt x="140" y="4"/>
                    <a:pt x="139" y="2"/>
                  </a:cubicBezTo>
                  <a:cubicBezTo>
                    <a:pt x="138" y="0"/>
                    <a:pt x="138" y="0"/>
                    <a:pt x="138" y="0"/>
                  </a:cubicBezTo>
                  <a:cubicBezTo>
                    <a:pt x="139" y="0"/>
                    <a:pt x="139" y="0"/>
                    <a:pt x="139" y="0"/>
                  </a:cubicBezTo>
                  <a:cubicBezTo>
                    <a:pt x="146" y="1"/>
                    <a:pt x="150" y="5"/>
                    <a:pt x="150" y="12"/>
                  </a:cubicBezTo>
                  <a:close/>
                  <a:moveTo>
                    <a:pt x="45" y="9"/>
                  </a:moveTo>
                  <a:cubicBezTo>
                    <a:pt x="47" y="9"/>
                    <a:pt x="47" y="9"/>
                    <a:pt x="47" y="9"/>
                  </a:cubicBezTo>
                  <a:cubicBezTo>
                    <a:pt x="56" y="7"/>
                    <a:pt x="68" y="13"/>
                    <a:pt x="82" y="20"/>
                  </a:cubicBezTo>
                  <a:cubicBezTo>
                    <a:pt x="100" y="30"/>
                    <a:pt x="120" y="41"/>
                    <a:pt x="138" y="33"/>
                  </a:cubicBezTo>
                  <a:cubicBezTo>
                    <a:pt x="142" y="31"/>
                    <a:pt x="148" y="20"/>
                    <a:pt x="148" y="12"/>
                  </a:cubicBezTo>
                  <a:cubicBezTo>
                    <a:pt x="148" y="8"/>
                    <a:pt x="147" y="3"/>
                    <a:pt x="141" y="2"/>
                  </a:cubicBezTo>
                  <a:cubicBezTo>
                    <a:pt x="142" y="4"/>
                    <a:pt x="143" y="7"/>
                    <a:pt x="143" y="10"/>
                  </a:cubicBezTo>
                  <a:cubicBezTo>
                    <a:pt x="143" y="11"/>
                    <a:pt x="143" y="13"/>
                    <a:pt x="143" y="14"/>
                  </a:cubicBezTo>
                  <a:cubicBezTo>
                    <a:pt x="143" y="14"/>
                    <a:pt x="143" y="14"/>
                    <a:pt x="143" y="14"/>
                  </a:cubicBezTo>
                  <a:cubicBezTo>
                    <a:pt x="132" y="35"/>
                    <a:pt x="112" y="26"/>
                    <a:pt x="91" y="17"/>
                  </a:cubicBezTo>
                  <a:cubicBezTo>
                    <a:pt x="76" y="11"/>
                    <a:pt x="62" y="5"/>
                    <a:pt x="48" y="6"/>
                  </a:cubicBezTo>
                  <a:cubicBezTo>
                    <a:pt x="46" y="6"/>
                    <a:pt x="45" y="7"/>
                    <a:pt x="44" y="9"/>
                  </a:cubicBezTo>
                  <a:cubicBezTo>
                    <a:pt x="42" y="10"/>
                    <a:pt x="41" y="11"/>
                    <a:pt x="39" y="12"/>
                  </a:cubicBezTo>
                  <a:cubicBezTo>
                    <a:pt x="38" y="12"/>
                    <a:pt x="38" y="12"/>
                    <a:pt x="38" y="12"/>
                  </a:cubicBezTo>
                  <a:cubicBezTo>
                    <a:pt x="38" y="12"/>
                    <a:pt x="38" y="12"/>
                    <a:pt x="38" y="12"/>
                  </a:cubicBezTo>
                  <a:cubicBezTo>
                    <a:pt x="29" y="10"/>
                    <a:pt x="20" y="13"/>
                    <a:pt x="14" y="18"/>
                  </a:cubicBezTo>
                  <a:cubicBezTo>
                    <a:pt x="6" y="25"/>
                    <a:pt x="2" y="37"/>
                    <a:pt x="2" y="52"/>
                  </a:cubicBezTo>
                  <a:cubicBezTo>
                    <a:pt x="2" y="55"/>
                    <a:pt x="2" y="58"/>
                    <a:pt x="2" y="60"/>
                  </a:cubicBezTo>
                  <a:cubicBezTo>
                    <a:pt x="4" y="72"/>
                    <a:pt x="11" y="80"/>
                    <a:pt x="18" y="87"/>
                  </a:cubicBezTo>
                  <a:cubicBezTo>
                    <a:pt x="23" y="92"/>
                    <a:pt x="27" y="97"/>
                    <a:pt x="28" y="102"/>
                  </a:cubicBezTo>
                  <a:cubicBezTo>
                    <a:pt x="28" y="102"/>
                    <a:pt x="28" y="102"/>
                    <a:pt x="28" y="102"/>
                  </a:cubicBezTo>
                  <a:cubicBezTo>
                    <a:pt x="27" y="102"/>
                    <a:pt x="27" y="102"/>
                    <a:pt x="27" y="102"/>
                  </a:cubicBezTo>
                  <a:cubicBezTo>
                    <a:pt x="27" y="102"/>
                    <a:pt x="27" y="102"/>
                    <a:pt x="27" y="102"/>
                  </a:cubicBezTo>
                  <a:cubicBezTo>
                    <a:pt x="28" y="103"/>
                    <a:pt x="29" y="103"/>
                    <a:pt x="30" y="104"/>
                  </a:cubicBezTo>
                  <a:cubicBezTo>
                    <a:pt x="31" y="104"/>
                    <a:pt x="31" y="104"/>
                    <a:pt x="31" y="104"/>
                  </a:cubicBezTo>
                  <a:cubicBezTo>
                    <a:pt x="31" y="104"/>
                    <a:pt x="31" y="104"/>
                    <a:pt x="31" y="104"/>
                  </a:cubicBezTo>
                  <a:cubicBezTo>
                    <a:pt x="32" y="108"/>
                    <a:pt x="32" y="112"/>
                    <a:pt x="32" y="116"/>
                  </a:cubicBezTo>
                  <a:cubicBezTo>
                    <a:pt x="32" y="124"/>
                    <a:pt x="30" y="131"/>
                    <a:pt x="28" y="138"/>
                  </a:cubicBezTo>
                  <a:cubicBezTo>
                    <a:pt x="27" y="140"/>
                    <a:pt x="26" y="141"/>
                    <a:pt x="26" y="143"/>
                  </a:cubicBezTo>
                  <a:cubicBezTo>
                    <a:pt x="35" y="127"/>
                    <a:pt x="37" y="110"/>
                    <a:pt x="31" y="93"/>
                  </a:cubicBezTo>
                  <a:cubicBezTo>
                    <a:pt x="28" y="88"/>
                    <a:pt x="25" y="83"/>
                    <a:pt x="21" y="78"/>
                  </a:cubicBezTo>
                  <a:cubicBezTo>
                    <a:pt x="17" y="73"/>
                    <a:pt x="14" y="69"/>
                    <a:pt x="12" y="64"/>
                  </a:cubicBezTo>
                  <a:cubicBezTo>
                    <a:pt x="12" y="63"/>
                    <a:pt x="12" y="62"/>
                    <a:pt x="11" y="61"/>
                  </a:cubicBezTo>
                  <a:cubicBezTo>
                    <a:pt x="13" y="71"/>
                    <a:pt x="17" y="79"/>
                    <a:pt x="23" y="84"/>
                  </a:cubicBezTo>
                  <a:cubicBezTo>
                    <a:pt x="26" y="86"/>
                    <a:pt x="26" y="86"/>
                    <a:pt x="26" y="86"/>
                  </a:cubicBezTo>
                  <a:cubicBezTo>
                    <a:pt x="23" y="85"/>
                    <a:pt x="23" y="85"/>
                    <a:pt x="23" y="85"/>
                  </a:cubicBezTo>
                  <a:cubicBezTo>
                    <a:pt x="10" y="82"/>
                    <a:pt x="4" y="64"/>
                    <a:pt x="4" y="49"/>
                  </a:cubicBezTo>
                  <a:cubicBezTo>
                    <a:pt x="4" y="34"/>
                    <a:pt x="9" y="21"/>
                    <a:pt x="18" y="16"/>
                  </a:cubicBezTo>
                  <a:cubicBezTo>
                    <a:pt x="19" y="17"/>
                    <a:pt x="19" y="17"/>
                    <a:pt x="19" y="17"/>
                  </a:cubicBezTo>
                  <a:cubicBezTo>
                    <a:pt x="15" y="21"/>
                    <a:pt x="12" y="28"/>
                    <a:pt x="10" y="37"/>
                  </a:cubicBezTo>
                  <a:cubicBezTo>
                    <a:pt x="13" y="22"/>
                    <a:pt x="23" y="14"/>
                    <a:pt x="38" y="13"/>
                  </a:cubicBezTo>
                  <a:cubicBezTo>
                    <a:pt x="39" y="13"/>
                    <a:pt x="39" y="13"/>
                    <a:pt x="39" y="13"/>
                  </a:cubicBezTo>
                  <a:cubicBezTo>
                    <a:pt x="39" y="13"/>
                    <a:pt x="39" y="13"/>
                    <a:pt x="39" y="13"/>
                  </a:cubicBezTo>
                  <a:cubicBezTo>
                    <a:pt x="40" y="15"/>
                    <a:pt x="40" y="18"/>
                    <a:pt x="40" y="20"/>
                  </a:cubicBezTo>
                  <a:cubicBezTo>
                    <a:pt x="41" y="23"/>
                    <a:pt x="41" y="26"/>
                    <a:pt x="42" y="29"/>
                  </a:cubicBezTo>
                  <a:cubicBezTo>
                    <a:pt x="42" y="29"/>
                    <a:pt x="42" y="29"/>
                    <a:pt x="42" y="29"/>
                  </a:cubicBezTo>
                  <a:cubicBezTo>
                    <a:pt x="43" y="28"/>
                    <a:pt x="44" y="27"/>
                    <a:pt x="44" y="27"/>
                  </a:cubicBezTo>
                  <a:cubicBezTo>
                    <a:pt x="46" y="27"/>
                    <a:pt x="47" y="28"/>
                    <a:pt x="48" y="29"/>
                  </a:cubicBezTo>
                  <a:cubicBezTo>
                    <a:pt x="50" y="31"/>
                    <a:pt x="52" y="32"/>
                    <a:pt x="54" y="31"/>
                  </a:cubicBezTo>
                  <a:cubicBezTo>
                    <a:pt x="55" y="31"/>
                    <a:pt x="55" y="31"/>
                    <a:pt x="55" y="31"/>
                  </a:cubicBezTo>
                  <a:cubicBezTo>
                    <a:pt x="55" y="32"/>
                    <a:pt x="55" y="32"/>
                    <a:pt x="55" y="32"/>
                  </a:cubicBezTo>
                  <a:cubicBezTo>
                    <a:pt x="54" y="35"/>
                    <a:pt x="53" y="36"/>
                    <a:pt x="52" y="37"/>
                  </a:cubicBezTo>
                  <a:cubicBezTo>
                    <a:pt x="48" y="38"/>
                    <a:pt x="43" y="32"/>
                    <a:pt x="42" y="30"/>
                  </a:cubicBezTo>
                  <a:cubicBezTo>
                    <a:pt x="42" y="30"/>
                    <a:pt x="42" y="30"/>
                    <a:pt x="42" y="30"/>
                  </a:cubicBezTo>
                  <a:cubicBezTo>
                    <a:pt x="43" y="33"/>
                    <a:pt x="44" y="35"/>
                    <a:pt x="46" y="37"/>
                  </a:cubicBezTo>
                  <a:cubicBezTo>
                    <a:pt x="52" y="38"/>
                    <a:pt x="56" y="37"/>
                    <a:pt x="59" y="35"/>
                  </a:cubicBezTo>
                  <a:cubicBezTo>
                    <a:pt x="60" y="32"/>
                    <a:pt x="60" y="30"/>
                    <a:pt x="60" y="27"/>
                  </a:cubicBezTo>
                  <a:cubicBezTo>
                    <a:pt x="60" y="23"/>
                    <a:pt x="59" y="20"/>
                    <a:pt x="57" y="18"/>
                  </a:cubicBezTo>
                  <a:cubicBezTo>
                    <a:pt x="56" y="18"/>
                    <a:pt x="55" y="18"/>
                    <a:pt x="53" y="18"/>
                  </a:cubicBezTo>
                  <a:cubicBezTo>
                    <a:pt x="56" y="19"/>
                    <a:pt x="58" y="22"/>
                    <a:pt x="58" y="25"/>
                  </a:cubicBezTo>
                  <a:cubicBezTo>
                    <a:pt x="58" y="26"/>
                    <a:pt x="58" y="26"/>
                    <a:pt x="57" y="27"/>
                  </a:cubicBezTo>
                  <a:cubicBezTo>
                    <a:pt x="57" y="27"/>
                    <a:pt x="57" y="27"/>
                    <a:pt x="57" y="27"/>
                  </a:cubicBezTo>
                  <a:cubicBezTo>
                    <a:pt x="56" y="27"/>
                    <a:pt x="56" y="27"/>
                    <a:pt x="56" y="27"/>
                  </a:cubicBezTo>
                  <a:cubicBezTo>
                    <a:pt x="53" y="24"/>
                    <a:pt x="52" y="21"/>
                    <a:pt x="51" y="19"/>
                  </a:cubicBezTo>
                  <a:cubicBezTo>
                    <a:pt x="49" y="18"/>
                    <a:pt x="49" y="18"/>
                    <a:pt x="49" y="18"/>
                  </a:cubicBezTo>
                  <a:cubicBezTo>
                    <a:pt x="50" y="18"/>
                    <a:pt x="50" y="18"/>
                    <a:pt x="50" y="18"/>
                  </a:cubicBezTo>
                  <a:cubicBezTo>
                    <a:pt x="50" y="17"/>
                    <a:pt x="50" y="17"/>
                    <a:pt x="50" y="17"/>
                  </a:cubicBezTo>
                  <a:cubicBezTo>
                    <a:pt x="49" y="15"/>
                    <a:pt x="49" y="12"/>
                    <a:pt x="46" y="10"/>
                  </a:cubicBezTo>
                  <a:lnTo>
                    <a:pt x="45" y="9"/>
                  </a:lnTo>
                  <a:close/>
                  <a:moveTo>
                    <a:pt x="57" y="25"/>
                  </a:moveTo>
                  <a:cubicBezTo>
                    <a:pt x="57" y="24"/>
                    <a:pt x="55" y="21"/>
                    <a:pt x="53" y="19"/>
                  </a:cubicBezTo>
                  <a:cubicBezTo>
                    <a:pt x="53" y="21"/>
                    <a:pt x="54" y="23"/>
                    <a:pt x="57" y="25"/>
                  </a:cubicBezTo>
                  <a:close/>
                  <a:moveTo>
                    <a:pt x="44" y="29"/>
                  </a:moveTo>
                  <a:cubicBezTo>
                    <a:pt x="45" y="32"/>
                    <a:pt x="49" y="36"/>
                    <a:pt x="51" y="35"/>
                  </a:cubicBezTo>
                  <a:cubicBezTo>
                    <a:pt x="52" y="35"/>
                    <a:pt x="53" y="34"/>
                    <a:pt x="53" y="33"/>
                  </a:cubicBezTo>
                  <a:cubicBezTo>
                    <a:pt x="51" y="33"/>
                    <a:pt x="49" y="32"/>
                    <a:pt x="47" y="30"/>
                  </a:cubicBezTo>
                  <a:cubicBezTo>
                    <a:pt x="46" y="30"/>
                    <a:pt x="45" y="29"/>
                    <a:pt x="45" y="29"/>
                  </a:cubicBezTo>
                  <a:cubicBezTo>
                    <a:pt x="44" y="29"/>
                    <a:pt x="44" y="29"/>
                    <a:pt x="44" y="29"/>
                  </a:cubicBezTo>
                  <a:close/>
                  <a:moveTo>
                    <a:pt x="5" y="49"/>
                  </a:moveTo>
                  <a:cubicBezTo>
                    <a:pt x="5" y="62"/>
                    <a:pt x="10" y="77"/>
                    <a:pt x="19" y="82"/>
                  </a:cubicBezTo>
                  <a:cubicBezTo>
                    <a:pt x="12" y="74"/>
                    <a:pt x="8" y="58"/>
                    <a:pt x="8" y="46"/>
                  </a:cubicBezTo>
                  <a:cubicBezTo>
                    <a:pt x="8" y="36"/>
                    <a:pt x="10" y="28"/>
                    <a:pt x="13" y="22"/>
                  </a:cubicBezTo>
                  <a:cubicBezTo>
                    <a:pt x="8" y="29"/>
                    <a:pt x="5" y="38"/>
                    <a:pt x="5" y="49"/>
                  </a:cubicBezTo>
                  <a:close/>
                  <a:moveTo>
                    <a:pt x="146" y="18"/>
                  </a:moveTo>
                  <a:cubicBezTo>
                    <a:pt x="146" y="18"/>
                    <a:pt x="146" y="18"/>
                    <a:pt x="146" y="18"/>
                  </a:cubicBezTo>
                  <a:cubicBezTo>
                    <a:pt x="146" y="21"/>
                    <a:pt x="139" y="31"/>
                    <a:pt x="134" y="33"/>
                  </a:cubicBezTo>
                  <a:cubicBezTo>
                    <a:pt x="134" y="33"/>
                    <a:pt x="134" y="33"/>
                    <a:pt x="134" y="33"/>
                  </a:cubicBezTo>
                  <a:cubicBezTo>
                    <a:pt x="103" y="35"/>
                    <a:pt x="85" y="24"/>
                    <a:pt x="66" y="10"/>
                  </a:cubicBezTo>
                  <a:cubicBezTo>
                    <a:pt x="63" y="8"/>
                    <a:pt x="63" y="8"/>
                    <a:pt x="63" y="8"/>
                  </a:cubicBezTo>
                  <a:cubicBezTo>
                    <a:pt x="67" y="9"/>
                    <a:pt x="67" y="9"/>
                    <a:pt x="67" y="9"/>
                  </a:cubicBezTo>
                  <a:cubicBezTo>
                    <a:pt x="73" y="10"/>
                    <a:pt x="80" y="13"/>
                    <a:pt x="88" y="17"/>
                  </a:cubicBezTo>
                  <a:cubicBezTo>
                    <a:pt x="108" y="26"/>
                    <a:pt x="131" y="36"/>
                    <a:pt x="144" y="16"/>
                  </a:cubicBezTo>
                  <a:cubicBezTo>
                    <a:pt x="145" y="16"/>
                    <a:pt x="145" y="16"/>
                    <a:pt x="145" y="16"/>
                  </a:cubicBezTo>
                  <a:cubicBezTo>
                    <a:pt x="145" y="16"/>
                    <a:pt x="145" y="16"/>
                    <a:pt x="145" y="16"/>
                  </a:cubicBezTo>
                  <a:cubicBezTo>
                    <a:pt x="146" y="16"/>
                    <a:pt x="146" y="16"/>
                    <a:pt x="146" y="18"/>
                  </a:cubicBezTo>
                  <a:close/>
                  <a:moveTo>
                    <a:pt x="133" y="31"/>
                  </a:moveTo>
                  <a:cubicBezTo>
                    <a:pt x="138" y="29"/>
                    <a:pt x="144" y="21"/>
                    <a:pt x="145" y="18"/>
                  </a:cubicBezTo>
                  <a:cubicBezTo>
                    <a:pt x="131" y="37"/>
                    <a:pt x="108" y="27"/>
                    <a:pt x="87" y="18"/>
                  </a:cubicBezTo>
                  <a:cubicBezTo>
                    <a:pt x="81" y="15"/>
                    <a:pt x="76" y="13"/>
                    <a:pt x="71" y="11"/>
                  </a:cubicBezTo>
                  <a:cubicBezTo>
                    <a:pt x="88" y="23"/>
                    <a:pt x="105" y="33"/>
                    <a:pt x="133" y="31"/>
                  </a:cubicBezTo>
                  <a:close/>
                  <a:moveTo>
                    <a:pt x="55" y="30"/>
                  </a:moveTo>
                  <a:cubicBezTo>
                    <a:pt x="54" y="30"/>
                    <a:pt x="54" y="30"/>
                    <a:pt x="54" y="30"/>
                  </a:cubicBezTo>
                  <a:cubicBezTo>
                    <a:pt x="47" y="29"/>
                    <a:pt x="42" y="25"/>
                    <a:pt x="42" y="17"/>
                  </a:cubicBezTo>
                  <a:cubicBezTo>
                    <a:pt x="42" y="16"/>
                    <a:pt x="42" y="16"/>
                    <a:pt x="42" y="16"/>
                  </a:cubicBezTo>
                  <a:cubicBezTo>
                    <a:pt x="43" y="16"/>
                    <a:pt x="43" y="16"/>
                    <a:pt x="43" y="16"/>
                  </a:cubicBezTo>
                  <a:cubicBezTo>
                    <a:pt x="50" y="17"/>
                    <a:pt x="53" y="23"/>
                    <a:pt x="55" y="29"/>
                  </a:cubicBezTo>
                  <a:lnTo>
                    <a:pt x="55" y="30"/>
                  </a:lnTo>
                  <a:close/>
                  <a:moveTo>
                    <a:pt x="43" y="17"/>
                  </a:moveTo>
                  <a:cubicBezTo>
                    <a:pt x="44" y="24"/>
                    <a:pt x="47" y="27"/>
                    <a:pt x="53" y="28"/>
                  </a:cubicBezTo>
                  <a:cubicBezTo>
                    <a:pt x="51" y="23"/>
                    <a:pt x="49" y="19"/>
                    <a:pt x="43" y="17"/>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93" name="Voľný tvar 49"/>
            <p:cNvSpPr>
              <a:spLocks noEditPoints="1"/>
            </p:cNvSpPr>
            <p:nvPr/>
          </p:nvSpPr>
          <p:spPr bwMode="auto">
            <a:xfrm>
              <a:off x="4162425" y="3344863"/>
              <a:ext cx="334963" cy="328613"/>
            </a:xfrm>
            <a:custGeom>
              <a:avLst/>
              <a:gdLst>
                <a:gd name="T0" fmla="*/ 61 w 149"/>
                <a:gd name="T1" fmla="*/ 17 h 146"/>
                <a:gd name="T2" fmla="*/ 70 w 149"/>
                <a:gd name="T3" fmla="*/ 13 h 146"/>
                <a:gd name="T4" fmla="*/ 67 w 149"/>
                <a:gd name="T5" fmla="*/ 22 h 146"/>
                <a:gd name="T6" fmla="*/ 71 w 149"/>
                <a:gd name="T7" fmla="*/ 8 h 146"/>
                <a:gd name="T8" fmla="*/ 77 w 149"/>
                <a:gd name="T9" fmla="*/ 20 h 146"/>
                <a:gd name="T10" fmla="*/ 146 w 149"/>
                <a:gd name="T11" fmla="*/ 39 h 146"/>
                <a:gd name="T12" fmla="*/ 125 w 149"/>
                <a:gd name="T13" fmla="*/ 103 h 146"/>
                <a:gd name="T14" fmla="*/ 146 w 149"/>
                <a:gd name="T15" fmla="*/ 99 h 146"/>
                <a:gd name="T16" fmla="*/ 148 w 149"/>
                <a:gd name="T17" fmla="*/ 120 h 146"/>
                <a:gd name="T18" fmla="*/ 129 w 149"/>
                <a:gd name="T19" fmla="*/ 119 h 146"/>
                <a:gd name="T20" fmla="*/ 141 w 149"/>
                <a:gd name="T21" fmla="*/ 143 h 146"/>
                <a:gd name="T22" fmla="*/ 124 w 149"/>
                <a:gd name="T23" fmla="*/ 108 h 146"/>
                <a:gd name="T24" fmla="*/ 121 w 149"/>
                <a:gd name="T25" fmla="*/ 76 h 146"/>
                <a:gd name="T26" fmla="*/ 132 w 149"/>
                <a:gd name="T27" fmla="*/ 18 h 146"/>
                <a:gd name="T28" fmla="*/ 46 w 149"/>
                <a:gd name="T29" fmla="*/ 31 h 146"/>
                <a:gd name="T30" fmla="*/ 0 w 149"/>
                <a:gd name="T31" fmla="*/ 27 h 146"/>
                <a:gd name="T32" fmla="*/ 60 w 149"/>
                <a:gd name="T33" fmla="*/ 24 h 146"/>
                <a:gd name="T34" fmla="*/ 58 w 149"/>
                <a:gd name="T35" fmla="*/ 11 h 146"/>
                <a:gd name="T36" fmla="*/ 68 w 149"/>
                <a:gd name="T37" fmla="*/ 8 h 146"/>
                <a:gd name="T38" fmla="*/ 61 w 149"/>
                <a:gd name="T39" fmla="*/ 17 h 146"/>
                <a:gd name="T40" fmla="*/ 58 w 149"/>
                <a:gd name="T41" fmla="*/ 27 h 146"/>
                <a:gd name="T42" fmla="*/ 31 w 149"/>
                <a:gd name="T43" fmla="*/ 25 h 146"/>
                <a:gd name="T44" fmla="*/ 58 w 149"/>
                <a:gd name="T45" fmla="*/ 27 h 146"/>
                <a:gd name="T46" fmla="*/ 101 w 149"/>
                <a:gd name="T47" fmla="*/ 11 h 146"/>
                <a:gd name="T48" fmla="*/ 88 w 149"/>
                <a:gd name="T49" fmla="*/ 20 h 146"/>
                <a:gd name="T50" fmla="*/ 101 w 149"/>
                <a:gd name="T51" fmla="*/ 11 h 146"/>
                <a:gd name="T52" fmla="*/ 142 w 149"/>
                <a:gd name="T53" fmla="*/ 32 h 146"/>
                <a:gd name="T54" fmla="*/ 141 w 149"/>
                <a:gd name="T55" fmla="*/ 34 h 146"/>
                <a:gd name="T56" fmla="*/ 122 w 149"/>
                <a:gd name="T57" fmla="*/ 95 h 146"/>
                <a:gd name="T58" fmla="*/ 142 w 149"/>
                <a:gd name="T59" fmla="*/ 32 h 146"/>
                <a:gd name="T60" fmla="*/ 145 w 149"/>
                <a:gd name="T61" fmla="*/ 119 h 146"/>
                <a:gd name="T62" fmla="*/ 142 w 149"/>
                <a:gd name="T63" fmla="*/ 106 h 146"/>
                <a:gd name="T64" fmla="*/ 132 w 149"/>
                <a:gd name="T65" fmla="*/ 106 h 146"/>
                <a:gd name="T66" fmla="*/ 145 w 149"/>
                <a:gd name="T67" fmla="*/ 119 h 146"/>
                <a:gd name="T68" fmla="*/ 146 w 149"/>
                <a:gd name="T69" fmla="*/ 103 h 146"/>
                <a:gd name="T70" fmla="*/ 134 w 149"/>
                <a:gd name="T71" fmla="*/ 103 h 146"/>
                <a:gd name="T72" fmla="*/ 146 w 149"/>
                <a:gd name="T73" fmla="*/ 10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9" h="146">
                  <a:moveTo>
                    <a:pt x="61" y="17"/>
                  </a:moveTo>
                  <a:cubicBezTo>
                    <a:pt x="64" y="17"/>
                    <a:pt x="67" y="9"/>
                    <a:pt x="70" y="13"/>
                  </a:cubicBezTo>
                  <a:cubicBezTo>
                    <a:pt x="68" y="15"/>
                    <a:pt x="65" y="17"/>
                    <a:pt x="67" y="22"/>
                  </a:cubicBezTo>
                  <a:cubicBezTo>
                    <a:pt x="78" y="22"/>
                    <a:pt x="72" y="11"/>
                    <a:pt x="71" y="8"/>
                  </a:cubicBezTo>
                  <a:cubicBezTo>
                    <a:pt x="75" y="4"/>
                    <a:pt x="81" y="15"/>
                    <a:pt x="77" y="20"/>
                  </a:cubicBezTo>
                  <a:cubicBezTo>
                    <a:pt x="103" y="0"/>
                    <a:pt x="144" y="7"/>
                    <a:pt x="146" y="39"/>
                  </a:cubicBezTo>
                  <a:cubicBezTo>
                    <a:pt x="148" y="63"/>
                    <a:pt x="123" y="79"/>
                    <a:pt x="125" y="103"/>
                  </a:cubicBezTo>
                  <a:cubicBezTo>
                    <a:pt x="130" y="105"/>
                    <a:pt x="138" y="94"/>
                    <a:pt x="146" y="99"/>
                  </a:cubicBezTo>
                  <a:cubicBezTo>
                    <a:pt x="149" y="104"/>
                    <a:pt x="147" y="114"/>
                    <a:pt x="148" y="120"/>
                  </a:cubicBezTo>
                  <a:cubicBezTo>
                    <a:pt x="142" y="125"/>
                    <a:pt x="135" y="122"/>
                    <a:pt x="129" y="119"/>
                  </a:cubicBezTo>
                  <a:cubicBezTo>
                    <a:pt x="129" y="131"/>
                    <a:pt x="129" y="143"/>
                    <a:pt x="141" y="143"/>
                  </a:cubicBezTo>
                  <a:cubicBezTo>
                    <a:pt x="120" y="146"/>
                    <a:pt x="125" y="125"/>
                    <a:pt x="124" y="108"/>
                  </a:cubicBezTo>
                  <a:cubicBezTo>
                    <a:pt x="123" y="95"/>
                    <a:pt x="118" y="88"/>
                    <a:pt x="121" y="76"/>
                  </a:cubicBezTo>
                  <a:cubicBezTo>
                    <a:pt x="125" y="57"/>
                    <a:pt x="149" y="40"/>
                    <a:pt x="132" y="18"/>
                  </a:cubicBezTo>
                  <a:cubicBezTo>
                    <a:pt x="101" y="5"/>
                    <a:pt x="76" y="33"/>
                    <a:pt x="46" y="31"/>
                  </a:cubicBezTo>
                  <a:cubicBezTo>
                    <a:pt x="31" y="30"/>
                    <a:pt x="16" y="16"/>
                    <a:pt x="0" y="27"/>
                  </a:cubicBezTo>
                  <a:cubicBezTo>
                    <a:pt x="14" y="12"/>
                    <a:pt x="37" y="23"/>
                    <a:pt x="60" y="24"/>
                  </a:cubicBezTo>
                  <a:cubicBezTo>
                    <a:pt x="62" y="22"/>
                    <a:pt x="58" y="15"/>
                    <a:pt x="58" y="11"/>
                  </a:cubicBezTo>
                  <a:cubicBezTo>
                    <a:pt x="61" y="10"/>
                    <a:pt x="64" y="4"/>
                    <a:pt x="68" y="8"/>
                  </a:cubicBezTo>
                  <a:cubicBezTo>
                    <a:pt x="67" y="9"/>
                    <a:pt x="59" y="9"/>
                    <a:pt x="61" y="17"/>
                  </a:cubicBezTo>
                  <a:close/>
                  <a:moveTo>
                    <a:pt x="58" y="27"/>
                  </a:moveTo>
                  <a:cubicBezTo>
                    <a:pt x="49" y="25"/>
                    <a:pt x="41" y="22"/>
                    <a:pt x="31" y="25"/>
                  </a:cubicBezTo>
                  <a:cubicBezTo>
                    <a:pt x="41" y="26"/>
                    <a:pt x="49" y="32"/>
                    <a:pt x="58" y="27"/>
                  </a:cubicBezTo>
                  <a:close/>
                  <a:moveTo>
                    <a:pt x="101" y="11"/>
                  </a:moveTo>
                  <a:cubicBezTo>
                    <a:pt x="98" y="14"/>
                    <a:pt x="85" y="15"/>
                    <a:pt x="88" y="20"/>
                  </a:cubicBezTo>
                  <a:cubicBezTo>
                    <a:pt x="90" y="15"/>
                    <a:pt x="104" y="16"/>
                    <a:pt x="101" y="11"/>
                  </a:cubicBezTo>
                  <a:close/>
                  <a:moveTo>
                    <a:pt x="142" y="32"/>
                  </a:moveTo>
                  <a:cubicBezTo>
                    <a:pt x="140" y="29"/>
                    <a:pt x="138" y="30"/>
                    <a:pt x="141" y="34"/>
                  </a:cubicBezTo>
                  <a:cubicBezTo>
                    <a:pt x="139" y="59"/>
                    <a:pt x="121" y="67"/>
                    <a:pt x="122" y="95"/>
                  </a:cubicBezTo>
                  <a:cubicBezTo>
                    <a:pt x="127" y="73"/>
                    <a:pt x="146" y="59"/>
                    <a:pt x="142" y="32"/>
                  </a:cubicBezTo>
                  <a:close/>
                  <a:moveTo>
                    <a:pt x="145" y="119"/>
                  </a:moveTo>
                  <a:cubicBezTo>
                    <a:pt x="145" y="113"/>
                    <a:pt x="145" y="109"/>
                    <a:pt x="142" y="106"/>
                  </a:cubicBezTo>
                  <a:cubicBezTo>
                    <a:pt x="139" y="106"/>
                    <a:pt x="135" y="106"/>
                    <a:pt x="132" y="106"/>
                  </a:cubicBezTo>
                  <a:cubicBezTo>
                    <a:pt x="126" y="113"/>
                    <a:pt x="134" y="121"/>
                    <a:pt x="145" y="119"/>
                  </a:cubicBezTo>
                  <a:close/>
                  <a:moveTo>
                    <a:pt x="146" y="103"/>
                  </a:moveTo>
                  <a:cubicBezTo>
                    <a:pt x="142" y="100"/>
                    <a:pt x="137" y="100"/>
                    <a:pt x="134" y="103"/>
                  </a:cubicBezTo>
                  <a:cubicBezTo>
                    <a:pt x="139" y="101"/>
                    <a:pt x="144" y="107"/>
                    <a:pt x="146" y="103"/>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94" name="Voľný tvar 50"/>
            <p:cNvSpPr>
              <a:spLocks noEditPoints="1"/>
            </p:cNvSpPr>
            <p:nvPr/>
          </p:nvSpPr>
          <p:spPr bwMode="auto">
            <a:xfrm>
              <a:off x="4162425" y="3359150"/>
              <a:ext cx="334963" cy="309563"/>
            </a:xfrm>
            <a:custGeom>
              <a:avLst/>
              <a:gdLst>
                <a:gd name="T0" fmla="*/ 69 w 149"/>
                <a:gd name="T1" fmla="*/ 3 h 138"/>
                <a:gd name="T2" fmla="*/ 64 w 149"/>
                <a:gd name="T3" fmla="*/ 7 h 138"/>
                <a:gd name="T4" fmla="*/ 70 w 149"/>
                <a:gd name="T5" fmla="*/ 7 h 138"/>
                <a:gd name="T6" fmla="*/ 70 w 149"/>
                <a:gd name="T7" fmla="*/ 3 h 138"/>
                <a:gd name="T8" fmla="*/ 73 w 149"/>
                <a:gd name="T9" fmla="*/ 1 h 138"/>
                <a:gd name="T10" fmla="*/ 147 w 149"/>
                <a:gd name="T11" fmla="*/ 33 h 138"/>
                <a:gd name="T12" fmla="*/ 142 w 149"/>
                <a:gd name="T13" fmla="*/ 91 h 138"/>
                <a:gd name="T14" fmla="*/ 149 w 149"/>
                <a:gd name="T15" fmla="*/ 114 h 138"/>
                <a:gd name="T16" fmla="*/ 130 w 149"/>
                <a:gd name="T17" fmla="*/ 114 h 138"/>
                <a:gd name="T18" fmla="*/ 137 w 149"/>
                <a:gd name="T19" fmla="*/ 138 h 138"/>
                <a:gd name="T20" fmla="*/ 122 w 149"/>
                <a:gd name="T21" fmla="*/ 94 h 138"/>
                <a:gd name="T22" fmla="*/ 129 w 149"/>
                <a:gd name="T23" fmla="*/ 51 h 138"/>
                <a:gd name="T24" fmla="*/ 49 w 149"/>
                <a:gd name="T25" fmla="*/ 26 h 138"/>
                <a:gd name="T26" fmla="*/ 1 w 149"/>
                <a:gd name="T27" fmla="*/ 21 h 138"/>
                <a:gd name="T28" fmla="*/ 39 w 149"/>
                <a:gd name="T29" fmla="*/ 15 h 138"/>
                <a:gd name="T30" fmla="*/ 58 w 149"/>
                <a:gd name="T31" fmla="*/ 5 h 138"/>
                <a:gd name="T32" fmla="*/ 67 w 149"/>
                <a:gd name="T33" fmla="*/ 2 h 138"/>
                <a:gd name="T34" fmla="*/ 60 w 149"/>
                <a:gd name="T35" fmla="*/ 10 h 138"/>
                <a:gd name="T36" fmla="*/ 77 w 149"/>
                <a:gd name="T37" fmla="*/ 14 h 138"/>
                <a:gd name="T38" fmla="*/ 73 w 149"/>
                <a:gd name="T39" fmla="*/ 15 h 138"/>
                <a:gd name="T40" fmla="*/ 68 w 149"/>
                <a:gd name="T41" fmla="*/ 8 h 138"/>
                <a:gd name="T42" fmla="*/ 61 w 149"/>
                <a:gd name="T43" fmla="*/ 12 h 138"/>
                <a:gd name="T44" fmla="*/ 60 w 149"/>
                <a:gd name="T45" fmla="*/ 19 h 138"/>
                <a:gd name="T46" fmla="*/ 7 w 149"/>
                <a:gd name="T47" fmla="*/ 17 h 138"/>
                <a:gd name="T48" fmla="*/ 40 w 149"/>
                <a:gd name="T49" fmla="*/ 17 h 138"/>
                <a:gd name="T50" fmla="*/ 60 w 149"/>
                <a:gd name="T51" fmla="*/ 20 h 138"/>
                <a:gd name="T52" fmla="*/ 31 w 149"/>
                <a:gd name="T53" fmla="*/ 20 h 138"/>
                <a:gd name="T54" fmla="*/ 49 w 149"/>
                <a:gd name="T55" fmla="*/ 24 h 138"/>
                <a:gd name="T56" fmla="*/ 87 w 149"/>
                <a:gd name="T57" fmla="*/ 12 h 138"/>
                <a:gd name="T58" fmla="*/ 77 w 149"/>
                <a:gd name="T59" fmla="*/ 14 h 138"/>
                <a:gd name="T60" fmla="*/ 124 w 149"/>
                <a:gd name="T61" fmla="*/ 97 h 138"/>
                <a:gd name="T62" fmla="*/ 101 w 149"/>
                <a:gd name="T63" fmla="*/ 4 h 138"/>
                <a:gd name="T64" fmla="*/ 89 w 149"/>
                <a:gd name="T65" fmla="*/ 14 h 138"/>
                <a:gd name="T66" fmla="*/ 133 w 149"/>
                <a:gd name="T67" fmla="*/ 12 h 138"/>
                <a:gd name="T68" fmla="*/ 131 w 149"/>
                <a:gd name="T69" fmla="*/ 55 h 138"/>
                <a:gd name="T70" fmla="*/ 140 w 149"/>
                <a:gd name="T71" fmla="*/ 24 h 138"/>
                <a:gd name="T72" fmla="*/ 123 w 149"/>
                <a:gd name="T73" fmla="*/ 89 h 138"/>
                <a:gd name="T74" fmla="*/ 135 w 149"/>
                <a:gd name="T75" fmla="*/ 137 h 138"/>
                <a:gd name="T76" fmla="*/ 141 w 149"/>
                <a:gd name="T77" fmla="*/ 116 h 138"/>
                <a:gd name="T78" fmla="*/ 147 w 149"/>
                <a:gd name="T79" fmla="*/ 98 h 138"/>
                <a:gd name="T80" fmla="*/ 131 w 149"/>
                <a:gd name="T81" fmla="*/ 99 h 138"/>
                <a:gd name="T82" fmla="*/ 146 w 149"/>
                <a:gd name="T83" fmla="*/ 94 h 138"/>
                <a:gd name="T84" fmla="*/ 88 w 149"/>
                <a:gd name="T85" fmla="*/ 12 h 138"/>
                <a:gd name="T86" fmla="*/ 95 w 149"/>
                <a:gd name="T87" fmla="*/ 9 h 138"/>
                <a:gd name="T88" fmla="*/ 40 w 149"/>
                <a:gd name="T89" fmla="*/ 19 h 138"/>
                <a:gd name="T90" fmla="*/ 56 w 149"/>
                <a:gd name="T91" fmla="*/ 21 h 138"/>
                <a:gd name="T92" fmla="*/ 141 w 149"/>
                <a:gd name="T93" fmla="*/ 28 h 138"/>
                <a:gd name="T94" fmla="*/ 131 w 149"/>
                <a:gd name="T95" fmla="*/ 66 h 138"/>
                <a:gd name="T96" fmla="*/ 141 w 149"/>
                <a:gd name="T97" fmla="*/ 97 h 138"/>
                <a:gd name="T98" fmla="*/ 143 w 149"/>
                <a:gd name="T99" fmla="*/ 100 h 138"/>
                <a:gd name="T100" fmla="*/ 130 w 149"/>
                <a:gd name="T101" fmla="*/ 108 h 138"/>
                <a:gd name="T102" fmla="*/ 131 w 149"/>
                <a:gd name="T103" fmla="*/ 107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9" h="138">
                  <a:moveTo>
                    <a:pt x="65" y="0"/>
                  </a:moveTo>
                  <a:cubicBezTo>
                    <a:pt x="66" y="0"/>
                    <a:pt x="68" y="1"/>
                    <a:pt x="69" y="2"/>
                  </a:cubicBezTo>
                  <a:cubicBezTo>
                    <a:pt x="69" y="2"/>
                    <a:pt x="69" y="2"/>
                    <a:pt x="69" y="2"/>
                  </a:cubicBezTo>
                  <a:cubicBezTo>
                    <a:pt x="69" y="3"/>
                    <a:pt x="69" y="3"/>
                    <a:pt x="69" y="3"/>
                  </a:cubicBezTo>
                  <a:cubicBezTo>
                    <a:pt x="68" y="3"/>
                    <a:pt x="68" y="3"/>
                    <a:pt x="67" y="4"/>
                  </a:cubicBezTo>
                  <a:cubicBezTo>
                    <a:pt x="65" y="4"/>
                    <a:pt x="63" y="4"/>
                    <a:pt x="62" y="6"/>
                  </a:cubicBezTo>
                  <a:cubicBezTo>
                    <a:pt x="62" y="7"/>
                    <a:pt x="61" y="8"/>
                    <a:pt x="62" y="10"/>
                  </a:cubicBezTo>
                  <a:cubicBezTo>
                    <a:pt x="63" y="9"/>
                    <a:pt x="63" y="8"/>
                    <a:pt x="64" y="7"/>
                  </a:cubicBezTo>
                  <a:cubicBezTo>
                    <a:pt x="66" y="6"/>
                    <a:pt x="67" y="5"/>
                    <a:pt x="68" y="5"/>
                  </a:cubicBezTo>
                  <a:cubicBezTo>
                    <a:pt x="69" y="5"/>
                    <a:pt x="70" y="5"/>
                    <a:pt x="70" y="6"/>
                  </a:cubicBezTo>
                  <a:cubicBezTo>
                    <a:pt x="71" y="6"/>
                    <a:pt x="71" y="6"/>
                    <a:pt x="71" y="6"/>
                  </a:cubicBezTo>
                  <a:cubicBezTo>
                    <a:pt x="70" y="7"/>
                    <a:pt x="70" y="7"/>
                    <a:pt x="70" y="7"/>
                  </a:cubicBezTo>
                  <a:cubicBezTo>
                    <a:pt x="70" y="8"/>
                    <a:pt x="69" y="8"/>
                    <a:pt x="69" y="9"/>
                  </a:cubicBezTo>
                  <a:cubicBezTo>
                    <a:pt x="68" y="11"/>
                    <a:pt x="67" y="12"/>
                    <a:pt x="67" y="16"/>
                  </a:cubicBezTo>
                  <a:cubicBezTo>
                    <a:pt x="70" y="16"/>
                    <a:pt x="71" y="15"/>
                    <a:pt x="72" y="14"/>
                  </a:cubicBezTo>
                  <a:cubicBezTo>
                    <a:pt x="74" y="11"/>
                    <a:pt x="71" y="5"/>
                    <a:pt x="70" y="3"/>
                  </a:cubicBezTo>
                  <a:cubicBezTo>
                    <a:pt x="70" y="2"/>
                    <a:pt x="70" y="2"/>
                    <a:pt x="70" y="2"/>
                  </a:cubicBezTo>
                  <a:cubicBezTo>
                    <a:pt x="71" y="2"/>
                    <a:pt x="71" y="2"/>
                    <a:pt x="71" y="2"/>
                  </a:cubicBezTo>
                  <a:cubicBezTo>
                    <a:pt x="71" y="1"/>
                    <a:pt x="72" y="1"/>
                    <a:pt x="73" y="1"/>
                  </a:cubicBezTo>
                  <a:cubicBezTo>
                    <a:pt x="73" y="1"/>
                    <a:pt x="73" y="1"/>
                    <a:pt x="73" y="1"/>
                  </a:cubicBezTo>
                  <a:cubicBezTo>
                    <a:pt x="75" y="1"/>
                    <a:pt x="77" y="3"/>
                    <a:pt x="78" y="5"/>
                  </a:cubicBezTo>
                  <a:cubicBezTo>
                    <a:pt x="79" y="7"/>
                    <a:pt x="79" y="9"/>
                    <a:pt x="79" y="11"/>
                  </a:cubicBezTo>
                  <a:cubicBezTo>
                    <a:pt x="88" y="5"/>
                    <a:pt x="99" y="2"/>
                    <a:pt x="110" y="2"/>
                  </a:cubicBezTo>
                  <a:cubicBezTo>
                    <a:pt x="131" y="2"/>
                    <a:pt x="145" y="14"/>
                    <a:pt x="147" y="33"/>
                  </a:cubicBezTo>
                  <a:cubicBezTo>
                    <a:pt x="148" y="45"/>
                    <a:pt x="142" y="55"/>
                    <a:pt x="137" y="65"/>
                  </a:cubicBezTo>
                  <a:cubicBezTo>
                    <a:pt x="131" y="75"/>
                    <a:pt x="125" y="85"/>
                    <a:pt x="126" y="97"/>
                  </a:cubicBezTo>
                  <a:cubicBezTo>
                    <a:pt x="127" y="97"/>
                    <a:pt x="130" y="96"/>
                    <a:pt x="132" y="95"/>
                  </a:cubicBezTo>
                  <a:cubicBezTo>
                    <a:pt x="135" y="93"/>
                    <a:pt x="138" y="91"/>
                    <a:pt x="142" y="91"/>
                  </a:cubicBezTo>
                  <a:cubicBezTo>
                    <a:pt x="144" y="91"/>
                    <a:pt x="145" y="92"/>
                    <a:pt x="147" y="93"/>
                  </a:cubicBezTo>
                  <a:cubicBezTo>
                    <a:pt x="147" y="93"/>
                    <a:pt x="147" y="93"/>
                    <a:pt x="147" y="93"/>
                  </a:cubicBezTo>
                  <a:cubicBezTo>
                    <a:pt x="149" y="96"/>
                    <a:pt x="149" y="101"/>
                    <a:pt x="149" y="106"/>
                  </a:cubicBezTo>
                  <a:cubicBezTo>
                    <a:pt x="148" y="109"/>
                    <a:pt x="148" y="112"/>
                    <a:pt x="149" y="114"/>
                  </a:cubicBezTo>
                  <a:cubicBezTo>
                    <a:pt x="149" y="115"/>
                    <a:pt x="149" y="115"/>
                    <a:pt x="149" y="115"/>
                  </a:cubicBezTo>
                  <a:cubicBezTo>
                    <a:pt x="148" y="115"/>
                    <a:pt x="148" y="115"/>
                    <a:pt x="148" y="115"/>
                  </a:cubicBezTo>
                  <a:cubicBezTo>
                    <a:pt x="146" y="117"/>
                    <a:pt x="143" y="118"/>
                    <a:pt x="141" y="118"/>
                  </a:cubicBezTo>
                  <a:cubicBezTo>
                    <a:pt x="137" y="118"/>
                    <a:pt x="134" y="116"/>
                    <a:pt x="130" y="114"/>
                  </a:cubicBezTo>
                  <a:cubicBezTo>
                    <a:pt x="130" y="115"/>
                    <a:pt x="130" y="115"/>
                    <a:pt x="130" y="115"/>
                  </a:cubicBezTo>
                  <a:cubicBezTo>
                    <a:pt x="130" y="126"/>
                    <a:pt x="130" y="136"/>
                    <a:pt x="141" y="136"/>
                  </a:cubicBezTo>
                  <a:cubicBezTo>
                    <a:pt x="141" y="138"/>
                    <a:pt x="141" y="138"/>
                    <a:pt x="141" y="138"/>
                  </a:cubicBezTo>
                  <a:cubicBezTo>
                    <a:pt x="139" y="138"/>
                    <a:pt x="138" y="138"/>
                    <a:pt x="137" y="138"/>
                  </a:cubicBezTo>
                  <a:cubicBezTo>
                    <a:pt x="123" y="138"/>
                    <a:pt x="123" y="125"/>
                    <a:pt x="123" y="112"/>
                  </a:cubicBezTo>
                  <a:cubicBezTo>
                    <a:pt x="123" y="108"/>
                    <a:pt x="123" y="105"/>
                    <a:pt x="123" y="102"/>
                  </a:cubicBezTo>
                  <a:cubicBezTo>
                    <a:pt x="123" y="99"/>
                    <a:pt x="122" y="96"/>
                    <a:pt x="122" y="94"/>
                  </a:cubicBezTo>
                  <a:cubicBezTo>
                    <a:pt x="122" y="94"/>
                    <a:pt x="122" y="94"/>
                    <a:pt x="122" y="94"/>
                  </a:cubicBezTo>
                  <a:cubicBezTo>
                    <a:pt x="122" y="93"/>
                    <a:pt x="122" y="93"/>
                    <a:pt x="122" y="93"/>
                  </a:cubicBezTo>
                  <a:cubicBezTo>
                    <a:pt x="121" y="92"/>
                    <a:pt x="121" y="91"/>
                    <a:pt x="121" y="90"/>
                  </a:cubicBezTo>
                  <a:cubicBezTo>
                    <a:pt x="120" y="84"/>
                    <a:pt x="118" y="78"/>
                    <a:pt x="120" y="70"/>
                  </a:cubicBezTo>
                  <a:cubicBezTo>
                    <a:pt x="122" y="64"/>
                    <a:pt x="125" y="57"/>
                    <a:pt x="129" y="51"/>
                  </a:cubicBezTo>
                  <a:cubicBezTo>
                    <a:pt x="136" y="39"/>
                    <a:pt x="143" y="27"/>
                    <a:pt x="132" y="13"/>
                  </a:cubicBezTo>
                  <a:cubicBezTo>
                    <a:pt x="126" y="11"/>
                    <a:pt x="121" y="10"/>
                    <a:pt x="115" y="10"/>
                  </a:cubicBezTo>
                  <a:cubicBezTo>
                    <a:pt x="104" y="10"/>
                    <a:pt x="93" y="14"/>
                    <a:pt x="83" y="18"/>
                  </a:cubicBezTo>
                  <a:cubicBezTo>
                    <a:pt x="72" y="22"/>
                    <a:pt x="61" y="26"/>
                    <a:pt x="49" y="26"/>
                  </a:cubicBezTo>
                  <a:cubicBezTo>
                    <a:pt x="48" y="26"/>
                    <a:pt x="47" y="26"/>
                    <a:pt x="45" y="26"/>
                  </a:cubicBezTo>
                  <a:cubicBezTo>
                    <a:pt x="40" y="25"/>
                    <a:pt x="35" y="23"/>
                    <a:pt x="30" y="22"/>
                  </a:cubicBezTo>
                  <a:cubicBezTo>
                    <a:pt x="25" y="19"/>
                    <a:pt x="19" y="17"/>
                    <a:pt x="13" y="17"/>
                  </a:cubicBezTo>
                  <a:cubicBezTo>
                    <a:pt x="9" y="17"/>
                    <a:pt x="4" y="19"/>
                    <a:pt x="1" y="21"/>
                  </a:cubicBezTo>
                  <a:cubicBezTo>
                    <a:pt x="0" y="20"/>
                    <a:pt x="0" y="20"/>
                    <a:pt x="0" y="20"/>
                  </a:cubicBezTo>
                  <a:cubicBezTo>
                    <a:pt x="5" y="15"/>
                    <a:pt x="11" y="13"/>
                    <a:pt x="20" y="13"/>
                  </a:cubicBezTo>
                  <a:cubicBezTo>
                    <a:pt x="20" y="13"/>
                    <a:pt x="20" y="13"/>
                    <a:pt x="20" y="13"/>
                  </a:cubicBezTo>
                  <a:cubicBezTo>
                    <a:pt x="26" y="13"/>
                    <a:pt x="33" y="14"/>
                    <a:pt x="39" y="15"/>
                  </a:cubicBezTo>
                  <a:cubicBezTo>
                    <a:pt x="46" y="16"/>
                    <a:pt x="53" y="17"/>
                    <a:pt x="59" y="17"/>
                  </a:cubicBezTo>
                  <a:cubicBezTo>
                    <a:pt x="61" y="16"/>
                    <a:pt x="60" y="13"/>
                    <a:pt x="59" y="10"/>
                  </a:cubicBezTo>
                  <a:cubicBezTo>
                    <a:pt x="58" y="8"/>
                    <a:pt x="58" y="7"/>
                    <a:pt x="58" y="5"/>
                  </a:cubicBezTo>
                  <a:cubicBezTo>
                    <a:pt x="58" y="5"/>
                    <a:pt x="58" y="5"/>
                    <a:pt x="58" y="5"/>
                  </a:cubicBezTo>
                  <a:cubicBezTo>
                    <a:pt x="58" y="4"/>
                    <a:pt x="58" y="4"/>
                    <a:pt x="58" y="4"/>
                  </a:cubicBezTo>
                  <a:cubicBezTo>
                    <a:pt x="59" y="4"/>
                    <a:pt x="59" y="3"/>
                    <a:pt x="60" y="3"/>
                  </a:cubicBezTo>
                  <a:cubicBezTo>
                    <a:pt x="62" y="1"/>
                    <a:pt x="63" y="0"/>
                    <a:pt x="65" y="0"/>
                  </a:cubicBezTo>
                  <a:close/>
                  <a:moveTo>
                    <a:pt x="67" y="2"/>
                  </a:moveTo>
                  <a:cubicBezTo>
                    <a:pt x="65" y="1"/>
                    <a:pt x="63" y="2"/>
                    <a:pt x="61" y="4"/>
                  </a:cubicBezTo>
                  <a:cubicBezTo>
                    <a:pt x="60" y="4"/>
                    <a:pt x="60" y="5"/>
                    <a:pt x="59" y="5"/>
                  </a:cubicBezTo>
                  <a:cubicBezTo>
                    <a:pt x="59" y="7"/>
                    <a:pt x="60" y="8"/>
                    <a:pt x="60" y="10"/>
                  </a:cubicBezTo>
                  <a:cubicBezTo>
                    <a:pt x="60" y="10"/>
                    <a:pt x="60" y="10"/>
                    <a:pt x="60" y="10"/>
                  </a:cubicBezTo>
                  <a:cubicBezTo>
                    <a:pt x="60" y="8"/>
                    <a:pt x="60" y="7"/>
                    <a:pt x="61" y="5"/>
                  </a:cubicBezTo>
                  <a:cubicBezTo>
                    <a:pt x="62" y="3"/>
                    <a:pt x="65" y="3"/>
                    <a:pt x="66" y="2"/>
                  </a:cubicBezTo>
                  <a:cubicBezTo>
                    <a:pt x="66" y="2"/>
                    <a:pt x="67" y="2"/>
                    <a:pt x="67" y="2"/>
                  </a:cubicBezTo>
                  <a:close/>
                  <a:moveTo>
                    <a:pt x="77" y="14"/>
                  </a:moveTo>
                  <a:cubicBezTo>
                    <a:pt x="76" y="13"/>
                    <a:pt x="76" y="13"/>
                    <a:pt x="76" y="13"/>
                  </a:cubicBezTo>
                  <a:cubicBezTo>
                    <a:pt x="78" y="11"/>
                    <a:pt x="78" y="8"/>
                    <a:pt x="77" y="6"/>
                  </a:cubicBezTo>
                  <a:cubicBezTo>
                    <a:pt x="75" y="3"/>
                    <a:pt x="73" y="1"/>
                    <a:pt x="72" y="2"/>
                  </a:cubicBezTo>
                  <a:cubicBezTo>
                    <a:pt x="73" y="5"/>
                    <a:pt x="76" y="11"/>
                    <a:pt x="73" y="15"/>
                  </a:cubicBezTo>
                  <a:cubicBezTo>
                    <a:pt x="72" y="16"/>
                    <a:pt x="70" y="17"/>
                    <a:pt x="67" y="17"/>
                  </a:cubicBezTo>
                  <a:cubicBezTo>
                    <a:pt x="66" y="17"/>
                    <a:pt x="66" y="17"/>
                    <a:pt x="66" y="17"/>
                  </a:cubicBezTo>
                  <a:cubicBezTo>
                    <a:pt x="66" y="17"/>
                    <a:pt x="66" y="17"/>
                    <a:pt x="66" y="17"/>
                  </a:cubicBezTo>
                  <a:cubicBezTo>
                    <a:pt x="65" y="12"/>
                    <a:pt x="66" y="10"/>
                    <a:pt x="68" y="8"/>
                  </a:cubicBezTo>
                  <a:cubicBezTo>
                    <a:pt x="68" y="8"/>
                    <a:pt x="68" y="7"/>
                    <a:pt x="69" y="7"/>
                  </a:cubicBezTo>
                  <a:cubicBezTo>
                    <a:pt x="69" y="6"/>
                    <a:pt x="68" y="6"/>
                    <a:pt x="68" y="6"/>
                  </a:cubicBezTo>
                  <a:cubicBezTo>
                    <a:pt x="67" y="6"/>
                    <a:pt x="66" y="7"/>
                    <a:pt x="65" y="8"/>
                  </a:cubicBezTo>
                  <a:cubicBezTo>
                    <a:pt x="64" y="10"/>
                    <a:pt x="63" y="11"/>
                    <a:pt x="61" y="12"/>
                  </a:cubicBezTo>
                  <a:cubicBezTo>
                    <a:pt x="61" y="12"/>
                    <a:pt x="61" y="12"/>
                    <a:pt x="61" y="12"/>
                  </a:cubicBezTo>
                  <a:cubicBezTo>
                    <a:pt x="61" y="14"/>
                    <a:pt x="62" y="17"/>
                    <a:pt x="60" y="18"/>
                  </a:cubicBezTo>
                  <a:cubicBezTo>
                    <a:pt x="60" y="19"/>
                    <a:pt x="60" y="19"/>
                    <a:pt x="60" y="19"/>
                  </a:cubicBezTo>
                  <a:cubicBezTo>
                    <a:pt x="60" y="19"/>
                    <a:pt x="60" y="19"/>
                    <a:pt x="60" y="19"/>
                  </a:cubicBezTo>
                  <a:cubicBezTo>
                    <a:pt x="53" y="18"/>
                    <a:pt x="46" y="17"/>
                    <a:pt x="39" y="16"/>
                  </a:cubicBezTo>
                  <a:cubicBezTo>
                    <a:pt x="32" y="15"/>
                    <a:pt x="26" y="14"/>
                    <a:pt x="20" y="14"/>
                  </a:cubicBezTo>
                  <a:cubicBezTo>
                    <a:pt x="20" y="14"/>
                    <a:pt x="20" y="14"/>
                    <a:pt x="20" y="14"/>
                  </a:cubicBezTo>
                  <a:cubicBezTo>
                    <a:pt x="15" y="14"/>
                    <a:pt x="11" y="15"/>
                    <a:pt x="7" y="17"/>
                  </a:cubicBezTo>
                  <a:cubicBezTo>
                    <a:pt x="9" y="16"/>
                    <a:pt x="11" y="16"/>
                    <a:pt x="13" y="16"/>
                  </a:cubicBezTo>
                  <a:cubicBezTo>
                    <a:pt x="18" y="16"/>
                    <a:pt x="24" y="18"/>
                    <a:pt x="29" y="19"/>
                  </a:cubicBezTo>
                  <a:cubicBezTo>
                    <a:pt x="31" y="19"/>
                    <a:pt x="31" y="19"/>
                    <a:pt x="31" y="19"/>
                  </a:cubicBezTo>
                  <a:cubicBezTo>
                    <a:pt x="34" y="18"/>
                    <a:pt x="37" y="17"/>
                    <a:pt x="40" y="17"/>
                  </a:cubicBezTo>
                  <a:cubicBezTo>
                    <a:pt x="40" y="17"/>
                    <a:pt x="40" y="17"/>
                    <a:pt x="40" y="17"/>
                  </a:cubicBezTo>
                  <a:cubicBezTo>
                    <a:pt x="45" y="17"/>
                    <a:pt x="49" y="18"/>
                    <a:pt x="54" y="19"/>
                  </a:cubicBezTo>
                  <a:cubicBezTo>
                    <a:pt x="55" y="19"/>
                    <a:pt x="57" y="20"/>
                    <a:pt x="58" y="20"/>
                  </a:cubicBezTo>
                  <a:cubicBezTo>
                    <a:pt x="60" y="20"/>
                    <a:pt x="60" y="20"/>
                    <a:pt x="60" y="20"/>
                  </a:cubicBezTo>
                  <a:cubicBezTo>
                    <a:pt x="59" y="21"/>
                    <a:pt x="59" y="21"/>
                    <a:pt x="59" y="21"/>
                  </a:cubicBezTo>
                  <a:cubicBezTo>
                    <a:pt x="56" y="23"/>
                    <a:pt x="53" y="24"/>
                    <a:pt x="50" y="24"/>
                  </a:cubicBezTo>
                  <a:cubicBezTo>
                    <a:pt x="47" y="24"/>
                    <a:pt x="43" y="23"/>
                    <a:pt x="40" y="22"/>
                  </a:cubicBezTo>
                  <a:cubicBezTo>
                    <a:pt x="37" y="21"/>
                    <a:pt x="34" y="20"/>
                    <a:pt x="31" y="20"/>
                  </a:cubicBezTo>
                  <a:cubicBezTo>
                    <a:pt x="30" y="20"/>
                    <a:pt x="30" y="20"/>
                    <a:pt x="30" y="20"/>
                  </a:cubicBezTo>
                  <a:cubicBezTo>
                    <a:pt x="30" y="20"/>
                    <a:pt x="31" y="20"/>
                    <a:pt x="31" y="20"/>
                  </a:cubicBezTo>
                  <a:cubicBezTo>
                    <a:pt x="36" y="22"/>
                    <a:pt x="41" y="24"/>
                    <a:pt x="46" y="24"/>
                  </a:cubicBezTo>
                  <a:cubicBezTo>
                    <a:pt x="47" y="24"/>
                    <a:pt x="48" y="24"/>
                    <a:pt x="49" y="24"/>
                  </a:cubicBezTo>
                  <a:cubicBezTo>
                    <a:pt x="61" y="24"/>
                    <a:pt x="72" y="20"/>
                    <a:pt x="82" y="16"/>
                  </a:cubicBezTo>
                  <a:cubicBezTo>
                    <a:pt x="84" y="16"/>
                    <a:pt x="86" y="15"/>
                    <a:pt x="88" y="14"/>
                  </a:cubicBezTo>
                  <a:cubicBezTo>
                    <a:pt x="88" y="14"/>
                    <a:pt x="88" y="14"/>
                    <a:pt x="88" y="14"/>
                  </a:cubicBezTo>
                  <a:cubicBezTo>
                    <a:pt x="87" y="13"/>
                    <a:pt x="87" y="12"/>
                    <a:pt x="87" y="12"/>
                  </a:cubicBezTo>
                  <a:cubicBezTo>
                    <a:pt x="88" y="10"/>
                    <a:pt x="91" y="9"/>
                    <a:pt x="94" y="7"/>
                  </a:cubicBezTo>
                  <a:cubicBezTo>
                    <a:pt x="97" y="7"/>
                    <a:pt x="99" y="6"/>
                    <a:pt x="100" y="5"/>
                  </a:cubicBezTo>
                  <a:cubicBezTo>
                    <a:pt x="101" y="4"/>
                    <a:pt x="101" y="4"/>
                    <a:pt x="101" y="4"/>
                  </a:cubicBezTo>
                  <a:cubicBezTo>
                    <a:pt x="92" y="6"/>
                    <a:pt x="84" y="9"/>
                    <a:pt x="77" y="14"/>
                  </a:cubicBezTo>
                  <a:close/>
                  <a:moveTo>
                    <a:pt x="126" y="98"/>
                  </a:moveTo>
                  <a:cubicBezTo>
                    <a:pt x="126" y="98"/>
                    <a:pt x="125" y="98"/>
                    <a:pt x="125" y="98"/>
                  </a:cubicBezTo>
                  <a:cubicBezTo>
                    <a:pt x="124" y="98"/>
                    <a:pt x="124" y="98"/>
                    <a:pt x="124" y="98"/>
                  </a:cubicBezTo>
                  <a:cubicBezTo>
                    <a:pt x="124" y="97"/>
                    <a:pt x="124" y="97"/>
                    <a:pt x="124" y="97"/>
                  </a:cubicBezTo>
                  <a:cubicBezTo>
                    <a:pt x="123" y="85"/>
                    <a:pt x="129" y="74"/>
                    <a:pt x="135" y="64"/>
                  </a:cubicBezTo>
                  <a:cubicBezTo>
                    <a:pt x="141" y="54"/>
                    <a:pt x="147" y="45"/>
                    <a:pt x="146" y="34"/>
                  </a:cubicBezTo>
                  <a:cubicBezTo>
                    <a:pt x="144" y="15"/>
                    <a:pt x="130" y="4"/>
                    <a:pt x="110" y="4"/>
                  </a:cubicBezTo>
                  <a:cubicBezTo>
                    <a:pt x="107" y="4"/>
                    <a:pt x="104" y="4"/>
                    <a:pt x="101" y="4"/>
                  </a:cubicBezTo>
                  <a:cubicBezTo>
                    <a:pt x="102" y="5"/>
                    <a:pt x="102" y="5"/>
                    <a:pt x="102" y="5"/>
                  </a:cubicBezTo>
                  <a:cubicBezTo>
                    <a:pt x="102" y="6"/>
                    <a:pt x="102" y="6"/>
                    <a:pt x="102" y="7"/>
                  </a:cubicBezTo>
                  <a:cubicBezTo>
                    <a:pt x="101" y="9"/>
                    <a:pt x="99" y="10"/>
                    <a:pt x="96" y="11"/>
                  </a:cubicBezTo>
                  <a:cubicBezTo>
                    <a:pt x="93" y="11"/>
                    <a:pt x="90" y="12"/>
                    <a:pt x="89" y="14"/>
                  </a:cubicBezTo>
                  <a:cubicBezTo>
                    <a:pt x="97" y="11"/>
                    <a:pt x="106" y="8"/>
                    <a:pt x="115" y="8"/>
                  </a:cubicBezTo>
                  <a:cubicBezTo>
                    <a:pt x="121" y="8"/>
                    <a:pt x="127" y="9"/>
                    <a:pt x="132" y="12"/>
                  </a:cubicBezTo>
                  <a:cubicBezTo>
                    <a:pt x="133" y="12"/>
                    <a:pt x="133" y="12"/>
                    <a:pt x="133" y="12"/>
                  </a:cubicBezTo>
                  <a:cubicBezTo>
                    <a:pt x="133" y="12"/>
                    <a:pt x="133" y="12"/>
                    <a:pt x="133" y="12"/>
                  </a:cubicBezTo>
                  <a:cubicBezTo>
                    <a:pt x="145" y="27"/>
                    <a:pt x="137" y="40"/>
                    <a:pt x="130" y="52"/>
                  </a:cubicBezTo>
                  <a:cubicBezTo>
                    <a:pt x="126" y="58"/>
                    <a:pt x="123" y="64"/>
                    <a:pt x="122" y="71"/>
                  </a:cubicBezTo>
                  <a:cubicBezTo>
                    <a:pt x="120" y="76"/>
                    <a:pt x="121" y="80"/>
                    <a:pt x="121" y="84"/>
                  </a:cubicBezTo>
                  <a:cubicBezTo>
                    <a:pt x="122" y="72"/>
                    <a:pt x="126" y="63"/>
                    <a:pt x="131" y="55"/>
                  </a:cubicBezTo>
                  <a:cubicBezTo>
                    <a:pt x="135" y="47"/>
                    <a:pt x="139" y="39"/>
                    <a:pt x="140" y="28"/>
                  </a:cubicBezTo>
                  <a:cubicBezTo>
                    <a:pt x="139" y="27"/>
                    <a:pt x="138" y="25"/>
                    <a:pt x="139" y="24"/>
                  </a:cubicBezTo>
                  <a:cubicBezTo>
                    <a:pt x="139" y="24"/>
                    <a:pt x="139" y="24"/>
                    <a:pt x="140" y="24"/>
                  </a:cubicBezTo>
                  <a:cubicBezTo>
                    <a:pt x="140" y="24"/>
                    <a:pt x="140" y="24"/>
                    <a:pt x="140" y="24"/>
                  </a:cubicBezTo>
                  <a:cubicBezTo>
                    <a:pt x="141" y="24"/>
                    <a:pt x="142" y="24"/>
                    <a:pt x="143" y="26"/>
                  </a:cubicBezTo>
                  <a:cubicBezTo>
                    <a:pt x="143" y="26"/>
                    <a:pt x="143" y="26"/>
                    <a:pt x="143" y="26"/>
                  </a:cubicBezTo>
                  <a:cubicBezTo>
                    <a:pt x="145" y="43"/>
                    <a:pt x="139" y="55"/>
                    <a:pt x="133" y="66"/>
                  </a:cubicBezTo>
                  <a:cubicBezTo>
                    <a:pt x="129" y="73"/>
                    <a:pt x="125" y="81"/>
                    <a:pt x="123" y="89"/>
                  </a:cubicBezTo>
                  <a:cubicBezTo>
                    <a:pt x="123" y="90"/>
                    <a:pt x="123" y="90"/>
                    <a:pt x="123" y="90"/>
                  </a:cubicBezTo>
                  <a:cubicBezTo>
                    <a:pt x="123" y="94"/>
                    <a:pt x="124" y="97"/>
                    <a:pt x="124" y="102"/>
                  </a:cubicBezTo>
                  <a:cubicBezTo>
                    <a:pt x="125" y="105"/>
                    <a:pt x="125" y="108"/>
                    <a:pt x="125" y="112"/>
                  </a:cubicBezTo>
                  <a:cubicBezTo>
                    <a:pt x="125" y="124"/>
                    <a:pt x="125" y="135"/>
                    <a:pt x="135" y="137"/>
                  </a:cubicBezTo>
                  <a:cubicBezTo>
                    <a:pt x="129" y="133"/>
                    <a:pt x="129" y="124"/>
                    <a:pt x="129" y="115"/>
                  </a:cubicBezTo>
                  <a:cubicBezTo>
                    <a:pt x="129" y="112"/>
                    <a:pt x="129" y="112"/>
                    <a:pt x="129" y="112"/>
                  </a:cubicBezTo>
                  <a:cubicBezTo>
                    <a:pt x="130" y="112"/>
                    <a:pt x="130" y="112"/>
                    <a:pt x="130" y="112"/>
                  </a:cubicBezTo>
                  <a:cubicBezTo>
                    <a:pt x="133" y="115"/>
                    <a:pt x="137" y="116"/>
                    <a:pt x="141" y="116"/>
                  </a:cubicBezTo>
                  <a:cubicBezTo>
                    <a:pt x="143" y="116"/>
                    <a:pt x="145" y="115"/>
                    <a:pt x="147" y="114"/>
                  </a:cubicBezTo>
                  <a:cubicBezTo>
                    <a:pt x="147" y="112"/>
                    <a:pt x="147" y="109"/>
                    <a:pt x="147" y="106"/>
                  </a:cubicBezTo>
                  <a:cubicBezTo>
                    <a:pt x="147" y="103"/>
                    <a:pt x="147" y="100"/>
                    <a:pt x="147" y="98"/>
                  </a:cubicBezTo>
                  <a:cubicBezTo>
                    <a:pt x="147" y="98"/>
                    <a:pt x="147" y="98"/>
                    <a:pt x="147" y="98"/>
                  </a:cubicBezTo>
                  <a:cubicBezTo>
                    <a:pt x="146" y="99"/>
                    <a:pt x="145" y="99"/>
                    <a:pt x="144" y="99"/>
                  </a:cubicBezTo>
                  <a:cubicBezTo>
                    <a:pt x="143" y="99"/>
                    <a:pt x="142" y="99"/>
                    <a:pt x="141" y="99"/>
                  </a:cubicBezTo>
                  <a:cubicBezTo>
                    <a:pt x="138" y="98"/>
                    <a:pt x="136" y="97"/>
                    <a:pt x="134" y="98"/>
                  </a:cubicBezTo>
                  <a:cubicBezTo>
                    <a:pt x="131" y="99"/>
                    <a:pt x="131" y="99"/>
                    <a:pt x="131" y="99"/>
                  </a:cubicBezTo>
                  <a:cubicBezTo>
                    <a:pt x="133" y="97"/>
                    <a:pt x="133" y="97"/>
                    <a:pt x="133" y="97"/>
                  </a:cubicBezTo>
                  <a:cubicBezTo>
                    <a:pt x="137" y="93"/>
                    <a:pt x="142" y="93"/>
                    <a:pt x="147" y="97"/>
                  </a:cubicBezTo>
                  <a:cubicBezTo>
                    <a:pt x="147" y="97"/>
                    <a:pt x="147" y="97"/>
                    <a:pt x="147" y="97"/>
                  </a:cubicBezTo>
                  <a:cubicBezTo>
                    <a:pt x="147" y="96"/>
                    <a:pt x="146" y="95"/>
                    <a:pt x="146" y="94"/>
                  </a:cubicBezTo>
                  <a:cubicBezTo>
                    <a:pt x="145" y="93"/>
                    <a:pt x="143" y="93"/>
                    <a:pt x="142" y="93"/>
                  </a:cubicBezTo>
                  <a:cubicBezTo>
                    <a:pt x="139" y="93"/>
                    <a:pt x="136" y="94"/>
                    <a:pt x="133" y="96"/>
                  </a:cubicBezTo>
                  <a:cubicBezTo>
                    <a:pt x="130" y="97"/>
                    <a:pt x="128" y="98"/>
                    <a:pt x="126" y="98"/>
                  </a:cubicBezTo>
                  <a:close/>
                  <a:moveTo>
                    <a:pt x="88" y="12"/>
                  </a:moveTo>
                  <a:cubicBezTo>
                    <a:pt x="90" y="11"/>
                    <a:pt x="93" y="10"/>
                    <a:pt x="95" y="9"/>
                  </a:cubicBezTo>
                  <a:cubicBezTo>
                    <a:pt x="98" y="8"/>
                    <a:pt x="100" y="8"/>
                    <a:pt x="101" y="7"/>
                  </a:cubicBezTo>
                  <a:cubicBezTo>
                    <a:pt x="101" y="7"/>
                    <a:pt x="101" y="6"/>
                    <a:pt x="101" y="6"/>
                  </a:cubicBezTo>
                  <a:cubicBezTo>
                    <a:pt x="99" y="7"/>
                    <a:pt x="97" y="8"/>
                    <a:pt x="95" y="9"/>
                  </a:cubicBezTo>
                  <a:cubicBezTo>
                    <a:pt x="92" y="10"/>
                    <a:pt x="89" y="11"/>
                    <a:pt x="88" y="12"/>
                  </a:cubicBezTo>
                  <a:close/>
                  <a:moveTo>
                    <a:pt x="56" y="21"/>
                  </a:moveTo>
                  <a:cubicBezTo>
                    <a:pt x="55" y="21"/>
                    <a:pt x="54" y="21"/>
                    <a:pt x="53" y="20"/>
                  </a:cubicBezTo>
                  <a:cubicBezTo>
                    <a:pt x="49" y="19"/>
                    <a:pt x="45" y="19"/>
                    <a:pt x="40" y="19"/>
                  </a:cubicBezTo>
                  <a:cubicBezTo>
                    <a:pt x="39" y="19"/>
                    <a:pt x="37" y="19"/>
                    <a:pt x="35" y="19"/>
                  </a:cubicBezTo>
                  <a:cubicBezTo>
                    <a:pt x="37" y="20"/>
                    <a:pt x="38" y="20"/>
                    <a:pt x="40" y="20"/>
                  </a:cubicBezTo>
                  <a:cubicBezTo>
                    <a:pt x="44" y="21"/>
                    <a:pt x="47" y="22"/>
                    <a:pt x="50" y="22"/>
                  </a:cubicBezTo>
                  <a:cubicBezTo>
                    <a:pt x="52" y="22"/>
                    <a:pt x="54" y="22"/>
                    <a:pt x="56" y="21"/>
                  </a:cubicBezTo>
                  <a:close/>
                  <a:moveTo>
                    <a:pt x="141" y="27"/>
                  </a:moveTo>
                  <a:cubicBezTo>
                    <a:pt x="141" y="26"/>
                    <a:pt x="141" y="26"/>
                    <a:pt x="140" y="25"/>
                  </a:cubicBezTo>
                  <a:cubicBezTo>
                    <a:pt x="141" y="26"/>
                    <a:pt x="141" y="27"/>
                    <a:pt x="141" y="27"/>
                  </a:cubicBezTo>
                  <a:cubicBezTo>
                    <a:pt x="141" y="28"/>
                    <a:pt x="141" y="28"/>
                    <a:pt x="141" y="28"/>
                  </a:cubicBezTo>
                  <a:cubicBezTo>
                    <a:pt x="141" y="28"/>
                    <a:pt x="141" y="28"/>
                    <a:pt x="141" y="28"/>
                  </a:cubicBezTo>
                  <a:cubicBezTo>
                    <a:pt x="141" y="40"/>
                    <a:pt x="136" y="48"/>
                    <a:pt x="132" y="56"/>
                  </a:cubicBezTo>
                  <a:cubicBezTo>
                    <a:pt x="128" y="64"/>
                    <a:pt x="123" y="72"/>
                    <a:pt x="123" y="84"/>
                  </a:cubicBezTo>
                  <a:cubicBezTo>
                    <a:pt x="125" y="77"/>
                    <a:pt x="128" y="71"/>
                    <a:pt x="131" y="66"/>
                  </a:cubicBezTo>
                  <a:cubicBezTo>
                    <a:pt x="138" y="54"/>
                    <a:pt x="144" y="43"/>
                    <a:pt x="141" y="27"/>
                  </a:cubicBezTo>
                  <a:close/>
                  <a:moveTo>
                    <a:pt x="145" y="98"/>
                  </a:moveTo>
                  <a:cubicBezTo>
                    <a:pt x="142" y="95"/>
                    <a:pt x="139" y="95"/>
                    <a:pt x="136" y="96"/>
                  </a:cubicBezTo>
                  <a:cubicBezTo>
                    <a:pt x="138" y="96"/>
                    <a:pt x="140" y="97"/>
                    <a:pt x="141" y="97"/>
                  </a:cubicBezTo>
                  <a:cubicBezTo>
                    <a:pt x="143" y="98"/>
                    <a:pt x="144" y="98"/>
                    <a:pt x="145" y="98"/>
                  </a:cubicBezTo>
                  <a:close/>
                  <a:moveTo>
                    <a:pt x="132" y="100"/>
                  </a:moveTo>
                  <a:cubicBezTo>
                    <a:pt x="142" y="100"/>
                    <a:pt x="142" y="100"/>
                    <a:pt x="142" y="100"/>
                  </a:cubicBezTo>
                  <a:cubicBezTo>
                    <a:pt x="143" y="100"/>
                    <a:pt x="143" y="100"/>
                    <a:pt x="143" y="100"/>
                  </a:cubicBezTo>
                  <a:cubicBezTo>
                    <a:pt x="146" y="102"/>
                    <a:pt x="146" y="108"/>
                    <a:pt x="146" y="113"/>
                  </a:cubicBezTo>
                  <a:cubicBezTo>
                    <a:pt x="146" y="114"/>
                    <a:pt x="146" y="114"/>
                    <a:pt x="146" y="114"/>
                  </a:cubicBezTo>
                  <a:cubicBezTo>
                    <a:pt x="145" y="114"/>
                    <a:pt x="145" y="114"/>
                    <a:pt x="145" y="114"/>
                  </a:cubicBezTo>
                  <a:cubicBezTo>
                    <a:pt x="138" y="115"/>
                    <a:pt x="132" y="112"/>
                    <a:pt x="130" y="108"/>
                  </a:cubicBezTo>
                  <a:cubicBezTo>
                    <a:pt x="129" y="105"/>
                    <a:pt x="129" y="102"/>
                    <a:pt x="132" y="100"/>
                  </a:cubicBezTo>
                  <a:close/>
                  <a:moveTo>
                    <a:pt x="142" y="101"/>
                  </a:moveTo>
                  <a:cubicBezTo>
                    <a:pt x="133" y="101"/>
                    <a:pt x="133" y="101"/>
                    <a:pt x="133" y="101"/>
                  </a:cubicBezTo>
                  <a:cubicBezTo>
                    <a:pt x="131" y="103"/>
                    <a:pt x="130" y="105"/>
                    <a:pt x="131" y="107"/>
                  </a:cubicBezTo>
                  <a:cubicBezTo>
                    <a:pt x="133" y="111"/>
                    <a:pt x="138" y="113"/>
                    <a:pt x="144" y="112"/>
                  </a:cubicBezTo>
                  <a:cubicBezTo>
                    <a:pt x="145" y="106"/>
                    <a:pt x="144" y="103"/>
                    <a:pt x="142" y="101"/>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95" name="Voľný tvar 51"/>
            <p:cNvSpPr>
              <a:spLocks noEditPoints="1"/>
            </p:cNvSpPr>
            <p:nvPr/>
          </p:nvSpPr>
          <p:spPr bwMode="auto">
            <a:xfrm>
              <a:off x="4205288" y="5753100"/>
              <a:ext cx="303213" cy="344488"/>
            </a:xfrm>
            <a:custGeom>
              <a:avLst/>
              <a:gdLst>
                <a:gd name="T0" fmla="*/ 47 w 135"/>
                <a:gd name="T1" fmla="*/ 133 h 153"/>
                <a:gd name="T2" fmla="*/ 91 w 135"/>
                <a:gd name="T3" fmla="*/ 114 h 153"/>
                <a:gd name="T4" fmla="*/ 47 w 135"/>
                <a:gd name="T5" fmla="*/ 138 h 153"/>
                <a:gd name="T6" fmla="*/ 0 w 135"/>
                <a:gd name="T7" fmla="*/ 124 h 153"/>
                <a:gd name="T8" fmla="*/ 4 w 135"/>
                <a:gd name="T9" fmla="*/ 133 h 153"/>
                <a:gd name="T10" fmla="*/ 97 w 135"/>
                <a:gd name="T11" fmla="*/ 109 h 153"/>
                <a:gd name="T12" fmla="*/ 100 w 135"/>
                <a:gd name="T13" fmla="*/ 94 h 153"/>
                <a:gd name="T14" fmla="*/ 125 w 135"/>
                <a:gd name="T15" fmla="*/ 22 h 153"/>
                <a:gd name="T16" fmla="*/ 101 w 135"/>
                <a:gd name="T17" fmla="*/ 15 h 153"/>
                <a:gd name="T18" fmla="*/ 114 w 135"/>
                <a:gd name="T19" fmla="*/ 5 h 153"/>
                <a:gd name="T20" fmla="*/ 132 w 135"/>
                <a:gd name="T21" fmla="*/ 30 h 153"/>
                <a:gd name="T22" fmla="*/ 107 w 135"/>
                <a:gd name="T23" fmla="*/ 106 h 153"/>
                <a:gd name="T24" fmla="*/ 100 w 135"/>
                <a:gd name="T25" fmla="*/ 137 h 153"/>
                <a:gd name="T26" fmla="*/ 95 w 135"/>
                <a:gd name="T27" fmla="*/ 113 h 153"/>
                <a:gd name="T28" fmla="*/ 47 w 135"/>
                <a:gd name="T29" fmla="*/ 133 h 153"/>
                <a:gd name="T30" fmla="*/ 102 w 135"/>
                <a:gd name="T31" fmla="*/ 107 h 153"/>
                <a:gd name="T32" fmla="*/ 128 w 135"/>
                <a:gd name="T33" fmla="*/ 36 h 153"/>
                <a:gd name="T34" fmla="*/ 102 w 135"/>
                <a:gd name="T35" fmla="*/ 107 h 153"/>
                <a:gd name="T36" fmla="*/ 114 w 135"/>
                <a:gd name="T37" fmla="*/ 110 h 153"/>
                <a:gd name="T38" fmla="*/ 118 w 135"/>
                <a:gd name="T39" fmla="*/ 128 h 153"/>
                <a:gd name="T40" fmla="*/ 114 w 135"/>
                <a:gd name="T41" fmla="*/ 110 h 153"/>
                <a:gd name="T42" fmla="*/ 104 w 135"/>
                <a:gd name="T43" fmla="*/ 110 h 153"/>
                <a:gd name="T44" fmla="*/ 102 w 135"/>
                <a:gd name="T45" fmla="*/ 131 h 153"/>
                <a:gd name="T46" fmla="*/ 115 w 135"/>
                <a:gd name="T47" fmla="*/ 133 h 153"/>
                <a:gd name="T48" fmla="*/ 104 w 135"/>
                <a:gd name="T49" fmla="*/ 11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5" h="153">
                  <a:moveTo>
                    <a:pt x="47" y="133"/>
                  </a:moveTo>
                  <a:cubicBezTo>
                    <a:pt x="62" y="133"/>
                    <a:pt x="76" y="119"/>
                    <a:pt x="91" y="114"/>
                  </a:cubicBezTo>
                  <a:cubicBezTo>
                    <a:pt x="82" y="120"/>
                    <a:pt x="63" y="134"/>
                    <a:pt x="47" y="138"/>
                  </a:cubicBezTo>
                  <a:cubicBezTo>
                    <a:pt x="28" y="143"/>
                    <a:pt x="0" y="144"/>
                    <a:pt x="0" y="124"/>
                  </a:cubicBezTo>
                  <a:cubicBezTo>
                    <a:pt x="6" y="123"/>
                    <a:pt x="1" y="132"/>
                    <a:pt x="4" y="133"/>
                  </a:cubicBezTo>
                  <a:cubicBezTo>
                    <a:pt x="38" y="148"/>
                    <a:pt x="65" y="113"/>
                    <a:pt x="97" y="109"/>
                  </a:cubicBezTo>
                  <a:cubicBezTo>
                    <a:pt x="98" y="104"/>
                    <a:pt x="100" y="100"/>
                    <a:pt x="100" y="94"/>
                  </a:cubicBezTo>
                  <a:cubicBezTo>
                    <a:pt x="109" y="85"/>
                    <a:pt x="131" y="46"/>
                    <a:pt x="125" y="22"/>
                  </a:cubicBezTo>
                  <a:cubicBezTo>
                    <a:pt x="123" y="12"/>
                    <a:pt x="109" y="0"/>
                    <a:pt x="101" y="15"/>
                  </a:cubicBezTo>
                  <a:cubicBezTo>
                    <a:pt x="97" y="9"/>
                    <a:pt x="107" y="4"/>
                    <a:pt x="114" y="5"/>
                  </a:cubicBezTo>
                  <a:cubicBezTo>
                    <a:pt x="125" y="6"/>
                    <a:pt x="131" y="18"/>
                    <a:pt x="132" y="30"/>
                  </a:cubicBezTo>
                  <a:cubicBezTo>
                    <a:pt x="135" y="56"/>
                    <a:pt x="111" y="90"/>
                    <a:pt x="107" y="106"/>
                  </a:cubicBezTo>
                  <a:cubicBezTo>
                    <a:pt x="133" y="105"/>
                    <a:pt x="126" y="153"/>
                    <a:pt x="100" y="137"/>
                  </a:cubicBezTo>
                  <a:cubicBezTo>
                    <a:pt x="97" y="130"/>
                    <a:pt x="98" y="120"/>
                    <a:pt x="95" y="113"/>
                  </a:cubicBezTo>
                  <a:cubicBezTo>
                    <a:pt x="78" y="113"/>
                    <a:pt x="63" y="127"/>
                    <a:pt x="47" y="133"/>
                  </a:cubicBezTo>
                  <a:close/>
                  <a:moveTo>
                    <a:pt x="102" y="107"/>
                  </a:moveTo>
                  <a:cubicBezTo>
                    <a:pt x="112" y="84"/>
                    <a:pt x="130" y="63"/>
                    <a:pt x="128" y="36"/>
                  </a:cubicBezTo>
                  <a:cubicBezTo>
                    <a:pt x="126" y="65"/>
                    <a:pt x="105" y="83"/>
                    <a:pt x="102" y="107"/>
                  </a:cubicBezTo>
                  <a:close/>
                  <a:moveTo>
                    <a:pt x="114" y="110"/>
                  </a:moveTo>
                  <a:cubicBezTo>
                    <a:pt x="117" y="118"/>
                    <a:pt x="121" y="121"/>
                    <a:pt x="118" y="128"/>
                  </a:cubicBezTo>
                  <a:cubicBezTo>
                    <a:pt x="128" y="125"/>
                    <a:pt x="119" y="112"/>
                    <a:pt x="114" y="110"/>
                  </a:cubicBezTo>
                  <a:close/>
                  <a:moveTo>
                    <a:pt x="104" y="110"/>
                  </a:moveTo>
                  <a:cubicBezTo>
                    <a:pt x="100" y="114"/>
                    <a:pt x="100" y="125"/>
                    <a:pt x="102" y="131"/>
                  </a:cubicBezTo>
                  <a:cubicBezTo>
                    <a:pt x="108" y="132"/>
                    <a:pt x="110" y="135"/>
                    <a:pt x="115" y="133"/>
                  </a:cubicBezTo>
                  <a:cubicBezTo>
                    <a:pt x="120" y="121"/>
                    <a:pt x="114" y="111"/>
                    <a:pt x="104" y="110"/>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96" name="Voľný tvar 52"/>
            <p:cNvSpPr>
              <a:spLocks noEditPoints="1"/>
            </p:cNvSpPr>
            <p:nvPr/>
          </p:nvSpPr>
          <p:spPr bwMode="auto">
            <a:xfrm>
              <a:off x="4202113" y="5762625"/>
              <a:ext cx="306388" cy="311150"/>
            </a:xfrm>
            <a:custGeom>
              <a:avLst/>
              <a:gdLst>
                <a:gd name="T0" fmla="*/ 0 w 136"/>
                <a:gd name="T1" fmla="*/ 120 h 138"/>
                <a:gd name="T2" fmla="*/ 4 w 136"/>
                <a:gd name="T3" fmla="*/ 120 h 138"/>
                <a:gd name="T4" fmla="*/ 23 w 136"/>
                <a:gd name="T5" fmla="*/ 132 h 138"/>
                <a:gd name="T6" fmla="*/ 97 w 136"/>
                <a:gd name="T7" fmla="*/ 104 h 138"/>
                <a:gd name="T8" fmla="*/ 100 w 136"/>
                <a:gd name="T9" fmla="*/ 90 h 138"/>
                <a:gd name="T10" fmla="*/ 103 w 136"/>
                <a:gd name="T11" fmla="*/ 11 h 138"/>
                <a:gd name="T12" fmla="*/ 101 w 136"/>
                <a:gd name="T13" fmla="*/ 6 h 138"/>
                <a:gd name="T14" fmla="*/ 134 w 136"/>
                <a:gd name="T15" fmla="*/ 26 h 138"/>
                <a:gd name="T16" fmla="*/ 125 w 136"/>
                <a:gd name="T17" fmla="*/ 119 h 138"/>
                <a:gd name="T18" fmla="*/ 100 w 136"/>
                <a:gd name="T19" fmla="*/ 133 h 138"/>
                <a:gd name="T20" fmla="*/ 96 w 136"/>
                <a:gd name="T21" fmla="*/ 110 h 138"/>
                <a:gd name="T22" fmla="*/ 87 w 136"/>
                <a:gd name="T23" fmla="*/ 115 h 138"/>
                <a:gd name="T24" fmla="*/ 5 w 136"/>
                <a:gd name="T25" fmla="*/ 129 h 138"/>
                <a:gd name="T26" fmla="*/ 48 w 136"/>
                <a:gd name="T27" fmla="*/ 134 h 138"/>
                <a:gd name="T28" fmla="*/ 48 w 136"/>
                <a:gd name="T29" fmla="*/ 129 h 138"/>
                <a:gd name="T30" fmla="*/ 65 w 136"/>
                <a:gd name="T31" fmla="*/ 120 h 138"/>
                <a:gd name="T32" fmla="*/ 97 w 136"/>
                <a:gd name="T33" fmla="*/ 108 h 138"/>
                <a:gd name="T34" fmla="*/ 97 w 136"/>
                <a:gd name="T35" fmla="*/ 109 h 138"/>
                <a:gd name="T36" fmla="*/ 111 w 136"/>
                <a:gd name="T37" fmla="*/ 135 h 138"/>
                <a:gd name="T38" fmla="*/ 118 w 136"/>
                <a:gd name="T39" fmla="*/ 125 h 138"/>
                <a:gd name="T40" fmla="*/ 117 w 136"/>
                <a:gd name="T41" fmla="*/ 129 h 138"/>
                <a:gd name="T42" fmla="*/ 108 w 136"/>
                <a:gd name="T43" fmla="*/ 129 h 138"/>
                <a:gd name="T44" fmla="*/ 103 w 136"/>
                <a:gd name="T45" fmla="*/ 128 h 138"/>
                <a:gd name="T46" fmla="*/ 105 w 136"/>
                <a:gd name="T47" fmla="*/ 105 h 138"/>
                <a:gd name="T48" fmla="*/ 118 w 136"/>
                <a:gd name="T49" fmla="*/ 124 h 138"/>
                <a:gd name="T50" fmla="*/ 114 w 136"/>
                <a:gd name="T51" fmla="*/ 105 h 138"/>
                <a:gd name="T52" fmla="*/ 108 w 136"/>
                <a:gd name="T53" fmla="*/ 102 h 138"/>
                <a:gd name="T54" fmla="*/ 115 w 136"/>
                <a:gd name="T55" fmla="*/ 82 h 138"/>
                <a:gd name="T56" fmla="*/ 102 w 136"/>
                <a:gd name="T57" fmla="*/ 7 h 138"/>
                <a:gd name="T58" fmla="*/ 127 w 136"/>
                <a:gd name="T59" fmla="*/ 18 h 138"/>
                <a:gd name="T60" fmla="*/ 98 w 136"/>
                <a:gd name="T61" fmla="*/ 105 h 138"/>
                <a:gd name="T62" fmla="*/ 23 w 136"/>
                <a:gd name="T63" fmla="*/ 133 h 138"/>
                <a:gd name="T64" fmla="*/ 104 w 136"/>
                <a:gd name="T65" fmla="*/ 127 h 138"/>
                <a:gd name="T66" fmla="*/ 115 w 136"/>
                <a:gd name="T67" fmla="*/ 113 h 138"/>
                <a:gd name="T68" fmla="*/ 89 w 136"/>
                <a:gd name="T69" fmla="*/ 110 h 138"/>
                <a:gd name="T70" fmla="*/ 74 w 136"/>
                <a:gd name="T71" fmla="*/ 118 h 138"/>
                <a:gd name="T72" fmla="*/ 4 w 136"/>
                <a:gd name="T73" fmla="*/ 127 h 138"/>
                <a:gd name="T74" fmla="*/ 2 w 136"/>
                <a:gd name="T75" fmla="*/ 121 h 138"/>
                <a:gd name="T76" fmla="*/ 120 w 136"/>
                <a:gd name="T77" fmla="*/ 123 h 138"/>
                <a:gd name="T78" fmla="*/ 102 w 136"/>
                <a:gd name="T79" fmla="*/ 108 h 138"/>
                <a:gd name="T80" fmla="*/ 128 w 136"/>
                <a:gd name="T81" fmla="*/ 32 h 138"/>
                <a:gd name="T82" fmla="*/ 104 w 136"/>
                <a:gd name="T83" fmla="*/ 103 h 138"/>
                <a:gd name="T84" fmla="*/ 116 w 136"/>
                <a:gd name="T85" fmla="*/ 72 h 138"/>
                <a:gd name="T86" fmla="*/ 128 w 136"/>
                <a:gd name="T87" fmla="*/ 4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6" h="138">
                  <a:moveTo>
                    <a:pt x="26" y="138"/>
                  </a:moveTo>
                  <a:cubicBezTo>
                    <a:pt x="16" y="138"/>
                    <a:pt x="9" y="136"/>
                    <a:pt x="5" y="131"/>
                  </a:cubicBezTo>
                  <a:cubicBezTo>
                    <a:pt x="2" y="129"/>
                    <a:pt x="0" y="125"/>
                    <a:pt x="0" y="120"/>
                  </a:cubicBezTo>
                  <a:cubicBezTo>
                    <a:pt x="0" y="120"/>
                    <a:pt x="0" y="120"/>
                    <a:pt x="0" y="120"/>
                  </a:cubicBezTo>
                  <a:cubicBezTo>
                    <a:pt x="1" y="119"/>
                    <a:pt x="1" y="119"/>
                    <a:pt x="1" y="119"/>
                  </a:cubicBezTo>
                  <a:cubicBezTo>
                    <a:pt x="2" y="119"/>
                    <a:pt x="3" y="119"/>
                    <a:pt x="4" y="120"/>
                  </a:cubicBezTo>
                  <a:cubicBezTo>
                    <a:pt x="5" y="121"/>
                    <a:pt x="5" y="123"/>
                    <a:pt x="5" y="124"/>
                  </a:cubicBezTo>
                  <a:cubicBezTo>
                    <a:pt x="5" y="126"/>
                    <a:pt x="5" y="128"/>
                    <a:pt x="6" y="128"/>
                  </a:cubicBezTo>
                  <a:cubicBezTo>
                    <a:pt x="11" y="131"/>
                    <a:pt x="17" y="132"/>
                    <a:pt x="23" y="132"/>
                  </a:cubicBezTo>
                  <a:cubicBezTo>
                    <a:pt x="37" y="132"/>
                    <a:pt x="49" y="125"/>
                    <a:pt x="63" y="118"/>
                  </a:cubicBezTo>
                  <a:cubicBezTo>
                    <a:pt x="74" y="112"/>
                    <a:pt x="85" y="106"/>
                    <a:pt x="97" y="104"/>
                  </a:cubicBezTo>
                  <a:cubicBezTo>
                    <a:pt x="97" y="104"/>
                    <a:pt x="97" y="104"/>
                    <a:pt x="97" y="104"/>
                  </a:cubicBezTo>
                  <a:cubicBezTo>
                    <a:pt x="99" y="100"/>
                    <a:pt x="100" y="96"/>
                    <a:pt x="100" y="90"/>
                  </a:cubicBezTo>
                  <a:cubicBezTo>
                    <a:pt x="100" y="90"/>
                    <a:pt x="100" y="90"/>
                    <a:pt x="100" y="90"/>
                  </a:cubicBezTo>
                  <a:cubicBezTo>
                    <a:pt x="100" y="90"/>
                    <a:pt x="100" y="90"/>
                    <a:pt x="100" y="90"/>
                  </a:cubicBezTo>
                  <a:cubicBezTo>
                    <a:pt x="109" y="81"/>
                    <a:pt x="132" y="42"/>
                    <a:pt x="125" y="18"/>
                  </a:cubicBezTo>
                  <a:cubicBezTo>
                    <a:pt x="124" y="12"/>
                    <a:pt x="117" y="4"/>
                    <a:pt x="111" y="4"/>
                  </a:cubicBezTo>
                  <a:cubicBezTo>
                    <a:pt x="108" y="4"/>
                    <a:pt x="105" y="7"/>
                    <a:pt x="103" y="11"/>
                  </a:cubicBezTo>
                  <a:cubicBezTo>
                    <a:pt x="102" y="12"/>
                    <a:pt x="102" y="12"/>
                    <a:pt x="102" y="12"/>
                  </a:cubicBezTo>
                  <a:cubicBezTo>
                    <a:pt x="101" y="11"/>
                    <a:pt x="101" y="11"/>
                    <a:pt x="101" y="11"/>
                  </a:cubicBezTo>
                  <a:cubicBezTo>
                    <a:pt x="100" y="9"/>
                    <a:pt x="100" y="8"/>
                    <a:pt x="101" y="6"/>
                  </a:cubicBezTo>
                  <a:cubicBezTo>
                    <a:pt x="103" y="2"/>
                    <a:pt x="109" y="0"/>
                    <a:pt x="114" y="0"/>
                  </a:cubicBezTo>
                  <a:cubicBezTo>
                    <a:pt x="114" y="0"/>
                    <a:pt x="114" y="0"/>
                    <a:pt x="115" y="0"/>
                  </a:cubicBezTo>
                  <a:cubicBezTo>
                    <a:pt x="127" y="1"/>
                    <a:pt x="133" y="14"/>
                    <a:pt x="134" y="26"/>
                  </a:cubicBezTo>
                  <a:cubicBezTo>
                    <a:pt x="136" y="44"/>
                    <a:pt x="125" y="66"/>
                    <a:pt x="117" y="83"/>
                  </a:cubicBezTo>
                  <a:cubicBezTo>
                    <a:pt x="113" y="90"/>
                    <a:pt x="110" y="96"/>
                    <a:pt x="109" y="101"/>
                  </a:cubicBezTo>
                  <a:cubicBezTo>
                    <a:pt x="120" y="101"/>
                    <a:pt x="125" y="110"/>
                    <a:pt x="125" y="119"/>
                  </a:cubicBezTo>
                  <a:cubicBezTo>
                    <a:pt x="125" y="128"/>
                    <a:pt x="120" y="137"/>
                    <a:pt x="111" y="137"/>
                  </a:cubicBezTo>
                  <a:cubicBezTo>
                    <a:pt x="107" y="137"/>
                    <a:pt x="104" y="136"/>
                    <a:pt x="100" y="134"/>
                  </a:cubicBezTo>
                  <a:cubicBezTo>
                    <a:pt x="100" y="133"/>
                    <a:pt x="100" y="133"/>
                    <a:pt x="100" y="133"/>
                  </a:cubicBezTo>
                  <a:cubicBezTo>
                    <a:pt x="100" y="133"/>
                    <a:pt x="100" y="133"/>
                    <a:pt x="100" y="133"/>
                  </a:cubicBezTo>
                  <a:cubicBezTo>
                    <a:pt x="98" y="130"/>
                    <a:pt x="98" y="125"/>
                    <a:pt x="97" y="120"/>
                  </a:cubicBezTo>
                  <a:cubicBezTo>
                    <a:pt x="97" y="116"/>
                    <a:pt x="97" y="113"/>
                    <a:pt x="96" y="110"/>
                  </a:cubicBezTo>
                  <a:cubicBezTo>
                    <a:pt x="95" y="110"/>
                    <a:pt x="95" y="110"/>
                    <a:pt x="94" y="110"/>
                  </a:cubicBezTo>
                  <a:cubicBezTo>
                    <a:pt x="92" y="111"/>
                    <a:pt x="92" y="111"/>
                    <a:pt x="92" y="111"/>
                  </a:cubicBezTo>
                  <a:cubicBezTo>
                    <a:pt x="91" y="112"/>
                    <a:pt x="89" y="113"/>
                    <a:pt x="87" y="115"/>
                  </a:cubicBezTo>
                  <a:cubicBezTo>
                    <a:pt x="77" y="121"/>
                    <a:pt x="61" y="132"/>
                    <a:pt x="48" y="135"/>
                  </a:cubicBezTo>
                  <a:cubicBezTo>
                    <a:pt x="41" y="137"/>
                    <a:pt x="33" y="138"/>
                    <a:pt x="26" y="138"/>
                  </a:cubicBezTo>
                  <a:close/>
                  <a:moveTo>
                    <a:pt x="5" y="129"/>
                  </a:moveTo>
                  <a:cubicBezTo>
                    <a:pt x="5" y="130"/>
                    <a:pt x="5" y="130"/>
                    <a:pt x="6" y="130"/>
                  </a:cubicBezTo>
                  <a:cubicBezTo>
                    <a:pt x="10" y="134"/>
                    <a:pt x="17" y="137"/>
                    <a:pt x="26" y="137"/>
                  </a:cubicBezTo>
                  <a:cubicBezTo>
                    <a:pt x="33" y="137"/>
                    <a:pt x="41" y="135"/>
                    <a:pt x="48" y="134"/>
                  </a:cubicBezTo>
                  <a:cubicBezTo>
                    <a:pt x="61" y="130"/>
                    <a:pt x="76" y="120"/>
                    <a:pt x="86" y="114"/>
                  </a:cubicBezTo>
                  <a:cubicBezTo>
                    <a:pt x="82" y="115"/>
                    <a:pt x="78" y="117"/>
                    <a:pt x="75" y="119"/>
                  </a:cubicBezTo>
                  <a:cubicBezTo>
                    <a:pt x="66" y="124"/>
                    <a:pt x="57" y="129"/>
                    <a:pt x="48" y="129"/>
                  </a:cubicBezTo>
                  <a:cubicBezTo>
                    <a:pt x="44" y="129"/>
                    <a:pt x="44" y="129"/>
                    <a:pt x="44" y="129"/>
                  </a:cubicBezTo>
                  <a:cubicBezTo>
                    <a:pt x="48" y="128"/>
                    <a:pt x="48" y="128"/>
                    <a:pt x="48" y="128"/>
                  </a:cubicBezTo>
                  <a:cubicBezTo>
                    <a:pt x="54" y="126"/>
                    <a:pt x="59" y="123"/>
                    <a:pt x="65" y="120"/>
                  </a:cubicBezTo>
                  <a:cubicBezTo>
                    <a:pt x="75" y="114"/>
                    <a:pt x="85" y="108"/>
                    <a:pt x="96" y="108"/>
                  </a:cubicBezTo>
                  <a:cubicBezTo>
                    <a:pt x="96" y="108"/>
                    <a:pt x="96" y="108"/>
                    <a:pt x="96" y="108"/>
                  </a:cubicBezTo>
                  <a:cubicBezTo>
                    <a:pt x="97" y="108"/>
                    <a:pt x="97" y="108"/>
                    <a:pt x="97" y="108"/>
                  </a:cubicBezTo>
                  <a:cubicBezTo>
                    <a:pt x="97" y="108"/>
                    <a:pt x="97" y="108"/>
                    <a:pt x="97" y="108"/>
                  </a:cubicBezTo>
                  <a:cubicBezTo>
                    <a:pt x="97" y="108"/>
                    <a:pt x="97" y="108"/>
                    <a:pt x="97" y="108"/>
                  </a:cubicBezTo>
                  <a:cubicBezTo>
                    <a:pt x="97" y="109"/>
                    <a:pt x="97" y="109"/>
                    <a:pt x="97" y="109"/>
                  </a:cubicBezTo>
                  <a:cubicBezTo>
                    <a:pt x="98" y="112"/>
                    <a:pt x="99" y="116"/>
                    <a:pt x="99" y="120"/>
                  </a:cubicBezTo>
                  <a:cubicBezTo>
                    <a:pt x="99" y="124"/>
                    <a:pt x="100" y="129"/>
                    <a:pt x="101" y="132"/>
                  </a:cubicBezTo>
                  <a:cubicBezTo>
                    <a:pt x="104" y="134"/>
                    <a:pt x="108" y="135"/>
                    <a:pt x="111" y="135"/>
                  </a:cubicBezTo>
                  <a:cubicBezTo>
                    <a:pt x="118" y="135"/>
                    <a:pt x="122" y="129"/>
                    <a:pt x="123" y="123"/>
                  </a:cubicBezTo>
                  <a:cubicBezTo>
                    <a:pt x="122" y="124"/>
                    <a:pt x="121" y="125"/>
                    <a:pt x="119" y="125"/>
                  </a:cubicBezTo>
                  <a:cubicBezTo>
                    <a:pt x="118" y="125"/>
                    <a:pt x="118" y="125"/>
                    <a:pt x="118" y="125"/>
                  </a:cubicBezTo>
                  <a:cubicBezTo>
                    <a:pt x="118" y="127"/>
                    <a:pt x="117" y="128"/>
                    <a:pt x="117" y="129"/>
                  </a:cubicBezTo>
                  <a:cubicBezTo>
                    <a:pt x="117" y="129"/>
                    <a:pt x="117" y="129"/>
                    <a:pt x="117" y="129"/>
                  </a:cubicBezTo>
                  <a:cubicBezTo>
                    <a:pt x="117" y="129"/>
                    <a:pt x="117" y="129"/>
                    <a:pt x="117" y="129"/>
                  </a:cubicBezTo>
                  <a:cubicBezTo>
                    <a:pt x="115" y="130"/>
                    <a:pt x="114" y="130"/>
                    <a:pt x="113" y="130"/>
                  </a:cubicBezTo>
                  <a:cubicBezTo>
                    <a:pt x="113" y="130"/>
                    <a:pt x="113" y="130"/>
                    <a:pt x="113" y="130"/>
                  </a:cubicBezTo>
                  <a:cubicBezTo>
                    <a:pt x="111" y="130"/>
                    <a:pt x="109" y="130"/>
                    <a:pt x="108" y="129"/>
                  </a:cubicBezTo>
                  <a:cubicBezTo>
                    <a:pt x="106" y="129"/>
                    <a:pt x="105" y="128"/>
                    <a:pt x="103" y="128"/>
                  </a:cubicBezTo>
                  <a:cubicBezTo>
                    <a:pt x="103" y="128"/>
                    <a:pt x="103" y="128"/>
                    <a:pt x="103" y="128"/>
                  </a:cubicBezTo>
                  <a:cubicBezTo>
                    <a:pt x="103" y="128"/>
                    <a:pt x="103" y="128"/>
                    <a:pt x="103" y="128"/>
                  </a:cubicBezTo>
                  <a:cubicBezTo>
                    <a:pt x="100" y="122"/>
                    <a:pt x="100" y="110"/>
                    <a:pt x="104" y="105"/>
                  </a:cubicBezTo>
                  <a:cubicBezTo>
                    <a:pt x="105" y="105"/>
                    <a:pt x="105" y="105"/>
                    <a:pt x="105" y="105"/>
                  </a:cubicBezTo>
                  <a:cubicBezTo>
                    <a:pt x="105" y="105"/>
                    <a:pt x="105" y="105"/>
                    <a:pt x="105" y="105"/>
                  </a:cubicBezTo>
                  <a:cubicBezTo>
                    <a:pt x="110" y="106"/>
                    <a:pt x="114" y="108"/>
                    <a:pt x="116" y="112"/>
                  </a:cubicBezTo>
                  <a:cubicBezTo>
                    <a:pt x="118" y="116"/>
                    <a:pt x="119" y="120"/>
                    <a:pt x="118" y="124"/>
                  </a:cubicBezTo>
                  <a:cubicBezTo>
                    <a:pt x="118" y="124"/>
                    <a:pt x="118" y="124"/>
                    <a:pt x="118" y="124"/>
                  </a:cubicBezTo>
                  <a:cubicBezTo>
                    <a:pt x="121" y="119"/>
                    <a:pt x="119" y="116"/>
                    <a:pt x="117" y="112"/>
                  </a:cubicBezTo>
                  <a:cubicBezTo>
                    <a:pt x="116" y="110"/>
                    <a:pt x="115" y="109"/>
                    <a:pt x="114" y="106"/>
                  </a:cubicBezTo>
                  <a:cubicBezTo>
                    <a:pt x="114" y="105"/>
                    <a:pt x="114" y="105"/>
                    <a:pt x="114" y="105"/>
                  </a:cubicBezTo>
                  <a:cubicBezTo>
                    <a:pt x="115" y="105"/>
                    <a:pt x="115" y="105"/>
                    <a:pt x="115" y="105"/>
                  </a:cubicBezTo>
                  <a:cubicBezTo>
                    <a:pt x="117" y="106"/>
                    <a:pt x="121" y="109"/>
                    <a:pt x="123" y="113"/>
                  </a:cubicBezTo>
                  <a:cubicBezTo>
                    <a:pt x="121" y="107"/>
                    <a:pt x="116" y="102"/>
                    <a:pt x="108" y="102"/>
                  </a:cubicBezTo>
                  <a:cubicBezTo>
                    <a:pt x="107" y="102"/>
                    <a:pt x="107" y="102"/>
                    <a:pt x="107" y="102"/>
                  </a:cubicBezTo>
                  <a:cubicBezTo>
                    <a:pt x="107" y="101"/>
                    <a:pt x="107" y="101"/>
                    <a:pt x="107" y="101"/>
                  </a:cubicBezTo>
                  <a:cubicBezTo>
                    <a:pt x="108" y="97"/>
                    <a:pt x="112" y="90"/>
                    <a:pt x="115" y="82"/>
                  </a:cubicBezTo>
                  <a:cubicBezTo>
                    <a:pt x="124" y="65"/>
                    <a:pt x="134" y="44"/>
                    <a:pt x="133" y="26"/>
                  </a:cubicBezTo>
                  <a:cubicBezTo>
                    <a:pt x="131" y="15"/>
                    <a:pt x="126" y="3"/>
                    <a:pt x="115" y="2"/>
                  </a:cubicBezTo>
                  <a:cubicBezTo>
                    <a:pt x="110" y="1"/>
                    <a:pt x="104" y="4"/>
                    <a:pt x="102" y="7"/>
                  </a:cubicBezTo>
                  <a:cubicBezTo>
                    <a:pt x="102" y="7"/>
                    <a:pt x="102" y="8"/>
                    <a:pt x="102" y="9"/>
                  </a:cubicBezTo>
                  <a:cubicBezTo>
                    <a:pt x="105" y="4"/>
                    <a:pt x="109" y="3"/>
                    <a:pt x="111" y="3"/>
                  </a:cubicBezTo>
                  <a:cubicBezTo>
                    <a:pt x="118" y="3"/>
                    <a:pt x="125" y="11"/>
                    <a:pt x="127" y="18"/>
                  </a:cubicBezTo>
                  <a:cubicBezTo>
                    <a:pt x="133" y="42"/>
                    <a:pt x="110" y="81"/>
                    <a:pt x="101" y="91"/>
                  </a:cubicBezTo>
                  <a:cubicBezTo>
                    <a:pt x="102" y="96"/>
                    <a:pt x="100" y="100"/>
                    <a:pt x="99" y="104"/>
                  </a:cubicBezTo>
                  <a:cubicBezTo>
                    <a:pt x="98" y="105"/>
                    <a:pt x="98" y="105"/>
                    <a:pt x="98" y="105"/>
                  </a:cubicBezTo>
                  <a:cubicBezTo>
                    <a:pt x="98" y="105"/>
                    <a:pt x="98" y="105"/>
                    <a:pt x="98" y="105"/>
                  </a:cubicBezTo>
                  <a:cubicBezTo>
                    <a:pt x="86" y="107"/>
                    <a:pt x="75" y="113"/>
                    <a:pt x="64" y="119"/>
                  </a:cubicBezTo>
                  <a:cubicBezTo>
                    <a:pt x="51" y="126"/>
                    <a:pt x="37" y="133"/>
                    <a:pt x="23" y="133"/>
                  </a:cubicBezTo>
                  <a:cubicBezTo>
                    <a:pt x="17" y="133"/>
                    <a:pt x="11" y="132"/>
                    <a:pt x="5" y="129"/>
                  </a:cubicBezTo>
                  <a:cubicBezTo>
                    <a:pt x="5" y="129"/>
                    <a:pt x="5" y="129"/>
                    <a:pt x="5" y="129"/>
                  </a:cubicBezTo>
                  <a:close/>
                  <a:moveTo>
                    <a:pt x="104" y="127"/>
                  </a:moveTo>
                  <a:cubicBezTo>
                    <a:pt x="106" y="127"/>
                    <a:pt x="107" y="127"/>
                    <a:pt x="108" y="128"/>
                  </a:cubicBezTo>
                  <a:cubicBezTo>
                    <a:pt x="111" y="129"/>
                    <a:pt x="113" y="129"/>
                    <a:pt x="116" y="128"/>
                  </a:cubicBezTo>
                  <a:cubicBezTo>
                    <a:pt x="118" y="123"/>
                    <a:pt x="118" y="117"/>
                    <a:pt x="115" y="113"/>
                  </a:cubicBezTo>
                  <a:cubicBezTo>
                    <a:pt x="113" y="110"/>
                    <a:pt x="109" y="107"/>
                    <a:pt x="105" y="107"/>
                  </a:cubicBezTo>
                  <a:cubicBezTo>
                    <a:pt x="102" y="111"/>
                    <a:pt x="102" y="121"/>
                    <a:pt x="104" y="127"/>
                  </a:cubicBezTo>
                  <a:close/>
                  <a:moveTo>
                    <a:pt x="89" y="110"/>
                  </a:moveTo>
                  <a:cubicBezTo>
                    <a:pt x="81" y="112"/>
                    <a:pt x="73" y="117"/>
                    <a:pt x="65" y="121"/>
                  </a:cubicBezTo>
                  <a:cubicBezTo>
                    <a:pt x="61" y="123"/>
                    <a:pt x="57" y="125"/>
                    <a:pt x="53" y="127"/>
                  </a:cubicBezTo>
                  <a:cubicBezTo>
                    <a:pt x="60" y="126"/>
                    <a:pt x="67" y="122"/>
                    <a:pt x="74" y="118"/>
                  </a:cubicBezTo>
                  <a:cubicBezTo>
                    <a:pt x="79" y="115"/>
                    <a:pt x="84" y="112"/>
                    <a:pt x="89" y="110"/>
                  </a:cubicBezTo>
                  <a:close/>
                  <a:moveTo>
                    <a:pt x="2" y="121"/>
                  </a:moveTo>
                  <a:cubicBezTo>
                    <a:pt x="2" y="123"/>
                    <a:pt x="3" y="125"/>
                    <a:pt x="4" y="127"/>
                  </a:cubicBezTo>
                  <a:cubicBezTo>
                    <a:pt x="3" y="127"/>
                    <a:pt x="3" y="125"/>
                    <a:pt x="3" y="124"/>
                  </a:cubicBezTo>
                  <a:cubicBezTo>
                    <a:pt x="3" y="123"/>
                    <a:pt x="4" y="122"/>
                    <a:pt x="3" y="121"/>
                  </a:cubicBezTo>
                  <a:cubicBezTo>
                    <a:pt x="3" y="121"/>
                    <a:pt x="3" y="121"/>
                    <a:pt x="2" y="121"/>
                  </a:cubicBezTo>
                  <a:close/>
                  <a:moveTo>
                    <a:pt x="116" y="108"/>
                  </a:moveTo>
                  <a:cubicBezTo>
                    <a:pt x="117" y="109"/>
                    <a:pt x="118" y="110"/>
                    <a:pt x="118" y="111"/>
                  </a:cubicBezTo>
                  <a:cubicBezTo>
                    <a:pt x="120" y="115"/>
                    <a:pt x="122" y="118"/>
                    <a:pt x="120" y="123"/>
                  </a:cubicBezTo>
                  <a:cubicBezTo>
                    <a:pt x="122" y="122"/>
                    <a:pt x="123" y="121"/>
                    <a:pt x="123" y="119"/>
                  </a:cubicBezTo>
                  <a:cubicBezTo>
                    <a:pt x="123" y="115"/>
                    <a:pt x="119" y="110"/>
                    <a:pt x="116" y="108"/>
                  </a:cubicBezTo>
                  <a:close/>
                  <a:moveTo>
                    <a:pt x="102" y="108"/>
                  </a:moveTo>
                  <a:cubicBezTo>
                    <a:pt x="103" y="103"/>
                    <a:pt x="103" y="103"/>
                    <a:pt x="103" y="103"/>
                  </a:cubicBezTo>
                  <a:cubicBezTo>
                    <a:pt x="104" y="92"/>
                    <a:pt x="109" y="82"/>
                    <a:pt x="114" y="72"/>
                  </a:cubicBezTo>
                  <a:cubicBezTo>
                    <a:pt x="121" y="60"/>
                    <a:pt x="127" y="47"/>
                    <a:pt x="128" y="32"/>
                  </a:cubicBezTo>
                  <a:cubicBezTo>
                    <a:pt x="130" y="32"/>
                    <a:pt x="130" y="32"/>
                    <a:pt x="130" y="32"/>
                  </a:cubicBezTo>
                  <a:cubicBezTo>
                    <a:pt x="131" y="51"/>
                    <a:pt x="122" y="68"/>
                    <a:pt x="114" y="84"/>
                  </a:cubicBezTo>
                  <a:cubicBezTo>
                    <a:pt x="110" y="90"/>
                    <a:pt x="107" y="97"/>
                    <a:pt x="104" y="103"/>
                  </a:cubicBezTo>
                  <a:lnTo>
                    <a:pt x="102" y="108"/>
                  </a:lnTo>
                  <a:close/>
                  <a:moveTo>
                    <a:pt x="128" y="44"/>
                  </a:moveTo>
                  <a:cubicBezTo>
                    <a:pt x="125" y="54"/>
                    <a:pt x="120" y="63"/>
                    <a:pt x="116" y="72"/>
                  </a:cubicBezTo>
                  <a:cubicBezTo>
                    <a:pt x="111" y="81"/>
                    <a:pt x="107" y="89"/>
                    <a:pt x="105" y="97"/>
                  </a:cubicBezTo>
                  <a:cubicBezTo>
                    <a:pt x="108" y="92"/>
                    <a:pt x="110" y="88"/>
                    <a:pt x="112" y="83"/>
                  </a:cubicBezTo>
                  <a:cubicBezTo>
                    <a:pt x="119" y="71"/>
                    <a:pt x="126" y="58"/>
                    <a:pt x="128" y="44"/>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grpSp>
      <p:sp>
        <p:nvSpPr>
          <p:cNvPr id="97" name="Zástupný obrázok 33" descr="Prázdny zástupný objekt na pridanie obrázka. Kliknite na zástupný objekt a vyberte požadovaný obrázok."/>
          <p:cNvSpPr>
            <a:spLocks noGrp="1"/>
          </p:cNvSpPr>
          <p:nvPr>
            <p:ph type="pic" sz="quarter" idx="17"/>
          </p:nvPr>
        </p:nvSpPr>
        <p:spPr>
          <a:xfrm>
            <a:off x="840795" y="1020193"/>
            <a:ext cx="3886200" cy="4572000"/>
          </a:xfrm>
          <a:solidFill>
            <a:schemeClr val="bg2"/>
          </a:solidFill>
          <a:ln w="38100">
            <a:solidFill>
              <a:schemeClr val="bg1"/>
            </a:solidFill>
          </a:ln>
        </p:spPr>
        <p:txBody>
          <a:bodyPr rtlCol="0"/>
          <a:lstStyle>
            <a:lvl1pPr marL="0" indent="0" algn="ctr" rtl="0">
              <a:buNone/>
              <a:defRPr/>
            </a:lvl1pPr>
          </a:lstStyle>
          <a:p>
            <a:pPr rtl="0"/>
            <a:r>
              <a:rPr lang="sk-SK"/>
              <a:t>Ak chcete pridať obrázok, kliknite na ikonu</a:t>
            </a:r>
            <a:endParaRPr dirty="0"/>
          </a:p>
        </p:txBody>
      </p:sp>
      <p:grpSp>
        <p:nvGrpSpPr>
          <p:cNvPr id="98" name="Skupina 97"/>
          <p:cNvGrpSpPr/>
          <p:nvPr/>
        </p:nvGrpSpPr>
        <p:grpSpPr>
          <a:xfrm>
            <a:off x="5322489" y="319177"/>
            <a:ext cx="3389607" cy="2710838"/>
            <a:chOff x="895350" y="3313113"/>
            <a:chExt cx="3613151" cy="2790825"/>
          </a:xfrm>
          <a:solidFill>
            <a:schemeClr val="tx1">
              <a:lumMod val="50000"/>
            </a:schemeClr>
          </a:solidFill>
        </p:grpSpPr>
        <p:sp>
          <p:nvSpPr>
            <p:cNvPr id="99" name="Voľný tvar 41"/>
            <p:cNvSpPr>
              <a:spLocks/>
            </p:cNvSpPr>
            <p:nvPr/>
          </p:nvSpPr>
          <p:spPr bwMode="auto">
            <a:xfrm>
              <a:off x="963613" y="3725863"/>
              <a:ext cx="11113" cy="1952625"/>
            </a:xfrm>
            <a:custGeom>
              <a:avLst/>
              <a:gdLst>
                <a:gd name="T0" fmla="*/ 3 w 5"/>
                <a:gd name="T1" fmla="*/ 0 h 868"/>
                <a:gd name="T2" fmla="*/ 4 w 5"/>
                <a:gd name="T3" fmla="*/ 217 h 868"/>
                <a:gd name="T4" fmla="*/ 3 w 5"/>
                <a:gd name="T5" fmla="*/ 326 h 868"/>
                <a:gd name="T6" fmla="*/ 4 w 5"/>
                <a:gd name="T7" fmla="*/ 434 h 868"/>
                <a:gd name="T8" fmla="*/ 4 w 5"/>
                <a:gd name="T9" fmla="*/ 651 h 868"/>
                <a:gd name="T10" fmla="*/ 4 w 5"/>
                <a:gd name="T11" fmla="*/ 760 h 868"/>
                <a:gd name="T12" fmla="*/ 3 w 5"/>
                <a:gd name="T13" fmla="*/ 868 h 868"/>
                <a:gd name="T14" fmla="*/ 2 w 5"/>
                <a:gd name="T15" fmla="*/ 868 h 868"/>
                <a:gd name="T16" fmla="*/ 1 w 5"/>
                <a:gd name="T17" fmla="*/ 760 h 868"/>
                <a:gd name="T18" fmla="*/ 0 w 5"/>
                <a:gd name="T19" fmla="*/ 651 h 868"/>
                <a:gd name="T20" fmla="*/ 1 w 5"/>
                <a:gd name="T21" fmla="*/ 434 h 868"/>
                <a:gd name="T22" fmla="*/ 2 w 5"/>
                <a:gd name="T23" fmla="*/ 326 h 868"/>
                <a:gd name="T24" fmla="*/ 1 w 5"/>
                <a:gd name="T25" fmla="*/ 217 h 868"/>
                <a:gd name="T26" fmla="*/ 2 w 5"/>
                <a:gd name="T27" fmla="*/ 0 h 868"/>
                <a:gd name="T28" fmla="*/ 3 w 5"/>
                <a:gd name="T29" fmla="*/ 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868">
                  <a:moveTo>
                    <a:pt x="3" y="0"/>
                  </a:moveTo>
                  <a:cubicBezTo>
                    <a:pt x="4" y="73"/>
                    <a:pt x="4" y="145"/>
                    <a:pt x="4" y="217"/>
                  </a:cubicBezTo>
                  <a:cubicBezTo>
                    <a:pt x="4" y="253"/>
                    <a:pt x="3" y="290"/>
                    <a:pt x="3" y="326"/>
                  </a:cubicBezTo>
                  <a:cubicBezTo>
                    <a:pt x="3" y="362"/>
                    <a:pt x="3" y="398"/>
                    <a:pt x="4" y="434"/>
                  </a:cubicBezTo>
                  <a:cubicBezTo>
                    <a:pt x="4" y="507"/>
                    <a:pt x="5" y="579"/>
                    <a:pt x="4" y="651"/>
                  </a:cubicBezTo>
                  <a:cubicBezTo>
                    <a:pt x="5" y="687"/>
                    <a:pt x="4" y="724"/>
                    <a:pt x="4" y="760"/>
                  </a:cubicBezTo>
                  <a:cubicBezTo>
                    <a:pt x="4" y="796"/>
                    <a:pt x="3" y="832"/>
                    <a:pt x="3" y="868"/>
                  </a:cubicBezTo>
                  <a:cubicBezTo>
                    <a:pt x="2" y="868"/>
                    <a:pt x="2" y="868"/>
                    <a:pt x="2" y="868"/>
                  </a:cubicBezTo>
                  <a:cubicBezTo>
                    <a:pt x="2" y="832"/>
                    <a:pt x="1" y="796"/>
                    <a:pt x="1" y="760"/>
                  </a:cubicBezTo>
                  <a:cubicBezTo>
                    <a:pt x="1" y="724"/>
                    <a:pt x="0" y="687"/>
                    <a:pt x="0" y="651"/>
                  </a:cubicBezTo>
                  <a:cubicBezTo>
                    <a:pt x="0" y="579"/>
                    <a:pt x="1" y="507"/>
                    <a:pt x="1" y="434"/>
                  </a:cubicBezTo>
                  <a:cubicBezTo>
                    <a:pt x="2" y="398"/>
                    <a:pt x="2" y="362"/>
                    <a:pt x="2" y="326"/>
                  </a:cubicBezTo>
                  <a:cubicBezTo>
                    <a:pt x="2" y="290"/>
                    <a:pt x="1" y="253"/>
                    <a:pt x="1" y="217"/>
                  </a:cubicBezTo>
                  <a:cubicBezTo>
                    <a:pt x="0" y="145"/>
                    <a:pt x="1" y="73"/>
                    <a:pt x="2" y="0"/>
                  </a:cubicBezTo>
                  <a:lnTo>
                    <a:pt x="3" y="0"/>
                  </a:ln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00" name="Voľný tvar 42"/>
            <p:cNvSpPr>
              <a:spLocks/>
            </p:cNvSpPr>
            <p:nvPr/>
          </p:nvSpPr>
          <p:spPr bwMode="auto">
            <a:xfrm>
              <a:off x="1350963" y="6038850"/>
              <a:ext cx="2736850" cy="11113"/>
            </a:xfrm>
            <a:custGeom>
              <a:avLst/>
              <a:gdLst>
                <a:gd name="T0" fmla="*/ 0 w 1216"/>
                <a:gd name="T1" fmla="*/ 2 h 5"/>
                <a:gd name="T2" fmla="*/ 304 w 1216"/>
                <a:gd name="T3" fmla="*/ 1 h 5"/>
                <a:gd name="T4" fmla="*/ 456 w 1216"/>
                <a:gd name="T5" fmla="*/ 2 h 5"/>
                <a:gd name="T6" fmla="*/ 608 w 1216"/>
                <a:gd name="T7" fmla="*/ 1 h 5"/>
                <a:gd name="T8" fmla="*/ 912 w 1216"/>
                <a:gd name="T9" fmla="*/ 0 h 5"/>
                <a:gd name="T10" fmla="*/ 1064 w 1216"/>
                <a:gd name="T11" fmla="*/ 1 h 5"/>
                <a:gd name="T12" fmla="*/ 1216 w 1216"/>
                <a:gd name="T13" fmla="*/ 2 h 5"/>
                <a:gd name="T14" fmla="*/ 1216 w 1216"/>
                <a:gd name="T15" fmla="*/ 2 h 5"/>
                <a:gd name="T16" fmla="*/ 1064 w 1216"/>
                <a:gd name="T17" fmla="*/ 4 h 5"/>
                <a:gd name="T18" fmla="*/ 912 w 1216"/>
                <a:gd name="T19" fmla="*/ 4 h 5"/>
                <a:gd name="T20" fmla="*/ 608 w 1216"/>
                <a:gd name="T21" fmla="*/ 3 h 5"/>
                <a:gd name="T22" fmla="*/ 456 w 1216"/>
                <a:gd name="T23" fmla="*/ 3 h 5"/>
                <a:gd name="T24" fmla="*/ 304 w 1216"/>
                <a:gd name="T25" fmla="*/ 4 h 5"/>
                <a:gd name="T26" fmla="*/ 0 w 1216"/>
                <a:gd name="T2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6" h="5">
                  <a:moveTo>
                    <a:pt x="0" y="2"/>
                  </a:moveTo>
                  <a:cubicBezTo>
                    <a:pt x="101" y="1"/>
                    <a:pt x="202" y="0"/>
                    <a:pt x="304" y="1"/>
                  </a:cubicBezTo>
                  <a:cubicBezTo>
                    <a:pt x="354" y="1"/>
                    <a:pt x="405" y="2"/>
                    <a:pt x="456" y="2"/>
                  </a:cubicBezTo>
                  <a:cubicBezTo>
                    <a:pt x="506" y="2"/>
                    <a:pt x="557" y="1"/>
                    <a:pt x="608" y="1"/>
                  </a:cubicBezTo>
                  <a:cubicBezTo>
                    <a:pt x="709" y="1"/>
                    <a:pt x="810" y="0"/>
                    <a:pt x="912" y="0"/>
                  </a:cubicBezTo>
                  <a:cubicBezTo>
                    <a:pt x="962" y="0"/>
                    <a:pt x="1013" y="1"/>
                    <a:pt x="1064" y="1"/>
                  </a:cubicBezTo>
                  <a:cubicBezTo>
                    <a:pt x="1114" y="1"/>
                    <a:pt x="1165" y="1"/>
                    <a:pt x="1216" y="2"/>
                  </a:cubicBezTo>
                  <a:cubicBezTo>
                    <a:pt x="1216" y="2"/>
                    <a:pt x="1216" y="2"/>
                    <a:pt x="1216" y="2"/>
                  </a:cubicBezTo>
                  <a:cubicBezTo>
                    <a:pt x="1165" y="3"/>
                    <a:pt x="1114" y="3"/>
                    <a:pt x="1064" y="4"/>
                  </a:cubicBezTo>
                  <a:cubicBezTo>
                    <a:pt x="1013" y="4"/>
                    <a:pt x="962" y="4"/>
                    <a:pt x="912" y="4"/>
                  </a:cubicBezTo>
                  <a:cubicBezTo>
                    <a:pt x="810" y="5"/>
                    <a:pt x="709" y="4"/>
                    <a:pt x="608" y="3"/>
                  </a:cubicBezTo>
                  <a:cubicBezTo>
                    <a:pt x="557" y="3"/>
                    <a:pt x="506" y="3"/>
                    <a:pt x="456" y="3"/>
                  </a:cubicBezTo>
                  <a:cubicBezTo>
                    <a:pt x="405" y="3"/>
                    <a:pt x="354" y="4"/>
                    <a:pt x="304" y="4"/>
                  </a:cubicBezTo>
                  <a:cubicBezTo>
                    <a:pt x="202" y="4"/>
                    <a:pt x="101" y="4"/>
                    <a:pt x="0" y="2"/>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01" name="Voľný tvar 43"/>
            <p:cNvSpPr>
              <a:spLocks/>
            </p:cNvSpPr>
            <p:nvPr/>
          </p:nvSpPr>
          <p:spPr bwMode="auto">
            <a:xfrm>
              <a:off x="1330325" y="3378200"/>
              <a:ext cx="2743200" cy="11113"/>
            </a:xfrm>
            <a:custGeom>
              <a:avLst/>
              <a:gdLst>
                <a:gd name="T0" fmla="*/ 0 w 1219"/>
                <a:gd name="T1" fmla="*/ 2 h 5"/>
                <a:gd name="T2" fmla="*/ 304 w 1219"/>
                <a:gd name="T3" fmla="*/ 1 h 5"/>
                <a:gd name="T4" fmla="*/ 457 w 1219"/>
                <a:gd name="T5" fmla="*/ 2 h 5"/>
                <a:gd name="T6" fmla="*/ 609 w 1219"/>
                <a:gd name="T7" fmla="*/ 1 h 5"/>
                <a:gd name="T8" fmla="*/ 914 w 1219"/>
                <a:gd name="T9" fmla="*/ 0 h 5"/>
                <a:gd name="T10" fmla="*/ 1067 w 1219"/>
                <a:gd name="T11" fmla="*/ 1 h 5"/>
                <a:gd name="T12" fmla="*/ 1219 w 1219"/>
                <a:gd name="T13" fmla="*/ 2 h 5"/>
                <a:gd name="T14" fmla="*/ 1219 w 1219"/>
                <a:gd name="T15" fmla="*/ 3 h 5"/>
                <a:gd name="T16" fmla="*/ 1067 w 1219"/>
                <a:gd name="T17" fmla="*/ 4 h 5"/>
                <a:gd name="T18" fmla="*/ 914 w 1219"/>
                <a:gd name="T19" fmla="*/ 4 h 5"/>
                <a:gd name="T20" fmla="*/ 609 w 1219"/>
                <a:gd name="T21" fmla="*/ 3 h 5"/>
                <a:gd name="T22" fmla="*/ 457 w 1219"/>
                <a:gd name="T23" fmla="*/ 3 h 5"/>
                <a:gd name="T24" fmla="*/ 304 w 1219"/>
                <a:gd name="T25" fmla="*/ 4 h 5"/>
                <a:gd name="T26" fmla="*/ 0 w 1219"/>
                <a:gd name="T27" fmla="*/ 3 h 5"/>
                <a:gd name="T28" fmla="*/ 0 w 1219"/>
                <a:gd name="T29"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9" h="5">
                  <a:moveTo>
                    <a:pt x="0" y="2"/>
                  </a:moveTo>
                  <a:cubicBezTo>
                    <a:pt x="101" y="1"/>
                    <a:pt x="203" y="0"/>
                    <a:pt x="304" y="1"/>
                  </a:cubicBezTo>
                  <a:cubicBezTo>
                    <a:pt x="355" y="1"/>
                    <a:pt x="406" y="2"/>
                    <a:pt x="457" y="2"/>
                  </a:cubicBezTo>
                  <a:cubicBezTo>
                    <a:pt x="508" y="2"/>
                    <a:pt x="559" y="1"/>
                    <a:pt x="609" y="1"/>
                  </a:cubicBezTo>
                  <a:cubicBezTo>
                    <a:pt x="711" y="1"/>
                    <a:pt x="813" y="0"/>
                    <a:pt x="914" y="0"/>
                  </a:cubicBezTo>
                  <a:cubicBezTo>
                    <a:pt x="965" y="0"/>
                    <a:pt x="1016" y="1"/>
                    <a:pt x="1067" y="1"/>
                  </a:cubicBezTo>
                  <a:cubicBezTo>
                    <a:pt x="1117" y="1"/>
                    <a:pt x="1168" y="1"/>
                    <a:pt x="1219" y="2"/>
                  </a:cubicBezTo>
                  <a:cubicBezTo>
                    <a:pt x="1219" y="3"/>
                    <a:pt x="1219" y="3"/>
                    <a:pt x="1219" y="3"/>
                  </a:cubicBezTo>
                  <a:cubicBezTo>
                    <a:pt x="1168" y="3"/>
                    <a:pt x="1117" y="4"/>
                    <a:pt x="1067" y="4"/>
                  </a:cubicBezTo>
                  <a:cubicBezTo>
                    <a:pt x="1016" y="4"/>
                    <a:pt x="965" y="4"/>
                    <a:pt x="914" y="4"/>
                  </a:cubicBezTo>
                  <a:cubicBezTo>
                    <a:pt x="813" y="5"/>
                    <a:pt x="711" y="4"/>
                    <a:pt x="609" y="3"/>
                  </a:cubicBezTo>
                  <a:cubicBezTo>
                    <a:pt x="559" y="3"/>
                    <a:pt x="508" y="3"/>
                    <a:pt x="457" y="3"/>
                  </a:cubicBezTo>
                  <a:cubicBezTo>
                    <a:pt x="406" y="3"/>
                    <a:pt x="355" y="4"/>
                    <a:pt x="304" y="4"/>
                  </a:cubicBezTo>
                  <a:cubicBezTo>
                    <a:pt x="203" y="4"/>
                    <a:pt x="101" y="4"/>
                    <a:pt x="0" y="3"/>
                  </a:cubicBezTo>
                  <a:lnTo>
                    <a:pt x="0" y="2"/>
                  </a:ln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02" name="Voľný tvar 44"/>
            <p:cNvSpPr>
              <a:spLocks/>
            </p:cNvSpPr>
            <p:nvPr/>
          </p:nvSpPr>
          <p:spPr bwMode="auto">
            <a:xfrm>
              <a:off x="4443413" y="3759200"/>
              <a:ext cx="9525" cy="1919288"/>
            </a:xfrm>
            <a:custGeom>
              <a:avLst/>
              <a:gdLst>
                <a:gd name="T0" fmla="*/ 2 w 4"/>
                <a:gd name="T1" fmla="*/ 853 h 853"/>
                <a:gd name="T2" fmla="*/ 0 w 4"/>
                <a:gd name="T3" fmla="*/ 640 h 853"/>
                <a:gd name="T4" fmla="*/ 1 w 4"/>
                <a:gd name="T5" fmla="*/ 533 h 853"/>
                <a:gd name="T6" fmla="*/ 1 w 4"/>
                <a:gd name="T7" fmla="*/ 427 h 853"/>
                <a:gd name="T8" fmla="*/ 0 w 4"/>
                <a:gd name="T9" fmla="*/ 213 h 853"/>
                <a:gd name="T10" fmla="*/ 0 w 4"/>
                <a:gd name="T11" fmla="*/ 107 h 853"/>
                <a:gd name="T12" fmla="*/ 2 w 4"/>
                <a:gd name="T13" fmla="*/ 0 h 853"/>
                <a:gd name="T14" fmla="*/ 2 w 4"/>
                <a:gd name="T15" fmla="*/ 0 h 853"/>
                <a:gd name="T16" fmla="*/ 3 w 4"/>
                <a:gd name="T17" fmla="*/ 107 h 853"/>
                <a:gd name="T18" fmla="*/ 4 w 4"/>
                <a:gd name="T19" fmla="*/ 213 h 853"/>
                <a:gd name="T20" fmla="*/ 3 w 4"/>
                <a:gd name="T21" fmla="*/ 427 h 853"/>
                <a:gd name="T22" fmla="*/ 2 w 4"/>
                <a:gd name="T23" fmla="*/ 533 h 853"/>
                <a:gd name="T24" fmla="*/ 3 w 4"/>
                <a:gd name="T25" fmla="*/ 640 h 853"/>
                <a:gd name="T26" fmla="*/ 2 w 4"/>
                <a:gd name="T27" fmla="*/ 853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 h="853">
                  <a:moveTo>
                    <a:pt x="2" y="853"/>
                  </a:moveTo>
                  <a:cubicBezTo>
                    <a:pt x="0" y="782"/>
                    <a:pt x="0" y="711"/>
                    <a:pt x="0" y="640"/>
                  </a:cubicBezTo>
                  <a:cubicBezTo>
                    <a:pt x="0" y="604"/>
                    <a:pt x="1" y="569"/>
                    <a:pt x="1" y="533"/>
                  </a:cubicBezTo>
                  <a:cubicBezTo>
                    <a:pt x="1" y="498"/>
                    <a:pt x="1" y="462"/>
                    <a:pt x="1" y="427"/>
                  </a:cubicBezTo>
                  <a:cubicBezTo>
                    <a:pt x="0" y="356"/>
                    <a:pt x="0" y="284"/>
                    <a:pt x="0" y="213"/>
                  </a:cubicBezTo>
                  <a:cubicBezTo>
                    <a:pt x="0" y="178"/>
                    <a:pt x="0" y="142"/>
                    <a:pt x="0" y="107"/>
                  </a:cubicBezTo>
                  <a:cubicBezTo>
                    <a:pt x="1" y="71"/>
                    <a:pt x="1" y="36"/>
                    <a:pt x="2" y="0"/>
                  </a:cubicBezTo>
                  <a:cubicBezTo>
                    <a:pt x="2" y="0"/>
                    <a:pt x="2" y="0"/>
                    <a:pt x="2" y="0"/>
                  </a:cubicBezTo>
                  <a:cubicBezTo>
                    <a:pt x="3" y="36"/>
                    <a:pt x="3" y="71"/>
                    <a:pt x="3" y="107"/>
                  </a:cubicBezTo>
                  <a:cubicBezTo>
                    <a:pt x="4" y="142"/>
                    <a:pt x="4" y="178"/>
                    <a:pt x="4" y="213"/>
                  </a:cubicBezTo>
                  <a:cubicBezTo>
                    <a:pt x="4" y="284"/>
                    <a:pt x="3" y="356"/>
                    <a:pt x="3" y="427"/>
                  </a:cubicBezTo>
                  <a:cubicBezTo>
                    <a:pt x="3" y="462"/>
                    <a:pt x="2" y="498"/>
                    <a:pt x="2" y="533"/>
                  </a:cubicBezTo>
                  <a:cubicBezTo>
                    <a:pt x="3" y="569"/>
                    <a:pt x="3" y="604"/>
                    <a:pt x="3" y="640"/>
                  </a:cubicBezTo>
                  <a:cubicBezTo>
                    <a:pt x="4" y="711"/>
                    <a:pt x="3" y="782"/>
                    <a:pt x="2" y="853"/>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03" name="Voľný tvar 45"/>
            <p:cNvSpPr>
              <a:spLocks noEditPoints="1"/>
            </p:cNvSpPr>
            <p:nvPr/>
          </p:nvSpPr>
          <p:spPr bwMode="auto">
            <a:xfrm>
              <a:off x="903288" y="5772150"/>
              <a:ext cx="341313" cy="331788"/>
            </a:xfrm>
            <a:custGeom>
              <a:avLst/>
              <a:gdLst>
                <a:gd name="T0" fmla="*/ 127 w 152"/>
                <a:gd name="T1" fmla="*/ 122 h 148"/>
                <a:gd name="T2" fmla="*/ 84 w 152"/>
                <a:gd name="T3" fmla="*/ 134 h 148"/>
                <a:gd name="T4" fmla="*/ 112 w 152"/>
                <a:gd name="T5" fmla="*/ 131 h 148"/>
                <a:gd name="T6" fmla="*/ 48 w 152"/>
                <a:gd name="T7" fmla="*/ 142 h 148"/>
                <a:gd name="T8" fmla="*/ 4 w 152"/>
                <a:gd name="T9" fmla="*/ 95 h 148"/>
                <a:gd name="T10" fmla="*/ 20 w 152"/>
                <a:gd name="T11" fmla="*/ 61 h 148"/>
                <a:gd name="T12" fmla="*/ 26 w 152"/>
                <a:gd name="T13" fmla="*/ 58 h 148"/>
                <a:gd name="T14" fmla="*/ 31 w 152"/>
                <a:gd name="T15" fmla="*/ 23 h 148"/>
                <a:gd name="T16" fmla="*/ 19 w 152"/>
                <a:gd name="T17" fmla="*/ 0 h 148"/>
                <a:gd name="T18" fmla="*/ 33 w 152"/>
                <a:gd name="T19" fmla="*/ 57 h 148"/>
                <a:gd name="T20" fmla="*/ 41 w 152"/>
                <a:gd name="T21" fmla="*/ 63 h 148"/>
                <a:gd name="T22" fmla="*/ 36 w 152"/>
                <a:gd name="T23" fmla="*/ 80 h 148"/>
                <a:gd name="T24" fmla="*/ 26 w 152"/>
                <a:gd name="T25" fmla="*/ 67 h 148"/>
                <a:gd name="T26" fmla="*/ 64 w 152"/>
                <a:gd name="T27" fmla="*/ 132 h 148"/>
                <a:gd name="T28" fmla="*/ 84 w 152"/>
                <a:gd name="T29" fmla="*/ 112 h 148"/>
                <a:gd name="T30" fmla="*/ 77 w 152"/>
                <a:gd name="T31" fmla="*/ 131 h 148"/>
                <a:gd name="T32" fmla="*/ 152 w 152"/>
                <a:gd name="T33" fmla="*/ 129 h 148"/>
                <a:gd name="T34" fmla="*/ 114 w 152"/>
                <a:gd name="T35" fmla="*/ 131 h 148"/>
                <a:gd name="T36" fmla="*/ 127 w 152"/>
                <a:gd name="T37" fmla="*/ 122 h 148"/>
                <a:gd name="T38" fmla="*/ 74 w 152"/>
                <a:gd name="T39" fmla="*/ 128 h 148"/>
                <a:gd name="T40" fmla="*/ 68 w 152"/>
                <a:gd name="T41" fmla="*/ 112 h 148"/>
                <a:gd name="T42" fmla="*/ 66 w 152"/>
                <a:gd name="T43" fmla="*/ 117 h 148"/>
                <a:gd name="T44" fmla="*/ 66 w 152"/>
                <a:gd name="T45" fmla="*/ 125 h 148"/>
                <a:gd name="T46" fmla="*/ 73 w 152"/>
                <a:gd name="T47" fmla="*/ 128 h 148"/>
                <a:gd name="T48" fmla="*/ 74 w 152"/>
                <a:gd name="T49" fmla="*/ 114 h 148"/>
                <a:gd name="T50" fmla="*/ 74 w 152"/>
                <a:gd name="T51" fmla="*/ 128 h 148"/>
                <a:gd name="T52" fmla="*/ 9 w 152"/>
                <a:gd name="T53" fmla="*/ 88 h 148"/>
                <a:gd name="T54" fmla="*/ 56 w 152"/>
                <a:gd name="T55" fmla="*/ 135 h 148"/>
                <a:gd name="T56" fmla="*/ 9 w 152"/>
                <a:gd name="T57" fmla="*/ 88 h 148"/>
                <a:gd name="T58" fmla="*/ 37 w 152"/>
                <a:gd name="T59" fmla="*/ 61 h 148"/>
                <a:gd name="T60" fmla="*/ 31 w 152"/>
                <a:gd name="T61" fmla="*/ 77 h 148"/>
                <a:gd name="T62" fmla="*/ 37 w 152"/>
                <a:gd name="T63" fmla="*/ 61 h 148"/>
                <a:gd name="T64" fmla="*/ 30 w 152"/>
                <a:gd name="T65" fmla="*/ 57 h 148"/>
                <a:gd name="T66" fmla="*/ 33 w 152"/>
                <a:gd name="T67" fmla="*/ 31 h 148"/>
                <a:gd name="T68" fmla="*/ 30 w 152"/>
                <a:gd name="T69" fmla="*/ 57 h 148"/>
                <a:gd name="T70" fmla="*/ 30 w 152"/>
                <a:gd name="T71" fmla="*/ 61 h 148"/>
                <a:gd name="T72" fmla="*/ 30 w 152"/>
                <a:gd name="T73" fmla="*/ 74 h 148"/>
                <a:gd name="T74" fmla="*/ 30 w 152"/>
                <a:gd name="T75" fmla="*/ 61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2" h="148">
                  <a:moveTo>
                    <a:pt x="127" y="122"/>
                  </a:moveTo>
                  <a:cubicBezTo>
                    <a:pt x="115" y="118"/>
                    <a:pt x="99" y="137"/>
                    <a:pt x="84" y="134"/>
                  </a:cubicBezTo>
                  <a:cubicBezTo>
                    <a:pt x="92" y="142"/>
                    <a:pt x="106" y="130"/>
                    <a:pt x="112" y="131"/>
                  </a:cubicBezTo>
                  <a:cubicBezTo>
                    <a:pt x="95" y="147"/>
                    <a:pt x="66" y="127"/>
                    <a:pt x="48" y="142"/>
                  </a:cubicBezTo>
                  <a:cubicBezTo>
                    <a:pt x="19" y="142"/>
                    <a:pt x="1" y="123"/>
                    <a:pt x="4" y="95"/>
                  </a:cubicBezTo>
                  <a:cubicBezTo>
                    <a:pt x="6" y="82"/>
                    <a:pt x="19" y="74"/>
                    <a:pt x="20" y="61"/>
                  </a:cubicBezTo>
                  <a:cubicBezTo>
                    <a:pt x="23" y="58"/>
                    <a:pt x="22" y="60"/>
                    <a:pt x="26" y="58"/>
                  </a:cubicBezTo>
                  <a:cubicBezTo>
                    <a:pt x="25" y="45"/>
                    <a:pt x="33" y="34"/>
                    <a:pt x="31" y="23"/>
                  </a:cubicBezTo>
                  <a:cubicBezTo>
                    <a:pt x="30" y="12"/>
                    <a:pt x="19" y="8"/>
                    <a:pt x="19" y="0"/>
                  </a:cubicBezTo>
                  <a:cubicBezTo>
                    <a:pt x="36" y="7"/>
                    <a:pt x="41" y="36"/>
                    <a:pt x="33" y="57"/>
                  </a:cubicBezTo>
                  <a:cubicBezTo>
                    <a:pt x="34" y="60"/>
                    <a:pt x="40" y="59"/>
                    <a:pt x="41" y="63"/>
                  </a:cubicBezTo>
                  <a:cubicBezTo>
                    <a:pt x="43" y="69"/>
                    <a:pt x="40" y="75"/>
                    <a:pt x="36" y="80"/>
                  </a:cubicBezTo>
                  <a:cubicBezTo>
                    <a:pt x="27" y="79"/>
                    <a:pt x="20" y="74"/>
                    <a:pt x="26" y="67"/>
                  </a:cubicBezTo>
                  <a:cubicBezTo>
                    <a:pt x="1" y="88"/>
                    <a:pt x="14" y="148"/>
                    <a:pt x="64" y="132"/>
                  </a:cubicBezTo>
                  <a:cubicBezTo>
                    <a:pt x="54" y="118"/>
                    <a:pt x="73" y="97"/>
                    <a:pt x="84" y="112"/>
                  </a:cubicBezTo>
                  <a:cubicBezTo>
                    <a:pt x="86" y="123"/>
                    <a:pt x="81" y="126"/>
                    <a:pt x="77" y="131"/>
                  </a:cubicBezTo>
                  <a:cubicBezTo>
                    <a:pt x="101" y="137"/>
                    <a:pt x="133" y="102"/>
                    <a:pt x="152" y="129"/>
                  </a:cubicBezTo>
                  <a:cubicBezTo>
                    <a:pt x="143" y="117"/>
                    <a:pt x="124" y="124"/>
                    <a:pt x="114" y="131"/>
                  </a:cubicBezTo>
                  <a:cubicBezTo>
                    <a:pt x="116" y="126"/>
                    <a:pt x="123" y="126"/>
                    <a:pt x="127" y="122"/>
                  </a:cubicBezTo>
                  <a:close/>
                  <a:moveTo>
                    <a:pt x="74" y="128"/>
                  </a:moveTo>
                  <a:cubicBezTo>
                    <a:pt x="91" y="127"/>
                    <a:pt x="78" y="98"/>
                    <a:pt x="68" y="112"/>
                  </a:cubicBezTo>
                  <a:cubicBezTo>
                    <a:pt x="75" y="112"/>
                    <a:pt x="69" y="117"/>
                    <a:pt x="66" y="117"/>
                  </a:cubicBezTo>
                  <a:cubicBezTo>
                    <a:pt x="66" y="119"/>
                    <a:pt x="66" y="122"/>
                    <a:pt x="66" y="125"/>
                  </a:cubicBezTo>
                  <a:cubicBezTo>
                    <a:pt x="68" y="126"/>
                    <a:pt x="69" y="128"/>
                    <a:pt x="73" y="128"/>
                  </a:cubicBezTo>
                  <a:cubicBezTo>
                    <a:pt x="75" y="124"/>
                    <a:pt x="80" y="117"/>
                    <a:pt x="74" y="114"/>
                  </a:cubicBezTo>
                  <a:cubicBezTo>
                    <a:pt x="84" y="115"/>
                    <a:pt x="78" y="125"/>
                    <a:pt x="74" y="128"/>
                  </a:cubicBezTo>
                  <a:close/>
                  <a:moveTo>
                    <a:pt x="9" y="88"/>
                  </a:moveTo>
                  <a:cubicBezTo>
                    <a:pt x="0" y="121"/>
                    <a:pt x="28" y="148"/>
                    <a:pt x="56" y="135"/>
                  </a:cubicBezTo>
                  <a:cubicBezTo>
                    <a:pt x="20" y="145"/>
                    <a:pt x="13" y="115"/>
                    <a:pt x="9" y="88"/>
                  </a:cubicBezTo>
                  <a:close/>
                  <a:moveTo>
                    <a:pt x="37" y="61"/>
                  </a:moveTo>
                  <a:cubicBezTo>
                    <a:pt x="38" y="69"/>
                    <a:pt x="34" y="72"/>
                    <a:pt x="31" y="77"/>
                  </a:cubicBezTo>
                  <a:cubicBezTo>
                    <a:pt x="40" y="78"/>
                    <a:pt x="42" y="66"/>
                    <a:pt x="37" y="61"/>
                  </a:cubicBezTo>
                  <a:close/>
                  <a:moveTo>
                    <a:pt x="30" y="57"/>
                  </a:moveTo>
                  <a:cubicBezTo>
                    <a:pt x="30" y="49"/>
                    <a:pt x="38" y="40"/>
                    <a:pt x="33" y="31"/>
                  </a:cubicBezTo>
                  <a:cubicBezTo>
                    <a:pt x="34" y="41"/>
                    <a:pt x="26" y="49"/>
                    <a:pt x="30" y="57"/>
                  </a:cubicBezTo>
                  <a:close/>
                  <a:moveTo>
                    <a:pt x="30" y="61"/>
                  </a:moveTo>
                  <a:cubicBezTo>
                    <a:pt x="28" y="63"/>
                    <a:pt x="27" y="72"/>
                    <a:pt x="30" y="74"/>
                  </a:cubicBezTo>
                  <a:cubicBezTo>
                    <a:pt x="33" y="70"/>
                    <a:pt x="36" y="63"/>
                    <a:pt x="30" y="61"/>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04" name="Voľný tvar 46"/>
            <p:cNvSpPr>
              <a:spLocks noEditPoints="1"/>
            </p:cNvSpPr>
            <p:nvPr/>
          </p:nvSpPr>
          <p:spPr bwMode="auto">
            <a:xfrm>
              <a:off x="906463" y="5768975"/>
              <a:ext cx="341313" cy="323850"/>
            </a:xfrm>
            <a:custGeom>
              <a:avLst/>
              <a:gdLst>
                <a:gd name="T0" fmla="*/ 2 w 151"/>
                <a:gd name="T1" fmla="*/ 96 h 144"/>
                <a:gd name="T2" fmla="*/ 21 w 151"/>
                <a:gd name="T3" fmla="*/ 59 h 144"/>
                <a:gd name="T4" fmla="*/ 22 w 151"/>
                <a:gd name="T5" fmla="*/ 12 h 144"/>
                <a:gd name="T6" fmla="*/ 32 w 151"/>
                <a:gd name="T7" fmla="*/ 58 h 144"/>
                <a:gd name="T8" fmla="*/ 34 w 151"/>
                <a:gd name="T9" fmla="*/ 81 h 144"/>
                <a:gd name="T10" fmla="*/ 15 w 151"/>
                <a:gd name="T11" fmla="*/ 112 h 144"/>
                <a:gd name="T12" fmla="*/ 73 w 151"/>
                <a:gd name="T13" fmla="*/ 107 h 144"/>
                <a:gd name="T14" fmla="*/ 76 w 151"/>
                <a:gd name="T15" fmla="*/ 131 h 144"/>
                <a:gd name="T16" fmla="*/ 151 w 151"/>
                <a:gd name="T17" fmla="*/ 130 h 144"/>
                <a:gd name="T18" fmla="*/ 110 w 151"/>
                <a:gd name="T19" fmla="*/ 134 h 144"/>
                <a:gd name="T20" fmla="*/ 66 w 151"/>
                <a:gd name="T21" fmla="*/ 138 h 144"/>
                <a:gd name="T22" fmla="*/ 12 w 151"/>
                <a:gd name="T23" fmla="*/ 128 h 144"/>
                <a:gd name="T24" fmla="*/ 86 w 151"/>
                <a:gd name="T25" fmla="*/ 138 h 144"/>
                <a:gd name="T26" fmla="*/ 86 w 151"/>
                <a:gd name="T27" fmla="*/ 134 h 144"/>
                <a:gd name="T28" fmla="*/ 75 w 151"/>
                <a:gd name="T29" fmla="*/ 133 h 144"/>
                <a:gd name="T30" fmla="*/ 77 w 151"/>
                <a:gd name="T31" fmla="*/ 128 h 144"/>
                <a:gd name="T32" fmla="*/ 66 w 151"/>
                <a:gd name="T33" fmla="*/ 128 h 144"/>
                <a:gd name="T34" fmla="*/ 64 w 151"/>
                <a:gd name="T35" fmla="*/ 117 h 144"/>
                <a:gd name="T36" fmla="*/ 65 w 151"/>
                <a:gd name="T37" fmla="*/ 114 h 144"/>
                <a:gd name="T38" fmla="*/ 63 w 151"/>
                <a:gd name="T39" fmla="*/ 133 h 144"/>
                <a:gd name="T40" fmla="*/ 54 w 151"/>
                <a:gd name="T41" fmla="*/ 137 h 144"/>
                <a:gd name="T42" fmla="*/ 7 w 151"/>
                <a:gd name="T43" fmla="*/ 86 h 144"/>
                <a:gd name="T44" fmla="*/ 41 w 151"/>
                <a:gd name="T45" fmla="*/ 139 h 144"/>
                <a:gd name="T46" fmla="*/ 92 w 151"/>
                <a:gd name="T47" fmla="*/ 138 h 144"/>
                <a:gd name="T48" fmla="*/ 41 w 151"/>
                <a:gd name="T49" fmla="*/ 137 h 144"/>
                <a:gd name="T50" fmla="*/ 26 w 151"/>
                <a:gd name="T51" fmla="*/ 65 h 144"/>
                <a:gd name="T52" fmla="*/ 32 w 151"/>
                <a:gd name="T53" fmla="*/ 64 h 144"/>
                <a:gd name="T54" fmla="*/ 26 w 151"/>
                <a:gd name="T55" fmla="*/ 72 h 144"/>
                <a:gd name="T56" fmla="*/ 33 w 151"/>
                <a:gd name="T57" fmla="*/ 80 h 144"/>
                <a:gd name="T58" fmla="*/ 38 w 151"/>
                <a:gd name="T59" fmla="*/ 73 h 144"/>
                <a:gd name="T60" fmla="*/ 28 w 151"/>
                <a:gd name="T61" fmla="*/ 78 h 144"/>
                <a:gd name="T62" fmla="*/ 34 w 151"/>
                <a:gd name="T63" fmla="*/ 61 h 144"/>
                <a:gd name="T64" fmla="*/ 18 w 151"/>
                <a:gd name="T65" fmla="*/ 2 h 144"/>
                <a:gd name="T66" fmla="*/ 31 w 151"/>
                <a:gd name="T67" fmla="*/ 32 h 144"/>
                <a:gd name="T68" fmla="*/ 27 w 151"/>
                <a:gd name="T69" fmla="*/ 58 h 144"/>
                <a:gd name="T70" fmla="*/ 28 w 151"/>
                <a:gd name="T71" fmla="*/ 42 h 144"/>
                <a:gd name="T72" fmla="*/ 21 w 151"/>
                <a:gd name="T73" fmla="*/ 61 h 144"/>
                <a:gd name="T74" fmla="*/ 7 w 151"/>
                <a:gd name="T75" fmla="*/ 86 h 144"/>
                <a:gd name="T76" fmla="*/ 110 w 151"/>
                <a:gd name="T77" fmla="*/ 131 h 144"/>
                <a:gd name="T78" fmla="*/ 121 w 151"/>
                <a:gd name="T79" fmla="*/ 123 h 144"/>
                <a:gd name="T80" fmla="*/ 67 w 151"/>
                <a:gd name="T81" fmla="*/ 127 h 144"/>
                <a:gd name="T82" fmla="*/ 74 w 151"/>
                <a:gd name="T83" fmla="*/ 118 h 144"/>
                <a:gd name="T84" fmla="*/ 64 w 151"/>
                <a:gd name="T85" fmla="*/ 118 h 144"/>
                <a:gd name="T86" fmla="*/ 75 w 151"/>
                <a:gd name="T87" fmla="*/ 118 h 144"/>
                <a:gd name="T88" fmla="*/ 70 w 151"/>
                <a:gd name="T89" fmla="*/ 114 h 144"/>
                <a:gd name="T90" fmla="*/ 79 w 151"/>
                <a:gd name="T91" fmla="*/ 120 h 144"/>
                <a:gd name="T92" fmla="*/ 122 w 151"/>
                <a:gd name="T93" fmla="*/ 122 h 144"/>
                <a:gd name="T94" fmla="*/ 123 w 151"/>
                <a:gd name="T95" fmla="*/ 125 h 144"/>
                <a:gd name="T96" fmla="*/ 122 w 151"/>
                <a:gd name="T97" fmla="*/ 122 h 144"/>
                <a:gd name="T98" fmla="*/ 81 w 151"/>
                <a:gd name="T99" fmla="*/ 114 h 144"/>
                <a:gd name="T100" fmla="*/ 32 w 151"/>
                <a:gd name="T101" fmla="*/ 74 h 144"/>
                <a:gd name="T102" fmla="*/ 28 w 151"/>
                <a:gd name="T103" fmla="*/ 63 h 144"/>
                <a:gd name="T104" fmla="*/ 28 w 151"/>
                <a:gd name="T105" fmla="*/ 63 h 144"/>
                <a:gd name="T106" fmla="*/ 29 w 151"/>
                <a:gd name="T107" fmla="*/ 4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1" h="144">
                  <a:moveTo>
                    <a:pt x="47" y="144"/>
                  </a:moveTo>
                  <a:cubicBezTo>
                    <a:pt x="46" y="144"/>
                    <a:pt x="46" y="144"/>
                    <a:pt x="46" y="144"/>
                  </a:cubicBezTo>
                  <a:cubicBezTo>
                    <a:pt x="32" y="144"/>
                    <a:pt x="19" y="139"/>
                    <a:pt x="11" y="129"/>
                  </a:cubicBezTo>
                  <a:cubicBezTo>
                    <a:pt x="3" y="121"/>
                    <a:pt x="0" y="109"/>
                    <a:pt x="2" y="96"/>
                  </a:cubicBezTo>
                  <a:cubicBezTo>
                    <a:pt x="3" y="90"/>
                    <a:pt x="6" y="84"/>
                    <a:pt x="10" y="79"/>
                  </a:cubicBezTo>
                  <a:cubicBezTo>
                    <a:pt x="13" y="73"/>
                    <a:pt x="17" y="68"/>
                    <a:pt x="17" y="62"/>
                  </a:cubicBezTo>
                  <a:cubicBezTo>
                    <a:pt x="17" y="62"/>
                    <a:pt x="17" y="62"/>
                    <a:pt x="17" y="62"/>
                  </a:cubicBezTo>
                  <a:cubicBezTo>
                    <a:pt x="19" y="60"/>
                    <a:pt x="20" y="59"/>
                    <a:pt x="21" y="59"/>
                  </a:cubicBezTo>
                  <a:cubicBezTo>
                    <a:pt x="21" y="59"/>
                    <a:pt x="22" y="59"/>
                    <a:pt x="23" y="59"/>
                  </a:cubicBezTo>
                  <a:cubicBezTo>
                    <a:pt x="23" y="53"/>
                    <a:pt x="24" y="47"/>
                    <a:pt x="26" y="41"/>
                  </a:cubicBezTo>
                  <a:cubicBezTo>
                    <a:pt x="28" y="35"/>
                    <a:pt x="30" y="30"/>
                    <a:pt x="29" y="24"/>
                  </a:cubicBezTo>
                  <a:cubicBezTo>
                    <a:pt x="28" y="19"/>
                    <a:pt x="25" y="15"/>
                    <a:pt x="22" y="12"/>
                  </a:cubicBezTo>
                  <a:cubicBezTo>
                    <a:pt x="19" y="8"/>
                    <a:pt x="16" y="5"/>
                    <a:pt x="16" y="1"/>
                  </a:cubicBezTo>
                  <a:cubicBezTo>
                    <a:pt x="16" y="0"/>
                    <a:pt x="16" y="0"/>
                    <a:pt x="16" y="0"/>
                  </a:cubicBezTo>
                  <a:cubicBezTo>
                    <a:pt x="17" y="0"/>
                    <a:pt x="17" y="0"/>
                    <a:pt x="17" y="0"/>
                  </a:cubicBezTo>
                  <a:cubicBezTo>
                    <a:pt x="35" y="8"/>
                    <a:pt x="40" y="37"/>
                    <a:pt x="32" y="58"/>
                  </a:cubicBezTo>
                  <a:cubicBezTo>
                    <a:pt x="32" y="59"/>
                    <a:pt x="34" y="59"/>
                    <a:pt x="35" y="60"/>
                  </a:cubicBezTo>
                  <a:cubicBezTo>
                    <a:pt x="37" y="61"/>
                    <a:pt x="39" y="61"/>
                    <a:pt x="40" y="63"/>
                  </a:cubicBezTo>
                  <a:cubicBezTo>
                    <a:pt x="43" y="72"/>
                    <a:pt x="37" y="78"/>
                    <a:pt x="34" y="81"/>
                  </a:cubicBezTo>
                  <a:cubicBezTo>
                    <a:pt x="34" y="81"/>
                    <a:pt x="34" y="81"/>
                    <a:pt x="34" y="81"/>
                  </a:cubicBezTo>
                  <a:cubicBezTo>
                    <a:pt x="34" y="81"/>
                    <a:pt x="34" y="81"/>
                    <a:pt x="34" y="81"/>
                  </a:cubicBezTo>
                  <a:cubicBezTo>
                    <a:pt x="28" y="81"/>
                    <a:pt x="23" y="79"/>
                    <a:pt x="22" y="76"/>
                  </a:cubicBezTo>
                  <a:cubicBezTo>
                    <a:pt x="21" y="75"/>
                    <a:pt x="21" y="73"/>
                    <a:pt x="21" y="71"/>
                  </a:cubicBezTo>
                  <a:cubicBezTo>
                    <a:pt x="12" y="82"/>
                    <a:pt x="10" y="98"/>
                    <a:pt x="15" y="112"/>
                  </a:cubicBezTo>
                  <a:cubicBezTo>
                    <a:pt x="20" y="127"/>
                    <a:pt x="32" y="135"/>
                    <a:pt x="46" y="135"/>
                  </a:cubicBezTo>
                  <a:cubicBezTo>
                    <a:pt x="51" y="135"/>
                    <a:pt x="56" y="134"/>
                    <a:pt x="61" y="133"/>
                  </a:cubicBezTo>
                  <a:cubicBezTo>
                    <a:pt x="58" y="128"/>
                    <a:pt x="57" y="122"/>
                    <a:pt x="60" y="116"/>
                  </a:cubicBezTo>
                  <a:cubicBezTo>
                    <a:pt x="63" y="111"/>
                    <a:pt x="68" y="107"/>
                    <a:pt x="73" y="107"/>
                  </a:cubicBezTo>
                  <a:cubicBezTo>
                    <a:pt x="75" y="107"/>
                    <a:pt x="79" y="108"/>
                    <a:pt x="83" y="113"/>
                  </a:cubicBezTo>
                  <a:cubicBezTo>
                    <a:pt x="83" y="113"/>
                    <a:pt x="83" y="113"/>
                    <a:pt x="83" y="113"/>
                  </a:cubicBezTo>
                  <a:cubicBezTo>
                    <a:pt x="84" y="122"/>
                    <a:pt x="81" y="126"/>
                    <a:pt x="77" y="130"/>
                  </a:cubicBezTo>
                  <a:cubicBezTo>
                    <a:pt x="77" y="130"/>
                    <a:pt x="77" y="131"/>
                    <a:pt x="76" y="131"/>
                  </a:cubicBezTo>
                  <a:cubicBezTo>
                    <a:pt x="78" y="132"/>
                    <a:pt x="80" y="132"/>
                    <a:pt x="82" y="132"/>
                  </a:cubicBezTo>
                  <a:cubicBezTo>
                    <a:pt x="90" y="132"/>
                    <a:pt x="98" y="129"/>
                    <a:pt x="107" y="125"/>
                  </a:cubicBezTo>
                  <a:cubicBezTo>
                    <a:pt x="115" y="122"/>
                    <a:pt x="123" y="119"/>
                    <a:pt x="131" y="119"/>
                  </a:cubicBezTo>
                  <a:cubicBezTo>
                    <a:pt x="139" y="119"/>
                    <a:pt x="146" y="123"/>
                    <a:pt x="151" y="130"/>
                  </a:cubicBezTo>
                  <a:cubicBezTo>
                    <a:pt x="150" y="131"/>
                    <a:pt x="150" y="131"/>
                    <a:pt x="150" y="131"/>
                  </a:cubicBezTo>
                  <a:cubicBezTo>
                    <a:pt x="146" y="127"/>
                    <a:pt x="142" y="124"/>
                    <a:pt x="136" y="124"/>
                  </a:cubicBezTo>
                  <a:cubicBezTo>
                    <a:pt x="126" y="124"/>
                    <a:pt x="115" y="131"/>
                    <a:pt x="112" y="132"/>
                  </a:cubicBezTo>
                  <a:cubicBezTo>
                    <a:pt x="110" y="134"/>
                    <a:pt x="110" y="134"/>
                    <a:pt x="110" y="134"/>
                  </a:cubicBezTo>
                  <a:cubicBezTo>
                    <a:pt x="110" y="133"/>
                    <a:pt x="110" y="133"/>
                    <a:pt x="110" y="133"/>
                  </a:cubicBezTo>
                  <a:cubicBezTo>
                    <a:pt x="105" y="137"/>
                    <a:pt x="99" y="139"/>
                    <a:pt x="90" y="139"/>
                  </a:cubicBezTo>
                  <a:cubicBezTo>
                    <a:pt x="86" y="139"/>
                    <a:pt x="82" y="139"/>
                    <a:pt x="78" y="139"/>
                  </a:cubicBezTo>
                  <a:cubicBezTo>
                    <a:pt x="74" y="138"/>
                    <a:pt x="70" y="138"/>
                    <a:pt x="66" y="138"/>
                  </a:cubicBezTo>
                  <a:cubicBezTo>
                    <a:pt x="58" y="138"/>
                    <a:pt x="52" y="140"/>
                    <a:pt x="47" y="144"/>
                  </a:cubicBezTo>
                  <a:close/>
                  <a:moveTo>
                    <a:pt x="7" y="86"/>
                  </a:moveTo>
                  <a:cubicBezTo>
                    <a:pt x="5" y="89"/>
                    <a:pt x="4" y="93"/>
                    <a:pt x="3" y="96"/>
                  </a:cubicBezTo>
                  <a:cubicBezTo>
                    <a:pt x="2" y="109"/>
                    <a:pt x="5" y="120"/>
                    <a:pt x="12" y="128"/>
                  </a:cubicBezTo>
                  <a:cubicBezTo>
                    <a:pt x="20" y="137"/>
                    <a:pt x="32" y="142"/>
                    <a:pt x="46" y="142"/>
                  </a:cubicBezTo>
                  <a:cubicBezTo>
                    <a:pt x="51" y="138"/>
                    <a:pt x="57" y="136"/>
                    <a:pt x="66" y="136"/>
                  </a:cubicBezTo>
                  <a:cubicBezTo>
                    <a:pt x="70" y="136"/>
                    <a:pt x="74" y="137"/>
                    <a:pt x="78" y="137"/>
                  </a:cubicBezTo>
                  <a:cubicBezTo>
                    <a:pt x="81" y="137"/>
                    <a:pt x="83" y="138"/>
                    <a:pt x="86" y="138"/>
                  </a:cubicBezTo>
                  <a:cubicBezTo>
                    <a:pt x="84" y="137"/>
                    <a:pt x="83" y="136"/>
                    <a:pt x="81" y="135"/>
                  </a:cubicBezTo>
                  <a:cubicBezTo>
                    <a:pt x="80" y="133"/>
                    <a:pt x="80" y="133"/>
                    <a:pt x="80" y="133"/>
                  </a:cubicBezTo>
                  <a:cubicBezTo>
                    <a:pt x="82" y="134"/>
                    <a:pt x="82" y="134"/>
                    <a:pt x="82" y="134"/>
                  </a:cubicBezTo>
                  <a:cubicBezTo>
                    <a:pt x="83" y="134"/>
                    <a:pt x="84" y="134"/>
                    <a:pt x="86" y="134"/>
                  </a:cubicBezTo>
                  <a:cubicBezTo>
                    <a:pt x="92" y="134"/>
                    <a:pt x="99" y="131"/>
                    <a:pt x="105" y="128"/>
                  </a:cubicBezTo>
                  <a:cubicBezTo>
                    <a:pt x="105" y="128"/>
                    <a:pt x="105" y="128"/>
                    <a:pt x="105" y="128"/>
                  </a:cubicBezTo>
                  <a:cubicBezTo>
                    <a:pt x="97" y="131"/>
                    <a:pt x="89" y="133"/>
                    <a:pt x="82" y="133"/>
                  </a:cubicBezTo>
                  <a:cubicBezTo>
                    <a:pt x="79" y="133"/>
                    <a:pt x="77" y="133"/>
                    <a:pt x="75" y="133"/>
                  </a:cubicBezTo>
                  <a:cubicBezTo>
                    <a:pt x="74" y="132"/>
                    <a:pt x="74" y="132"/>
                    <a:pt x="74" y="132"/>
                  </a:cubicBezTo>
                  <a:cubicBezTo>
                    <a:pt x="74" y="131"/>
                    <a:pt x="74" y="131"/>
                    <a:pt x="74" y="131"/>
                  </a:cubicBezTo>
                  <a:cubicBezTo>
                    <a:pt x="75" y="131"/>
                    <a:pt x="76" y="130"/>
                    <a:pt x="76" y="129"/>
                  </a:cubicBezTo>
                  <a:cubicBezTo>
                    <a:pt x="77" y="129"/>
                    <a:pt x="77" y="128"/>
                    <a:pt x="77" y="128"/>
                  </a:cubicBezTo>
                  <a:cubicBezTo>
                    <a:pt x="76" y="129"/>
                    <a:pt x="74" y="130"/>
                    <a:pt x="72" y="130"/>
                  </a:cubicBezTo>
                  <a:cubicBezTo>
                    <a:pt x="70" y="130"/>
                    <a:pt x="70" y="130"/>
                    <a:pt x="70" y="130"/>
                  </a:cubicBezTo>
                  <a:cubicBezTo>
                    <a:pt x="70" y="130"/>
                    <a:pt x="70" y="130"/>
                    <a:pt x="70" y="130"/>
                  </a:cubicBezTo>
                  <a:cubicBezTo>
                    <a:pt x="68" y="130"/>
                    <a:pt x="67" y="129"/>
                    <a:pt x="66" y="128"/>
                  </a:cubicBezTo>
                  <a:cubicBezTo>
                    <a:pt x="65" y="128"/>
                    <a:pt x="64" y="127"/>
                    <a:pt x="63" y="127"/>
                  </a:cubicBezTo>
                  <a:cubicBezTo>
                    <a:pt x="63" y="127"/>
                    <a:pt x="63" y="127"/>
                    <a:pt x="63" y="127"/>
                  </a:cubicBezTo>
                  <a:cubicBezTo>
                    <a:pt x="63" y="117"/>
                    <a:pt x="63" y="117"/>
                    <a:pt x="63" y="117"/>
                  </a:cubicBezTo>
                  <a:cubicBezTo>
                    <a:pt x="64" y="117"/>
                    <a:pt x="64" y="117"/>
                    <a:pt x="64" y="117"/>
                  </a:cubicBezTo>
                  <a:cubicBezTo>
                    <a:pt x="64" y="117"/>
                    <a:pt x="64" y="117"/>
                    <a:pt x="64" y="117"/>
                  </a:cubicBezTo>
                  <a:cubicBezTo>
                    <a:pt x="66" y="117"/>
                    <a:pt x="68" y="115"/>
                    <a:pt x="68" y="114"/>
                  </a:cubicBezTo>
                  <a:cubicBezTo>
                    <a:pt x="68" y="114"/>
                    <a:pt x="68" y="114"/>
                    <a:pt x="66" y="114"/>
                  </a:cubicBezTo>
                  <a:cubicBezTo>
                    <a:pt x="65" y="114"/>
                    <a:pt x="65" y="114"/>
                    <a:pt x="65" y="114"/>
                  </a:cubicBezTo>
                  <a:cubicBezTo>
                    <a:pt x="66" y="113"/>
                    <a:pt x="66" y="113"/>
                    <a:pt x="66" y="113"/>
                  </a:cubicBezTo>
                  <a:cubicBezTo>
                    <a:pt x="67" y="110"/>
                    <a:pt x="69" y="109"/>
                    <a:pt x="71" y="109"/>
                  </a:cubicBezTo>
                  <a:cubicBezTo>
                    <a:pt x="67" y="110"/>
                    <a:pt x="64" y="113"/>
                    <a:pt x="62" y="117"/>
                  </a:cubicBezTo>
                  <a:cubicBezTo>
                    <a:pt x="59" y="122"/>
                    <a:pt x="59" y="128"/>
                    <a:pt x="63" y="133"/>
                  </a:cubicBezTo>
                  <a:cubicBezTo>
                    <a:pt x="63" y="134"/>
                    <a:pt x="63" y="134"/>
                    <a:pt x="63" y="134"/>
                  </a:cubicBezTo>
                  <a:cubicBezTo>
                    <a:pt x="62" y="134"/>
                    <a:pt x="62" y="134"/>
                    <a:pt x="62" y="134"/>
                  </a:cubicBezTo>
                  <a:cubicBezTo>
                    <a:pt x="59" y="135"/>
                    <a:pt x="56" y="136"/>
                    <a:pt x="54" y="136"/>
                  </a:cubicBezTo>
                  <a:cubicBezTo>
                    <a:pt x="54" y="137"/>
                    <a:pt x="54" y="137"/>
                    <a:pt x="54" y="137"/>
                  </a:cubicBezTo>
                  <a:cubicBezTo>
                    <a:pt x="49" y="139"/>
                    <a:pt x="44" y="140"/>
                    <a:pt x="39" y="140"/>
                  </a:cubicBezTo>
                  <a:cubicBezTo>
                    <a:pt x="29" y="140"/>
                    <a:pt x="19" y="135"/>
                    <a:pt x="13" y="127"/>
                  </a:cubicBezTo>
                  <a:cubicBezTo>
                    <a:pt x="5" y="116"/>
                    <a:pt x="2" y="103"/>
                    <a:pt x="6" y="89"/>
                  </a:cubicBezTo>
                  <a:lnTo>
                    <a:pt x="7" y="86"/>
                  </a:lnTo>
                  <a:close/>
                  <a:moveTo>
                    <a:pt x="7" y="93"/>
                  </a:moveTo>
                  <a:cubicBezTo>
                    <a:pt x="4" y="105"/>
                    <a:pt x="7" y="117"/>
                    <a:pt x="14" y="126"/>
                  </a:cubicBezTo>
                  <a:cubicBezTo>
                    <a:pt x="21" y="135"/>
                    <a:pt x="31" y="139"/>
                    <a:pt x="41" y="139"/>
                  </a:cubicBezTo>
                  <a:cubicBezTo>
                    <a:pt x="41" y="139"/>
                    <a:pt x="41" y="139"/>
                    <a:pt x="41" y="139"/>
                  </a:cubicBezTo>
                  <a:cubicBezTo>
                    <a:pt x="16" y="139"/>
                    <a:pt x="10" y="113"/>
                    <a:pt x="7" y="93"/>
                  </a:cubicBezTo>
                  <a:close/>
                  <a:moveTo>
                    <a:pt x="108" y="133"/>
                  </a:moveTo>
                  <a:cubicBezTo>
                    <a:pt x="106" y="133"/>
                    <a:pt x="104" y="134"/>
                    <a:pt x="102" y="135"/>
                  </a:cubicBezTo>
                  <a:cubicBezTo>
                    <a:pt x="99" y="136"/>
                    <a:pt x="95" y="137"/>
                    <a:pt x="92" y="138"/>
                  </a:cubicBezTo>
                  <a:cubicBezTo>
                    <a:pt x="99" y="138"/>
                    <a:pt x="104" y="136"/>
                    <a:pt x="108" y="133"/>
                  </a:cubicBezTo>
                  <a:close/>
                  <a:moveTo>
                    <a:pt x="7" y="86"/>
                  </a:moveTo>
                  <a:cubicBezTo>
                    <a:pt x="7" y="89"/>
                    <a:pt x="7" y="89"/>
                    <a:pt x="7" y="89"/>
                  </a:cubicBezTo>
                  <a:cubicBezTo>
                    <a:pt x="12" y="114"/>
                    <a:pt x="17" y="137"/>
                    <a:pt x="41" y="137"/>
                  </a:cubicBezTo>
                  <a:cubicBezTo>
                    <a:pt x="43" y="137"/>
                    <a:pt x="45" y="137"/>
                    <a:pt x="48" y="137"/>
                  </a:cubicBezTo>
                  <a:cubicBezTo>
                    <a:pt x="32" y="137"/>
                    <a:pt x="19" y="128"/>
                    <a:pt x="13" y="113"/>
                  </a:cubicBezTo>
                  <a:cubicBezTo>
                    <a:pt x="7" y="96"/>
                    <a:pt x="12" y="77"/>
                    <a:pt x="23" y="67"/>
                  </a:cubicBezTo>
                  <a:cubicBezTo>
                    <a:pt x="26" y="65"/>
                    <a:pt x="26" y="65"/>
                    <a:pt x="26" y="65"/>
                  </a:cubicBezTo>
                  <a:cubicBezTo>
                    <a:pt x="26" y="63"/>
                    <a:pt x="27" y="62"/>
                    <a:pt x="27" y="62"/>
                  </a:cubicBezTo>
                  <a:cubicBezTo>
                    <a:pt x="28" y="61"/>
                    <a:pt x="28" y="61"/>
                    <a:pt x="28" y="61"/>
                  </a:cubicBezTo>
                  <a:cubicBezTo>
                    <a:pt x="28" y="61"/>
                    <a:pt x="28" y="61"/>
                    <a:pt x="28" y="61"/>
                  </a:cubicBezTo>
                  <a:cubicBezTo>
                    <a:pt x="30" y="62"/>
                    <a:pt x="31" y="63"/>
                    <a:pt x="32" y="64"/>
                  </a:cubicBezTo>
                  <a:cubicBezTo>
                    <a:pt x="33" y="68"/>
                    <a:pt x="30" y="73"/>
                    <a:pt x="29" y="75"/>
                  </a:cubicBezTo>
                  <a:cubicBezTo>
                    <a:pt x="28" y="76"/>
                    <a:pt x="28" y="76"/>
                    <a:pt x="28" y="76"/>
                  </a:cubicBezTo>
                  <a:cubicBezTo>
                    <a:pt x="28" y="76"/>
                    <a:pt x="28" y="76"/>
                    <a:pt x="28" y="76"/>
                  </a:cubicBezTo>
                  <a:cubicBezTo>
                    <a:pt x="27" y="75"/>
                    <a:pt x="26" y="74"/>
                    <a:pt x="26" y="72"/>
                  </a:cubicBezTo>
                  <a:cubicBezTo>
                    <a:pt x="25" y="70"/>
                    <a:pt x="26" y="68"/>
                    <a:pt x="26" y="66"/>
                  </a:cubicBezTo>
                  <a:cubicBezTo>
                    <a:pt x="24" y="68"/>
                    <a:pt x="24" y="68"/>
                    <a:pt x="24" y="68"/>
                  </a:cubicBezTo>
                  <a:cubicBezTo>
                    <a:pt x="22" y="71"/>
                    <a:pt x="22" y="73"/>
                    <a:pt x="23" y="75"/>
                  </a:cubicBezTo>
                  <a:cubicBezTo>
                    <a:pt x="24" y="78"/>
                    <a:pt x="28" y="80"/>
                    <a:pt x="33" y="80"/>
                  </a:cubicBezTo>
                  <a:cubicBezTo>
                    <a:pt x="36" y="77"/>
                    <a:pt x="41" y="71"/>
                    <a:pt x="39" y="64"/>
                  </a:cubicBezTo>
                  <a:cubicBezTo>
                    <a:pt x="38" y="63"/>
                    <a:pt x="37" y="62"/>
                    <a:pt x="35" y="62"/>
                  </a:cubicBezTo>
                  <a:cubicBezTo>
                    <a:pt x="36" y="62"/>
                    <a:pt x="36" y="62"/>
                    <a:pt x="36" y="62"/>
                  </a:cubicBezTo>
                  <a:cubicBezTo>
                    <a:pt x="38" y="64"/>
                    <a:pt x="39" y="69"/>
                    <a:pt x="38" y="73"/>
                  </a:cubicBezTo>
                  <a:cubicBezTo>
                    <a:pt x="36" y="77"/>
                    <a:pt x="34" y="79"/>
                    <a:pt x="30" y="79"/>
                  </a:cubicBezTo>
                  <a:cubicBezTo>
                    <a:pt x="30" y="79"/>
                    <a:pt x="30" y="79"/>
                    <a:pt x="30" y="79"/>
                  </a:cubicBezTo>
                  <a:cubicBezTo>
                    <a:pt x="30" y="79"/>
                    <a:pt x="30" y="79"/>
                    <a:pt x="29" y="79"/>
                  </a:cubicBezTo>
                  <a:cubicBezTo>
                    <a:pt x="28" y="78"/>
                    <a:pt x="28" y="78"/>
                    <a:pt x="28" y="78"/>
                  </a:cubicBezTo>
                  <a:cubicBezTo>
                    <a:pt x="29" y="78"/>
                    <a:pt x="29" y="78"/>
                    <a:pt x="29" y="78"/>
                  </a:cubicBezTo>
                  <a:cubicBezTo>
                    <a:pt x="29" y="76"/>
                    <a:pt x="30" y="75"/>
                    <a:pt x="31" y="74"/>
                  </a:cubicBezTo>
                  <a:cubicBezTo>
                    <a:pt x="33" y="71"/>
                    <a:pt x="35" y="68"/>
                    <a:pt x="34" y="62"/>
                  </a:cubicBezTo>
                  <a:cubicBezTo>
                    <a:pt x="34" y="61"/>
                    <a:pt x="34" y="61"/>
                    <a:pt x="34" y="61"/>
                  </a:cubicBezTo>
                  <a:cubicBezTo>
                    <a:pt x="33" y="61"/>
                    <a:pt x="31" y="60"/>
                    <a:pt x="30" y="58"/>
                  </a:cubicBezTo>
                  <a:cubicBezTo>
                    <a:pt x="30" y="58"/>
                    <a:pt x="30" y="58"/>
                    <a:pt x="30" y="58"/>
                  </a:cubicBezTo>
                  <a:cubicBezTo>
                    <a:pt x="30" y="58"/>
                    <a:pt x="30" y="58"/>
                    <a:pt x="30" y="58"/>
                  </a:cubicBezTo>
                  <a:cubicBezTo>
                    <a:pt x="38" y="39"/>
                    <a:pt x="34" y="10"/>
                    <a:pt x="18" y="2"/>
                  </a:cubicBezTo>
                  <a:cubicBezTo>
                    <a:pt x="18" y="5"/>
                    <a:pt x="20" y="8"/>
                    <a:pt x="23" y="11"/>
                  </a:cubicBezTo>
                  <a:cubicBezTo>
                    <a:pt x="26" y="14"/>
                    <a:pt x="29" y="18"/>
                    <a:pt x="30" y="24"/>
                  </a:cubicBezTo>
                  <a:cubicBezTo>
                    <a:pt x="30" y="26"/>
                    <a:pt x="30" y="28"/>
                    <a:pt x="30" y="30"/>
                  </a:cubicBezTo>
                  <a:cubicBezTo>
                    <a:pt x="31" y="32"/>
                    <a:pt x="31" y="32"/>
                    <a:pt x="31" y="32"/>
                  </a:cubicBezTo>
                  <a:cubicBezTo>
                    <a:pt x="35" y="38"/>
                    <a:pt x="33" y="44"/>
                    <a:pt x="31" y="49"/>
                  </a:cubicBezTo>
                  <a:cubicBezTo>
                    <a:pt x="30" y="52"/>
                    <a:pt x="29" y="55"/>
                    <a:pt x="29" y="58"/>
                  </a:cubicBezTo>
                  <a:cubicBezTo>
                    <a:pt x="29" y="61"/>
                    <a:pt x="29" y="61"/>
                    <a:pt x="29" y="61"/>
                  </a:cubicBezTo>
                  <a:cubicBezTo>
                    <a:pt x="27" y="58"/>
                    <a:pt x="27" y="58"/>
                    <a:pt x="27" y="58"/>
                  </a:cubicBezTo>
                  <a:cubicBezTo>
                    <a:pt x="25" y="53"/>
                    <a:pt x="26" y="49"/>
                    <a:pt x="28" y="44"/>
                  </a:cubicBezTo>
                  <a:cubicBezTo>
                    <a:pt x="29" y="40"/>
                    <a:pt x="31" y="36"/>
                    <a:pt x="30" y="32"/>
                  </a:cubicBezTo>
                  <a:cubicBezTo>
                    <a:pt x="30" y="32"/>
                    <a:pt x="30" y="32"/>
                    <a:pt x="30" y="32"/>
                  </a:cubicBezTo>
                  <a:cubicBezTo>
                    <a:pt x="30" y="35"/>
                    <a:pt x="29" y="38"/>
                    <a:pt x="28" y="42"/>
                  </a:cubicBezTo>
                  <a:cubicBezTo>
                    <a:pt x="26" y="47"/>
                    <a:pt x="24" y="53"/>
                    <a:pt x="24" y="59"/>
                  </a:cubicBezTo>
                  <a:cubicBezTo>
                    <a:pt x="25" y="60"/>
                    <a:pt x="25" y="60"/>
                    <a:pt x="25" y="60"/>
                  </a:cubicBezTo>
                  <a:cubicBezTo>
                    <a:pt x="24" y="60"/>
                    <a:pt x="24" y="60"/>
                    <a:pt x="24" y="60"/>
                  </a:cubicBezTo>
                  <a:cubicBezTo>
                    <a:pt x="23" y="61"/>
                    <a:pt x="22" y="61"/>
                    <a:pt x="21" y="61"/>
                  </a:cubicBezTo>
                  <a:cubicBezTo>
                    <a:pt x="21" y="61"/>
                    <a:pt x="21" y="61"/>
                    <a:pt x="21" y="61"/>
                  </a:cubicBezTo>
                  <a:cubicBezTo>
                    <a:pt x="20" y="61"/>
                    <a:pt x="20" y="61"/>
                    <a:pt x="19" y="62"/>
                  </a:cubicBezTo>
                  <a:cubicBezTo>
                    <a:pt x="18" y="69"/>
                    <a:pt x="14" y="74"/>
                    <a:pt x="11" y="79"/>
                  </a:cubicBezTo>
                  <a:cubicBezTo>
                    <a:pt x="10" y="82"/>
                    <a:pt x="8" y="84"/>
                    <a:pt x="7" y="86"/>
                  </a:cubicBezTo>
                  <a:close/>
                  <a:moveTo>
                    <a:pt x="85" y="136"/>
                  </a:moveTo>
                  <a:cubicBezTo>
                    <a:pt x="86" y="136"/>
                    <a:pt x="87" y="137"/>
                    <a:pt x="89" y="137"/>
                  </a:cubicBezTo>
                  <a:cubicBezTo>
                    <a:pt x="93" y="137"/>
                    <a:pt x="97" y="135"/>
                    <a:pt x="101" y="133"/>
                  </a:cubicBezTo>
                  <a:cubicBezTo>
                    <a:pt x="105" y="132"/>
                    <a:pt x="108" y="131"/>
                    <a:pt x="110" y="131"/>
                  </a:cubicBezTo>
                  <a:cubicBezTo>
                    <a:pt x="111" y="131"/>
                    <a:pt x="111" y="131"/>
                    <a:pt x="111" y="131"/>
                  </a:cubicBezTo>
                  <a:cubicBezTo>
                    <a:pt x="113" y="129"/>
                    <a:pt x="116" y="127"/>
                    <a:pt x="118" y="126"/>
                  </a:cubicBezTo>
                  <a:cubicBezTo>
                    <a:pt x="120" y="125"/>
                    <a:pt x="122" y="125"/>
                    <a:pt x="123" y="124"/>
                  </a:cubicBezTo>
                  <a:cubicBezTo>
                    <a:pt x="122" y="124"/>
                    <a:pt x="122" y="123"/>
                    <a:pt x="121" y="123"/>
                  </a:cubicBezTo>
                  <a:cubicBezTo>
                    <a:pt x="117" y="123"/>
                    <a:pt x="111" y="126"/>
                    <a:pt x="106" y="129"/>
                  </a:cubicBezTo>
                  <a:cubicBezTo>
                    <a:pt x="99" y="132"/>
                    <a:pt x="92" y="136"/>
                    <a:pt x="85" y="136"/>
                  </a:cubicBezTo>
                  <a:close/>
                  <a:moveTo>
                    <a:pt x="64" y="126"/>
                  </a:moveTo>
                  <a:cubicBezTo>
                    <a:pt x="65" y="126"/>
                    <a:pt x="66" y="126"/>
                    <a:pt x="67" y="127"/>
                  </a:cubicBezTo>
                  <a:cubicBezTo>
                    <a:pt x="68" y="128"/>
                    <a:pt x="69" y="128"/>
                    <a:pt x="70" y="128"/>
                  </a:cubicBezTo>
                  <a:cubicBezTo>
                    <a:pt x="70" y="128"/>
                    <a:pt x="70" y="128"/>
                    <a:pt x="70" y="128"/>
                  </a:cubicBezTo>
                  <a:cubicBezTo>
                    <a:pt x="70" y="128"/>
                    <a:pt x="71" y="128"/>
                    <a:pt x="71" y="127"/>
                  </a:cubicBezTo>
                  <a:cubicBezTo>
                    <a:pt x="72" y="125"/>
                    <a:pt x="75" y="121"/>
                    <a:pt x="74" y="118"/>
                  </a:cubicBezTo>
                  <a:cubicBezTo>
                    <a:pt x="74" y="117"/>
                    <a:pt x="73" y="116"/>
                    <a:pt x="72" y="115"/>
                  </a:cubicBezTo>
                  <a:cubicBezTo>
                    <a:pt x="70" y="114"/>
                    <a:pt x="70" y="114"/>
                    <a:pt x="70" y="114"/>
                  </a:cubicBezTo>
                  <a:cubicBezTo>
                    <a:pt x="70" y="114"/>
                    <a:pt x="70" y="114"/>
                    <a:pt x="70" y="114"/>
                  </a:cubicBezTo>
                  <a:cubicBezTo>
                    <a:pt x="70" y="116"/>
                    <a:pt x="67" y="118"/>
                    <a:pt x="64" y="118"/>
                  </a:cubicBezTo>
                  <a:cubicBezTo>
                    <a:pt x="64" y="118"/>
                    <a:pt x="64" y="118"/>
                    <a:pt x="64" y="118"/>
                  </a:cubicBezTo>
                  <a:lnTo>
                    <a:pt x="64" y="126"/>
                  </a:lnTo>
                  <a:close/>
                  <a:moveTo>
                    <a:pt x="75" y="116"/>
                  </a:moveTo>
                  <a:cubicBezTo>
                    <a:pt x="75" y="117"/>
                    <a:pt x="75" y="117"/>
                    <a:pt x="75" y="118"/>
                  </a:cubicBezTo>
                  <a:cubicBezTo>
                    <a:pt x="76" y="121"/>
                    <a:pt x="74" y="125"/>
                    <a:pt x="72" y="128"/>
                  </a:cubicBezTo>
                  <a:cubicBezTo>
                    <a:pt x="75" y="126"/>
                    <a:pt x="77" y="121"/>
                    <a:pt x="77" y="118"/>
                  </a:cubicBezTo>
                  <a:cubicBezTo>
                    <a:pt x="76" y="118"/>
                    <a:pt x="76" y="117"/>
                    <a:pt x="75" y="116"/>
                  </a:cubicBezTo>
                  <a:close/>
                  <a:moveTo>
                    <a:pt x="70" y="114"/>
                  </a:moveTo>
                  <a:cubicBezTo>
                    <a:pt x="72" y="114"/>
                    <a:pt x="72" y="114"/>
                    <a:pt x="72" y="114"/>
                  </a:cubicBezTo>
                  <a:cubicBezTo>
                    <a:pt x="76" y="115"/>
                    <a:pt x="78" y="117"/>
                    <a:pt x="78" y="118"/>
                  </a:cubicBezTo>
                  <a:cubicBezTo>
                    <a:pt x="79" y="121"/>
                    <a:pt x="77" y="125"/>
                    <a:pt x="74" y="128"/>
                  </a:cubicBezTo>
                  <a:cubicBezTo>
                    <a:pt x="79" y="126"/>
                    <a:pt x="79" y="122"/>
                    <a:pt x="79" y="120"/>
                  </a:cubicBezTo>
                  <a:cubicBezTo>
                    <a:pt x="79" y="116"/>
                    <a:pt x="76" y="110"/>
                    <a:pt x="72" y="110"/>
                  </a:cubicBezTo>
                  <a:cubicBezTo>
                    <a:pt x="71" y="110"/>
                    <a:pt x="69" y="111"/>
                    <a:pt x="68" y="113"/>
                  </a:cubicBezTo>
                  <a:cubicBezTo>
                    <a:pt x="69" y="113"/>
                    <a:pt x="69" y="113"/>
                    <a:pt x="70" y="114"/>
                  </a:cubicBezTo>
                  <a:close/>
                  <a:moveTo>
                    <a:pt x="122" y="122"/>
                  </a:moveTo>
                  <a:cubicBezTo>
                    <a:pt x="123" y="122"/>
                    <a:pt x="124" y="122"/>
                    <a:pt x="125" y="123"/>
                  </a:cubicBezTo>
                  <a:cubicBezTo>
                    <a:pt x="126" y="123"/>
                    <a:pt x="126" y="123"/>
                    <a:pt x="126" y="123"/>
                  </a:cubicBezTo>
                  <a:cubicBezTo>
                    <a:pt x="125" y="124"/>
                    <a:pt x="125" y="124"/>
                    <a:pt x="125" y="124"/>
                  </a:cubicBezTo>
                  <a:cubicBezTo>
                    <a:pt x="125" y="124"/>
                    <a:pt x="124" y="125"/>
                    <a:pt x="123" y="125"/>
                  </a:cubicBezTo>
                  <a:cubicBezTo>
                    <a:pt x="127" y="124"/>
                    <a:pt x="131" y="123"/>
                    <a:pt x="136" y="123"/>
                  </a:cubicBezTo>
                  <a:cubicBezTo>
                    <a:pt x="139" y="123"/>
                    <a:pt x="141" y="123"/>
                    <a:pt x="143" y="124"/>
                  </a:cubicBezTo>
                  <a:cubicBezTo>
                    <a:pt x="140" y="122"/>
                    <a:pt x="136" y="121"/>
                    <a:pt x="131" y="121"/>
                  </a:cubicBezTo>
                  <a:cubicBezTo>
                    <a:pt x="128" y="121"/>
                    <a:pt x="125" y="121"/>
                    <a:pt x="122" y="122"/>
                  </a:cubicBezTo>
                  <a:close/>
                  <a:moveTo>
                    <a:pt x="72" y="109"/>
                  </a:moveTo>
                  <a:cubicBezTo>
                    <a:pt x="77" y="109"/>
                    <a:pt x="81" y="115"/>
                    <a:pt x="81" y="120"/>
                  </a:cubicBezTo>
                  <a:cubicBezTo>
                    <a:pt x="81" y="121"/>
                    <a:pt x="81" y="122"/>
                    <a:pt x="81" y="123"/>
                  </a:cubicBezTo>
                  <a:cubicBezTo>
                    <a:pt x="82" y="121"/>
                    <a:pt x="82" y="118"/>
                    <a:pt x="81" y="114"/>
                  </a:cubicBezTo>
                  <a:cubicBezTo>
                    <a:pt x="79" y="110"/>
                    <a:pt x="75" y="108"/>
                    <a:pt x="71" y="109"/>
                  </a:cubicBezTo>
                  <a:cubicBezTo>
                    <a:pt x="72" y="109"/>
                    <a:pt x="72" y="109"/>
                    <a:pt x="72" y="109"/>
                  </a:cubicBezTo>
                  <a:close/>
                  <a:moveTo>
                    <a:pt x="36" y="65"/>
                  </a:moveTo>
                  <a:cubicBezTo>
                    <a:pt x="36" y="69"/>
                    <a:pt x="34" y="72"/>
                    <a:pt x="32" y="74"/>
                  </a:cubicBezTo>
                  <a:cubicBezTo>
                    <a:pt x="32" y="75"/>
                    <a:pt x="31" y="76"/>
                    <a:pt x="31" y="77"/>
                  </a:cubicBezTo>
                  <a:cubicBezTo>
                    <a:pt x="34" y="77"/>
                    <a:pt x="36" y="74"/>
                    <a:pt x="36" y="73"/>
                  </a:cubicBezTo>
                  <a:cubicBezTo>
                    <a:pt x="37" y="70"/>
                    <a:pt x="37" y="67"/>
                    <a:pt x="36" y="65"/>
                  </a:cubicBezTo>
                  <a:close/>
                  <a:moveTo>
                    <a:pt x="28" y="63"/>
                  </a:moveTo>
                  <a:cubicBezTo>
                    <a:pt x="27" y="65"/>
                    <a:pt x="27" y="69"/>
                    <a:pt x="27" y="72"/>
                  </a:cubicBezTo>
                  <a:cubicBezTo>
                    <a:pt x="27" y="73"/>
                    <a:pt x="28" y="73"/>
                    <a:pt x="28" y="74"/>
                  </a:cubicBezTo>
                  <a:cubicBezTo>
                    <a:pt x="30" y="71"/>
                    <a:pt x="32" y="67"/>
                    <a:pt x="31" y="65"/>
                  </a:cubicBezTo>
                  <a:cubicBezTo>
                    <a:pt x="30" y="64"/>
                    <a:pt x="30" y="63"/>
                    <a:pt x="28" y="63"/>
                  </a:cubicBezTo>
                  <a:close/>
                  <a:moveTo>
                    <a:pt x="32" y="36"/>
                  </a:moveTo>
                  <a:cubicBezTo>
                    <a:pt x="31" y="39"/>
                    <a:pt x="30" y="42"/>
                    <a:pt x="29" y="44"/>
                  </a:cubicBezTo>
                  <a:cubicBezTo>
                    <a:pt x="28" y="48"/>
                    <a:pt x="27" y="51"/>
                    <a:pt x="28" y="55"/>
                  </a:cubicBezTo>
                  <a:cubicBezTo>
                    <a:pt x="28" y="53"/>
                    <a:pt x="29" y="51"/>
                    <a:pt x="29" y="49"/>
                  </a:cubicBezTo>
                  <a:cubicBezTo>
                    <a:pt x="31" y="45"/>
                    <a:pt x="32" y="41"/>
                    <a:pt x="32" y="36"/>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05" name="Voľný tvar 47"/>
            <p:cNvSpPr>
              <a:spLocks noEditPoints="1"/>
            </p:cNvSpPr>
            <p:nvPr/>
          </p:nvSpPr>
          <p:spPr bwMode="auto">
            <a:xfrm>
              <a:off x="895350" y="3316288"/>
              <a:ext cx="363538" cy="328613"/>
            </a:xfrm>
            <a:custGeom>
              <a:avLst/>
              <a:gdLst>
                <a:gd name="T0" fmla="*/ 50 w 161"/>
                <a:gd name="T1" fmla="*/ 8 h 146"/>
                <a:gd name="T2" fmla="*/ 60 w 161"/>
                <a:gd name="T3" fmla="*/ 25 h 146"/>
                <a:gd name="T4" fmla="*/ 54 w 161"/>
                <a:gd name="T5" fmla="*/ 17 h 146"/>
                <a:gd name="T6" fmla="*/ 63 w 161"/>
                <a:gd name="T7" fmla="*/ 34 h 146"/>
                <a:gd name="T8" fmla="*/ 49 w 161"/>
                <a:gd name="T9" fmla="*/ 37 h 146"/>
                <a:gd name="T10" fmla="*/ 41 w 161"/>
                <a:gd name="T11" fmla="*/ 13 h 146"/>
                <a:gd name="T12" fmla="*/ 16 w 161"/>
                <a:gd name="T13" fmla="*/ 62 h 146"/>
                <a:gd name="T14" fmla="*/ 34 w 161"/>
                <a:gd name="T15" fmla="*/ 92 h 146"/>
                <a:gd name="T16" fmla="*/ 27 w 161"/>
                <a:gd name="T17" fmla="*/ 146 h 146"/>
                <a:gd name="T18" fmla="*/ 33 w 161"/>
                <a:gd name="T19" fmla="*/ 104 h 146"/>
                <a:gd name="T20" fmla="*/ 26 w 161"/>
                <a:gd name="T21" fmla="*/ 102 h 146"/>
                <a:gd name="T22" fmla="*/ 30 w 161"/>
                <a:gd name="T23" fmla="*/ 101 h 146"/>
                <a:gd name="T24" fmla="*/ 4 w 161"/>
                <a:gd name="T25" fmla="*/ 60 h 146"/>
                <a:gd name="T26" fmla="*/ 41 w 161"/>
                <a:gd name="T27" fmla="*/ 10 h 146"/>
                <a:gd name="T28" fmla="*/ 51 w 161"/>
                <a:gd name="T29" fmla="*/ 4 h 146"/>
                <a:gd name="T30" fmla="*/ 145 w 161"/>
                <a:gd name="T31" fmla="*/ 13 h 146"/>
                <a:gd name="T32" fmla="*/ 142 w 161"/>
                <a:gd name="T33" fmla="*/ 0 h 146"/>
                <a:gd name="T34" fmla="*/ 141 w 161"/>
                <a:gd name="T35" fmla="*/ 33 h 146"/>
                <a:gd name="T36" fmla="*/ 50 w 161"/>
                <a:gd name="T37" fmla="*/ 8 h 146"/>
                <a:gd name="T38" fmla="*/ 137 w 161"/>
                <a:gd name="T39" fmla="*/ 31 h 146"/>
                <a:gd name="T40" fmla="*/ 148 w 161"/>
                <a:gd name="T41" fmla="*/ 16 h 146"/>
                <a:gd name="T42" fmla="*/ 70 w 161"/>
                <a:gd name="T43" fmla="*/ 8 h 146"/>
                <a:gd name="T44" fmla="*/ 137 w 161"/>
                <a:gd name="T45" fmla="*/ 31 h 146"/>
                <a:gd name="T46" fmla="*/ 26 w 161"/>
                <a:gd name="T47" fmla="*/ 84 h 146"/>
                <a:gd name="T48" fmla="*/ 22 w 161"/>
                <a:gd name="T49" fmla="*/ 16 h 146"/>
                <a:gd name="T50" fmla="*/ 26 w 161"/>
                <a:gd name="T51" fmla="*/ 84 h 146"/>
                <a:gd name="T52" fmla="*/ 57 w 161"/>
                <a:gd name="T53" fmla="*/ 28 h 146"/>
                <a:gd name="T54" fmla="*/ 46 w 161"/>
                <a:gd name="T55" fmla="*/ 16 h 146"/>
                <a:gd name="T56" fmla="*/ 57 w 161"/>
                <a:gd name="T57" fmla="*/ 28 h 146"/>
                <a:gd name="T58" fmla="*/ 57 w 161"/>
                <a:gd name="T59" fmla="*/ 31 h 146"/>
                <a:gd name="T60" fmla="*/ 46 w 161"/>
                <a:gd name="T61" fmla="*/ 28 h 146"/>
                <a:gd name="T62" fmla="*/ 57 w 161"/>
                <a:gd name="T63" fmla="*/ 31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1" h="146">
                  <a:moveTo>
                    <a:pt x="50" y="8"/>
                  </a:moveTo>
                  <a:cubicBezTo>
                    <a:pt x="55" y="14"/>
                    <a:pt x="53" y="20"/>
                    <a:pt x="60" y="25"/>
                  </a:cubicBezTo>
                  <a:cubicBezTo>
                    <a:pt x="62" y="23"/>
                    <a:pt x="58" y="18"/>
                    <a:pt x="54" y="17"/>
                  </a:cubicBezTo>
                  <a:cubicBezTo>
                    <a:pt x="64" y="13"/>
                    <a:pt x="65" y="25"/>
                    <a:pt x="63" y="34"/>
                  </a:cubicBezTo>
                  <a:cubicBezTo>
                    <a:pt x="59" y="36"/>
                    <a:pt x="55" y="37"/>
                    <a:pt x="49" y="37"/>
                  </a:cubicBezTo>
                  <a:cubicBezTo>
                    <a:pt x="43" y="31"/>
                    <a:pt x="43" y="19"/>
                    <a:pt x="41" y="13"/>
                  </a:cubicBezTo>
                  <a:cubicBezTo>
                    <a:pt x="14" y="14"/>
                    <a:pt x="9" y="41"/>
                    <a:pt x="16" y="62"/>
                  </a:cubicBezTo>
                  <a:cubicBezTo>
                    <a:pt x="19" y="72"/>
                    <a:pt x="30" y="81"/>
                    <a:pt x="34" y="92"/>
                  </a:cubicBezTo>
                  <a:cubicBezTo>
                    <a:pt x="41" y="111"/>
                    <a:pt x="38" y="129"/>
                    <a:pt x="27" y="146"/>
                  </a:cubicBezTo>
                  <a:cubicBezTo>
                    <a:pt x="28" y="137"/>
                    <a:pt x="39" y="121"/>
                    <a:pt x="33" y="104"/>
                  </a:cubicBezTo>
                  <a:cubicBezTo>
                    <a:pt x="31" y="102"/>
                    <a:pt x="29" y="102"/>
                    <a:pt x="26" y="102"/>
                  </a:cubicBezTo>
                  <a:cubicBezTo>
                    <a:pt x="26" y="100"/>
                    <a:pt x="28" y="101"/>
                    <a:pt x="30" y="101"/>
                  </a:cubicBezTo>
                  <a:cubicBezTo>
                    <a:pt x="28" y="89"/>
                    <a:pt x="7" y="79"/>
                    <a:pt x="4" y="60"/>
                  </a:cubicBezTo>
                  <a:cubicBezTo>
                    <a:pt x="1" y="34"/>
                    <a:pt x="12" y="6"/>
                    <a:pt x="41" y="10"/>
                  </a:cubicBezTo>
                  <a:cubicBezTo>
                    <a:pt x="45" y="9"/>
                    <a:pt x="47" y="5"/>
                    <a:pt x="51" y="4"/>
                  </a:cubicBezTo>
                  <a:cubicBezTo>
                    <a:pt x="86" y="1"/>
                    <a:pt x="128" y="46"/>
                    <a:pt x="145" y="13"/>
                  </a:cubicBezTo>
                  <a:cubicBezTo>
                    <a:pt x="146" y="6"/>
                    <a:pt x="144" y="3"/>
                    <a:pt x="142" y="0"/>
                  </a:cubicBezTo>
                  <a:cubicBezTo>
                    <a:pt x="161" y="2"/>
                    <a:pt x="149" y="29"/>
                    <a:pt x="141" y="33"/>
                  </a:cubicBezTo>
                  <a:cubicBezTo>
                    <a:pt x="111" y="47"/>
                    <a:pt x="71" y="4"/>
                    <a:pt x="50" y="8"/>
                  </a:cubicBezTo>
                  <a:close/>
                  <a:moveTo>
                    <a:pt x="137" y="31"/>
                  </a:moveTo>
                  <a:cubicBezTo>
                    <a:pt x="142" y="29"/>
                    <a:pt x="151" y="17"/>
                    <a:pt x="148" y="16"/>
                  </a:cubicBezTo>
                  <a:cubicBezTo>
                    <a:pt x="130" y="43"/>
                    <a:pt x="93" y="14"/>
                    <a:pt x="70" y="8"/>
                  </a:cubicBezTo>
                  <a:cubicBezTo>
                    <a:pt x="87" y="21"/>
                    <a:pt x="105" y="33"/>
                    <a:pt x="137" y="31"/>
                  </a:cubicBezTo>
                  <a:close/>
                  <a:moveTo>
                    <a:pt x="26" y="84"/>
                  </a:moveTo>
                  <a:cubicBezTo>
                    <a:pt x="10" y="71"/>
                    <a:pt x="7" y="27"/>
                    <a:pt x="22" y="16"/>
                  </a:cubicBezTo>
                  <a:cubicBezTo>
                    <a:pt x="0" y="29"/>
                    <a:pt x="5" y="78"/>
                    <a:pt x="26" y="84"/>
                  </a:cubicBezTo>
                  <a:close/>
                  <a:moveTo>
                    <a:pt x="57" y="28"/>
                  </a:moveTo>
                  <a:cubicBezTo>
                    <a:pt x="55" y="22"/>
                    <a:pt x="53" y="16"/>
                    <a:pt x="46" y="16"/>
                  </a:cubicBezTo>
                  <a:cubicBezTo>
                    <a:pt x="46" y="23"/>
                    <a:pt x="50" y="27"/>
                    <a:pt x="57" y="28"/>
                  </a:cubicBezTo>
                  <a:close/>
                  <a:moveTo>
                    <a:pt x="57" y="31"/>
                  </a:moveTo>
                  <a:cubicBezTo>
                    <a:pt x="51" y="33"/>
                    <a:pt x="49" y="24"/>
                    <a:pt x="46" y="28"/>
                  </a:cubicBezTo>
                  <a:cubicBezTo>
                    <a:pt x="47" y="31"/>
                    <a:pt x="56" y="40"/>
                    <a:pt x="57" y="31"/>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06" name="Voľný tvar 48"/>
            <p:cNvSpPr>
              <a:spLocks noEditPoints="1"/>
            </p:cNvSpPr>
            <p:nvPr/>
          </p:nvSpPr>
          <p:spPr bwMode="auto">
            <a:xfrm>
              <a:off x="903288" y="3313113"/>
              <a:ext cx="336550" cy="338138"/>
            </a:xfrm>
            <a:custGeom>
              <a:avLst/>
              <a:gdLst>
                <a:gd name="T0" fmla="*/ 81 w 150"/>
                <a:gd name="T1" fmla="*/ 22 h 150"/>
                <a:gd name="T2" fmla="*/ 52 w 150"/>
                <a:gd name="T3" fmla="*/ 17 h 150"/>
                <a:gd name="T4" fmla="*/ 60 w 150"/>
                <a:gd name="T5" fmla="*/ 35 h 150"/>
                <a:gd name="T6" fmla="*/ 45 w 150"/>
                <a:gd name="T7" fmla="*/ 39 h 150"/>
                <a:gd name="T8" fmla="*/ 39 w 150"/>
                <a:gd name="T9" fmla="*/ 20 h 150"/>
                <a:gd name="T10" fmla="*/ 14 w 150"/>
                <a:gd name="T11" fmla="*/ 63 h 150"/>
                <a:gd name="T12" fmla="*/ 25 w 150"/>
                <a:gd name="T13" fmla="*/ 148 h 150"/>
                <a:gd name="T14" fmla="*/ 26 w 150"/>
                <a:gd name="T15" fmla="*/ 137 h 150"/>
                <a:gd name="T16" fmla="*/ 23 w 150"/>
                <a:gd name="T17" fmla="*/ 104 h 150"/>
                <a:gd name="T18" fmla="*/ 26 w 150"/>
                <a:gd name="T19" fmla="*/ 101 h 150"/>
                <a:gd name="T20" fmla="*/ 1 w 150"/>
                <a:gd name="T21" fmla="*/ 61 h 150"/>
                <a:gd name="T22" fmla="*/ 38 w 150"/>
                <a:gd name="T23" fmla="*/ 10 h 150"/>
                <a:gd name="T24" fmla="*/ 91 w 150"/>
                <a:gd name="T25" fmla="*/ 16 h 150"/>
                <a:gd name="T26" fmla="*/ 139 w 150"/>
                <a:gd name="T27" fmla="*/ 2 h 150"/>
                <a:gd name="T28" fmla="*/ 150 w 150"/>
                <a:gd name="T29" fmla="*/ 12 h 150"/>
                <a:gd name="T30" fmla="*/ 82 w 150"/>
                <a:gd name="T31" fmla="*/ 20 h 150"/>
                <a:gd name="T32" fmla="*/ 141 w 150"/>
                <a:gd name="T33" fmla="*/ 2 h 150"/>
                <a:gd name="T34" fmla="*/ 143 w 150"/>
                <a:gd name="T35" fmla="*/ 14 h 150"/>
                <a:gd name="T36" fmla="*/ 44 w 150"/>
                <a:gd name="T37" fmla="*/ 9 h 150"/>
                <a:gd name="T38" fmla="*/ 38 w 150"/>
                <a:gd name="T39" fmla="*/ 12 h 150"/>
                <a:gd name="T40" fmla="*/ 2 w 150"/>
                <a:gd name="T41" fmla="*/ 60 h 150"/>
                <a:gd name="T42" fmla="*/ 28 w 150"/>
                <a:gd name="T43" fmla="*/ 102 h 150"/>
                <a:gd name="T44" fmla="*/ 30 w 150"/>
                <a:gd name="T45" fmla="*/ 104 h 150"/>
                <a:gd name="T46" fmla="*/ 32 w 150"/>
                <a:gd name="T47" fmla="*/ 116 h 150"/>
                <a:gd name="T48" fmla="*/ 31 w 150"/>
                <a:gd name="T49" fmla="*/ 93 h 150"/>
                <a:gd name="T50" fmla="*/ 11 w 150"/>
                <a:gd name="T51" fmla="*/ 61 h 150"/>
                <a:gd name="T52" fmla="*/ 23 w 150"/>
                <a:gd name="T53" fmla="*/ 85 h 150"/>
                <a:gd name="T54" fmla="*/ 19 w 150"/>
                <a:gd name="T55" fmla="*/ 17 h 150"/>
                <a:gd name="T56" fmla="*/ 39 w 150"/>
                <a:gd name="T57" fmla="*/ 13 h 150"/>
                <a:gd name="T58" fmla="*/ 42 w 150"/>
                <a:gd name="T59" fmla="*/ 29 h 150"/>
                <a:gd name="T60" fmla="*/ 48 w 150"/>
                <a:gd name="T61" fmla="*/ 29 h 150"/>
                <a:gd name="T62" fmla="*/ 55 w 150"/>
                <a:gd name="T63" fmla="*/ 32 h 150"/>
                <a:gd name="T64" fmla="*/ 42 w 150"/>
                <a:gd name="T65" fmla="*/ 30 h 150"/>
                <a:gd name="T66" fmla="*/ 60 w 150"/>
                <a:gd name="T67" fmla="*/ 27 h 150"/>
                <a:gd name="T68" fmla="*/ 58 w 150"/>
                <a:gd name="T69" fmla="*/ 25 h 150"/>
                <a:gd name="T70" fmla="*/ 56 w 150"/>
                <a:gd name="T71" fmla="*/ 27 h 150"/>
                <a:gd name="T72" fmla="*/ 50 w 150"/>
                <a:gd name="T73" fmla="*/ 18 h 150"/>
                <a:gd name="T74" fmla="*/ 45 w 150"/>
                <a:gd name="T75" fmla="*/ 9 h 150"/>
                <a:gd name="T76" fmla="*/ 57 w 150"/>
                <a:gd name="T77" fmla="*/ 25 h 150"/>
                <a:gd name="T78" fmla="*/ 53 w 150"/>
                <a:gd name="T79" fmla="*/ 33 h 150"/>
                <a:gd name="T80" fmla="*/ 44 w 150"/>
                <a:gd name="T81" fmla="*/ 29 h 150"/>
                <a:gd name="T82" fmla="*/ 8 w 150"/>
                <a:gd name="T83" fmla="*/ 46 h 150"/>
                <a:gd name="T84" fmla="*/ 146 w 150"/>
                <a:gd name="T85" fmla="*/ 18 h 150"/>
                <a:gd name="T86" fmla="*/ 134 w 150"/>
                <a:gd name="T87" fmla="*/ 33 h 150"/>
                <a:gd name="T88" fmla="*/ 67 w 150"/>
                <a:gd name="T89" fmla="*/ 9 h 150"/>
                <a:gd name="T90" fmla="*/ 145 w 150"/>
                <a:gd name="T91" fmla="*/ 16 h 150"/>
                <a:gd name="T92" fmla="*/ 133 w 150"/>
                <a:gd name="T93" fmla="*/ 31 h 150"/>
                <a:gd name="T94" fmla="*/ 71 w 150"/>
                <a:gd name="T95" fmla="*/ 11 h 150"/>
                <a:gd name="T96" fmla="*/ 54 w 150"/>
                <a:gd name="T97" fmla="*/ 30 h 150"/>
                <a:gd name="T98" fmla="*/ 43 w 150"/>
                <a:gd name="T99" fmla="*/ 16 h 150"/>
                <a:gd name="T100" fmla="*/ 43 w 150"/>
                <a:gd name="T101" fmla="*/ 1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0" h="150">
                  <a:moveTo>
                    <a:pt x="150" y="12"/>
                  </a:moveTo>
                  <a:cubicBezTo>
                    <a:pt x="150" y="20"/>
                    <a:pt x="143" y="32"/>
                    <a:pt x="138" y="34"/>
                  </a:cubicBezTo>
                  <a:cubicBezTo>
                    <a:pt x="120" y="43"/>
                    <a:pt x="99" y="32"/>
                    <a:pt x="81" y="22"/>
                  </a:cubicBezTo>
                  <a:cubicBezTo>
                    <a:pt x="69" y="15"/>
                    <a:pt x="57" y="9"/>
                    <a:pt x="48" y="10"/>
                  </a:cubicBezTo>
                  <a:cubicBezTo>
                    <a:pt x="50" y="12"/>
                    <a:pt x="51" y="15"/>
                    <a:pt x="52" y="17"/>
                  </a:cubicBezTo>
                  <a:cubicBezTo>
                    <a:pt x="52" y="17"/>
                    <a:pt x="52" y="17"/>
                    <a:pt x="52" y="17"/>
                  </a:cubicBezTo>
                  <a:cubicBezTo>
                    <a:pt x="54" y="16"/>
                    <a:pt x="56" y="16"/>
                    <a:pt x="58" y="17"/>
                  </a:cubicBezTo>
                  <a:cubicBezTo>
                    <a:pt x="61" y="19"/>
                    <a:pt x="61" y="24"/>
                    <a:pt x="61" y="27"/>
                  </a:cubicBezTo>
                  <a:cubicBezTo>
                    <a:pt x="61" y="30"/>
                    <a:pt x="61" y="33"/>
                    <a:pt x="60" y="35"/>
                  </a:cubicBezTo>
                  <a:cubicBezTo>
                    <a:pt x="60" y="35"/>
                    <a:pt x="60" y="35"/>
                    <a:pt x="60" y="35"/>
                  </a:cubicBezTo>
                  <a:cubicBezTo>
                    <a:pt x="60" y="36"/>
                    <a:pt x="60" y="36"/>
                    <a:pt x="60" y="36"/>
                  </a:cubicBezTo>
                  <a:cubicBezTo>
                    <a:pt x="57" y="38"/>
                    <a:pt x="52" y="39"/>
                    <a:pt x="45" y="39"/>
                  </a:cubicBezTo>
                  <a:cubicBezTo>
                    <a:pt x="45" y="39"/>
                    <a:pt x="45" y="39"/>
                    <a:pt x="45" y="39"/>
                  </a:cubicBezTo>
                  <a:cubicBezTo>
                    <a:pt x="45" y="38"/>
                    <a:pt x="45" y="38"/>
                    <a:pt x="45" y="38"/>
                  </a:cubicBezTo>
                  <a:cubicBezTo>
                    <a:pt x="41" y="34"/>
                    <a:pt x="40" y="26"/>
                    <a:pt x="39" y="20"/>
                  </a:cubicBezTo>
                  <a:cubicBezTo>
                    <a:pt x="39" y="18"/>
                    <a:pt x="38" y="16"/>
                    <a:pt x="38" y="14"/>
                  </a:cubicBezTo>
                  <a:cubicBezTo>
                    <a:pt x="21" y="15"/>
                    <a:pt x="11" y="27"/>
                    <a:pt x="11" y="47"/>
                  </a:cubicBezTo>
                  <a:cubicBezTo>
                    <a:pt x="11" y="52"/>
                    <a:pt x="12" y="58"/>
                    <a:pt x="14" y="63"/>
                  </a:cubicBezTo>
                  <a:cubicBezTo>
                    <a:pt x="15" y="68"/>
                    <a:pt x="18" y="72"/>
                    <a:pt x="22" y="77"/>
                  </a:cubicBezTo>
                  <a:cubicBezTo>
                    <a:pt x="26" y="82"/>
                    <a:pt x="30" y="87"/>
                    <a:pt x="32" y="93"/>
                  </a:cubicBezTo>
                  <a:cubicBezTo>
                    <a:pt x="39" y="111"/>
                    <a:pt x="36" y="130"/>
                    <a:pt x="25" y="148"/>
                  </a:cubicBezTo>
                  <a:cubicBezTo>
                    <a:pt x="23" y="150"/>
                    <a:pt x="23" y="150"/>
                    <a:pt x="23" y="150"/>
                  </a:cubicBezTo>
                  <a:cubicBezTo>
                    <a:pt x="23" y="147"/>
                    <a:pt x="23" y="147"/>
                    <a:pt x="23" y="147"/>
                  </a:cubicBezTo>
                  <a:cubicBezTo>
                    <a:pt x="24" y="144"/>
                    <a:pt x="25" y="141"/>
                    <a:pt x="26" y="137"/>
                  </a:cubicBezTo>
                  <a:cubicBezTo>
                    <a:pt x="28" y="131"/>
                    <a:pt x="31" y="123"/>
                    <a:pt x="31" y="116"/>
                  </a:cubicBezTo>
                  <a:cubicBezTo>
                    <a:pt x="31" y="112"/>
                    <a:pt x="30" y="108"/>
                    <a:pt x="29" y="105"/>
                  </a:cubicBezTo>
                  <a:cubicBezTo>
                    <a:pt x="28" y="104"/>
                    <a:pt x="26" y="104"/>
                    <a:pt x="23" y="104"/>
                  </a:cubicBezTo>
                  <a:cubicBezTo>
                    <a:pt x="22" y="104"/>
                    <a:pt x="22" y="104"/>
                    <a:pt x="22" y="104"/>
                  </a:cubicBezTo>
                  <a:cubicBezTo>
                    <a:pt x="22" y="103"/>
                    <a:pt x="22" y="103"/>
                    <a:pt x="22" y="103"/>
                  </a:cubicBezTo>
                  <a:cubicBezTo>
                    <a:pt x="22" y="101"/>
                    <a:pt x="24" y="101"/>
                    <a:pt x="26" y="101"/>
                  </a:cubicBezTo>
                  <a:cubicBezTo>
                    <a:pt x="26" y="101"/>
                    <a:pt x="26" y="101"/>
                    <a:pt x="26" y="101"/>
                  </a:cubicBezTo>
                  <a:cubicBezTo>
                    <a:pt x="25" y="97"/>
                    <a:pt x="21" y="93"/>
                    <a:pt x="17" y="88"/>
                  </a:cubicBezTo>
                  <a:cubicBezTo>
                    <a:pt x="10" y="81"/>
                    <a:pt x="2" y="72"/>
                    <a:pt x="1" y="61"/>
                  </a:cubicBezTo>
                  <a:cubicBezTo>
                    <a:pt x="0" y="58"/>
                    <a:pt x="0" y="55"/>
                    <a:pt x="0" y="52"/>
                  </a:cubicBezTo>
                  <a:cubicBezTo>
                    <a:pt x="0" y="37"/>
                    <a:pt x="5" y="24"/>
                    <a:pt x="13" y="17"/>
                  </a:cubicBezTo>
                  <a:cubicBezTo>
                    <a:pt x="20" y="11"/>
                    <a:pt x="28" y="9"/>
                    <a:pt x="38" y="10"/>
                  </a:cubicBezTo>
                  <a:cubicBezTo>
                    <a:pt x="40" y="10"/>
                    <a:pt x="41" y="9"/>
                    <a:pt x="43" y="7"/>
                  </a:cubicBezTo>
                  <a:cubicBezTo>
                    <a:pt x="44" y="6"/>
                    <a:pt x="46" y="5"/>
                    <a:pt x="48" y="4"/>
                  </a:cubicBezTo>
                  <a:cubicBezTo>
                    <a:pt x="62" y="3"/>
                    <a:pt x="77" y="9"/>
                    <a:pt x="91" y="16"/>
                  </a:cubicBezTo>
                  <a:cubicBezTo>
                    <a:pt x="113" y="25"/>
                    <a:pt x="131" y="33"/>
                    <a:pt x="141" y="13"/>
                  </a:cubicBezTo>
                  <a:cubicBezTo>
                    <a:pt x="142" y="12"/>
                    <a:pt x="142" y="11"/>
                    <a:pt x="142" y="10"/>
                  </a:cubicBezTo>
                  <a:cubicBezTo>
                    <a:pt x="142" y="7"/>
                    <a:pt x="140" y="4"/>
                    <a:pt x="139" y="2"/>
                  </a:cubicBezTo>
                  <a:cubicBezTo>
                    <a:pt x="138" y="0"/>
                    <a:pt x="138" y="0"/>
                    <a:pt x="138" y="0"/>
                  </a:cubicBezTo>
                  <a:cubicBezTo>
                    <a:pt x="139" y="0"/>
                    <a:pt x="139" y="0"/>
                    <a:pt x="139" y="0"/>
                  </a:cubicBezTo>
                  <a:cubicBezTo>
                    <a:pt x="146" y="1"/>
                    <a:pt x="150" y="5"/>
                    <a:pt x="150" y="12"/>
                  </a:cubicBezTo>
                  <a:close/>
                  <a:moveTo>
                    <a:pt x="45" y="9"/>
                  </a:moveTo>
                  <a:cubicBezTo>
                    <a:pt x="47" y="9"/>
                    <a:pt x="47" y="9"/>
                    <a:pt x="47" y="9"/>
                  </a:cubicBezTo>
                  <a:cubicBezTo>
                    <a:pt x="56" y="7"/>
                    <a:pt x="68" y="13"/>
                    <a:pt x="82" y="20"/>
                  </a:cubicBezTo>
                  <a:cubicBezTo>
                    <a:pt x="100" y="30"/>
                    <a:pt x="120" y="41"/>
                    <a:pt x="138" y="33"/>
                  </a:cubicBezTo>
                  <a:cubicBezTo>
                    <a:pt x="142" y="31"/>
                    <a:pt x="148" y="20"/>
                    <a:pt x="148" y="12"/>
                  </a:cubicBezTo>
                  <a:cubicBezTo>
                    <a:pt x="148" y="8"/>
                    <a:pt x="147" y="3"/>
                    <a:pt x="141" y="2"/>
                  </a:cubicBezTo>
                  <a:cubicBezTo>
                    <a:pt x="142" y="4"/>
                    <a:pt x="143" y="7"/>
                    <a:pt x="143" y="10"/>
                  </a:cubicBezTo>
                  <a:cubicBezTo>
                    <a:pt x="143" y="11"/>
                    <a:pt x="143" y="13"/>
                    <a:pt x="143" y="14"/>
                  </a:cubicBezTo>
                  <a:cubicBezTo>
                    <a:pt x="143" y="14"/>
                    <a:pt x="143" y="14"/>
                    <a:pt x="143" y="14"/>
                  </a:cubicBezTo>
                  <a:cubicBezTo>
                    <a:pt x="132" y="35"/>
                    <a:pt x="112" y="26"/>
                    <a:pt x="91" y="17"/>
                  </a:cubicBezTo>
                  <a:cubicBezTo>
                    <a:pt x="76" y="11"/>
                    <a:pt x="62" y="5"/>
                    <a:pt x="48" y="6"/>
                  </a:cubicBezTo>
                  <a:cubicBezTo>
                    <a:pt x="46" y="6"/>
                    <a:pt x="45" y="7"/>
                    <a:pt x="44" y="9"/>
                  </a:cubicBezTo>
                  <a:cubicBezTo>
                    <a:pt x="42" y="10"/>
                    <a:pt x="41" y="11"/>
                    <a:pt x="39" y="12"/>
                  </a:cubicBezTo>
                  <a:cubicBezTo>
                    <a:pt x="38" y="12"/>
                    <a:pt x="38" y="12"/>
                    <a:pt x="38" y="12"/>
                  </a:cubicBezTo>
                  <a:cubicBezTo>
                    <a:pt x="38" y="12"/>
                    <a:pt x="38" y="12"/>
                    <a:pt x="38" y="12"/>
                  </a:cubicBezTo>
                  <a:cubicBezTo>
                    <a:pt x="29" y="10"/>
                    <a:pt x="20" y="13"/>
                    <a:pt x="14" y="18"/>
                  </a:cubicBezTo>
                  <a:cubicBezTo>
                    <a:pt x="6" y="25"/>
                    <a:pt x="2" y="37"/>
                    <a:pt x="2" y="52"/>
                  </a:cubicBezTo>
                  <a:cubicBezTo>
                    <a:pt x="2" y="55"/>
                    <a:pt x="2" y="58"/>
                    <a:pt x="2" y="60"/>
                  </a:cubicBezTo>
                  <a:cubicBezTo>
                    <a:pt x="4" y="72"/>
                    <a:pt x="11" y="80"/>
                    <a:pt x="18" y="87"/>
                  </a:cubicBezTo>
                  <a:cubicBezTo>
                    <a:pt x="23" y="92"/>
                    <a:pt x="27" y="97"/>
                    <a:pt x="28" y="102"/>
                  </a:cubicBezTo>
                  <a:cubicBezTo>
                    <a:pt x="28" y="102"/>
                    <a:pt x="28" y="102"/>
                    <a:pt x="28" y="102"/>
                  </a:cubicBezTo>
                  <a:cubicBezTo>
                    <a:pt x="27" y="102"/>
                    <a:pt x="27" y="102"/>
                    <a:pt x="27" y="102"/>
                  </a:cubicBezTo>
                  <a:cubicBezTo>
                    <a:pt x="27" y="102"/>
                    <a:pt x="27" y="102"/>
                    <a:pt x="27" y="102"/>
                  </a:cubicBezTo>
                  <a:cubicBezTo>
                    <a:pt x="28" y="103"/>
                    <a:pt x="29" y="103"/>
                    <a:pt x="30" y="104"/>
                  </a:cubicBezTo>
                  <a:cubicBezTo>
                    <a:pt x="31" y="104"/>
                    <a:pt x="31" y="104"/>
                    <a:pt x="31" y="104"/>
                  </a:cubicBezTo>
                  <a:cubicBezTo>
                    <a:pt x="31" y="104"/>
                    <a:pt x="31" y="104"/>
                    <a:pt x="31" y="104"/>
                  </a:cubicBezTo>
                  <a:cubicBezTo>
                    <a:pt x="32" y="108"/>
                    <a:pt x="32" y="112"/>
                    <a:pt x="32" y="116"/>
                  </a:cubicBezTo>
                  <a:cubicBezTo>
                    <a:pt x="32" y="124"/>
                    <a:pt x="30" y="131"/>
                    <a:pt x="28" y="138"/>
                  </a:cubicBezTo>
                  <a:cubicBezTo>
                    <a:pt x="27" y="140"/>
                    <a:pt x="26" y="141"/>
                    <a:pt x="26" y="143"/>
                  </a:cubicBezTo>
                  <a:cubicBezTo>
                    <a:pt x="35" y="127"/>
                    <a:pt x="37" y="110"/>
                    <a:pt x="31" y="93"/>
                  </a:cubicBezTo>
                  <a:cubicBezTo>
                    <a:pt x="28" y="88"/>
                    <a:pt x="25" y="83"/>
                    <a:pt x="21" y="78"/>
                  </a:cubicBezTo>
                  <a:cubicBezTo>
                    <a:pt x="17" y="73"/>
                    <a:pt x="14" y="69"/>
                    <a:pt x="12" y="64"/>
                  </a:cubicBezTo>
                  <a:cubicBezTo>
                    <a:pt x="12" y="63"/>
                    <a:pt x="12" y="62"/>
                    <a:pt x="11" y="61"/>
                  </a:cubicBezTo>
                  <a:cubicBezTo>
                    <a:pt x="13" y="71"/>
                    <a:pt x="17" y="79"/>
                    <a:pt x="23" y="84"/>
                  </a:cubicBezTo>
                  <a:cubicBezTo>
                    <a:pt x="26" y="86"/>
                    <a:pt x="26" y="86"/>
                    <a:pt x="26" y="86"/>
                  </a:cubicBezTo>
                  <a:cubicBezTo>
                    <a:pt x="23" y="85"/>
                    <a:pt x="23" y="85"/>
                    <a:pt x="23" y="85"/>
                  </a:cubicBezTo>
                  <a:cubicBezTo>
                    <a:pt x="10" y="82"/>
                    <a:pt x="4" y="64"/>
                    <a:pt x="4" y="49"/>
                  </a:cubicBezTo>
                  <a:cubicBezTo>
                    <a:pt x="4" y="34"/>
                    <a:pt x="9" y="21"/>
                    <a:pt x="18" y="16"/>
                  </a:cubicBezTo>
                  <a:cubicBezTo>
                    <a:pt x="19" y="17"/>
                    <a:pt x="19" y="17"/>
                    <a:pt x="19" y="17"/>
                  </a:cubicBezTo>
                  <a:cubicBezTo>
                    <a:pt x="15" y="21"/>
                    <a:pt x="12" y="28"/>
                    <a:pt x="10" y="37"/>
                  </a:cubicBezTo>
                  <a:cubicBezTo>
                    <a:pt x="13" y="22"/>
                    <a:pt x="23" y="14"/>
                    <a:pt x="38" y="13"/>
                  </a:cubicBezTo>
                  <a:cubicBezTo>
                    <a:pt x="39" y="13"/>
                    <a:pt x="39" y="13"/>
                    <a:pt x="39" y="13"/>
                  </a:cubicBezTo>
                  <a:cubicBezTo>
                    <a:pt x="39" y="13"/>
                    <a:pt x="39" y="13"/>
                    <a:pt x="39" y="13"/>
                  </a:cubicBezTo>
                  <a:cubicBezTo>
                    <a:pt x="40" y="15"/>
                    <a:pt x="40" y="18"/>
                    <a:pt x="40" y="20"/>
                  </a:cubicBezTo>
                  <a:cubicBezTo>
                    <a:pt x="41" y="23"/>
                    <a:pt x="41" y="26"/>
                    <a:pt x="42" y="29"/>
                  </a:cubicBezTo>
                  <a:cubicBezTo>
                    <a:pt x="42" y="29"/>
                    <a:pt x="42" y="29"/>
                    <a:pt x="42" y="29"/>
                  </a:cubicBezTo>
                  <a:cubicBezTo>
                    <a:pt x="43" y="28"/>
                    <a:pt x="44" y="27"/>
                    <a:pt x="44" y="27"/>
                  </a:cubicBezTo>
                  <a:cubicBezTo>
                    <a:pt x="46" y="27"/>
                    <a:pt x="47" y="28"/>
                    <a:pt x="48" y="29"/>
                  </a:cubicBezTo>
                  <a:cubicBezTo>
                    <a:pt x="50" y="31"/>
                    <a:pt x="52" y="32"/>
                    <a:pt x="54" y="31"/>
                  </a:cubicBezTo>
                  <a:cubicBezTo>
                    <a:pt x="55" y="31"/>
                    <a:pt x="55" y="31"/>
                    <a:pt x="55" y="31"/>
                  </a:cubicBezTo>
                  <a:cubicBezTo>
                    <a:pt x="55" y="32"/>
                    <a:pt x="55" y="32"/>
                    <a:pt x="55" y="32"/>
                  </a:cubicBezTo>
                  <a:cubicBezTo>
                    <a:pt x="54" y="35"/>
                    <a:pt x="53" y="36"/>
                    <a:pt x="52" y="37"/>
                  </a:cubicBezTo>
                  <a:cubicBezTo>
                    <a:pt x="48" y="38"/>
                    <a:pt x="43" y="32"/>
                    <a:pt x="42" y="30"/>
                  </a:cubicBezTo>
                  <a:cubicBezTo>
                    <a:pt x="42" y="30"/>
                    <a:pt x="42" y="30"/>
                    <a:pt x="42" y="30"/>
                  </a:cubicBezTo>
                  <a:cubicBezTo>
                    <a:pt x="43" y="33"/>
                    <a:pt x="44" y="35"/>
                    <a:pt x="46" y="37"/>
                  </a:cubicBezTo>
                  <a:cubicBezTo>
                    <a:pt x="52" y="38"/>
                    <a:pt x="56" y="37"/>
                    <a:pt x="59" y="35"/>
                  </a:cubicBezTo>
                  <a:cubicBezTo>
                    <a:pt x="60" y="32"/>
                    <a:pt x="60" y="30"/>
                    <a:pt x="60" y="27"/>
                  </a:cubicBezTo>
                  <a:cubicBezTo>
                    <a:pt x="60" y="23"/>
                    <a:pt x="59" y="20"/>
                    <a:pt x="57" y="18"/>
                  </a:cubicBezTo>
                  <a:cubicBezTo>
                    <a:pt x="56" y="18"/>
                    <a:pt x="55" y="18"/>
                    <a:pt x="53" y="18"/>
                  </a:cubicBezTo>
                  <a:cubicBezTo>
                    <a:pt x="56" y="19"/>
                    <a:pt x="58" y="22"/>
                    <a:pt x="58" y="25"/>
                  </a:cubicBezTo>
                  <a:cubicBezTo>
                    <a:pt x="58" y="26"/>
                    <a:pt x="58" y="26"/>
                    <a:pt x="57" y="27"/>
                  </a:cubicBezTo>
                  <a:cubicBezTo>
                    <a:pt x="57" y="27"/>
                    <a:pt x="57" y="27"/>
                    <a:pt x="57" y="27"/>
                  </a:cubicBezTo>
                  <a:cubicBezTo>
                    <a:pt x="56" y="27"/>
                    <a:pt x="56" y="27"/>
                    <a:pt x="56" y="27"/>
                  </a:cubicBezTo>
                  <a:cubicBezTo>
                    <a:pt x="53" y="24"/>
                    <a:pt x="52" y="21"/>
                    <a:pt x="51" y="19"/>
                  </a:cubicBezTo>
                  <a:cubicBezTo>
                    <a:pt x="49" y="18"/>
                    <a:pt x="49" y="18"/>
                    <a:pt x="49" y="18"/>
                  </a:cubicBezTo>
                  <a:cubicBezTo>
                    <a:pt x="50" y="18"/>
                    <a:pt x="50" y="18"/>
                    <a:pt x="50" y="18"/>
                  </a:cubicBezTo>
                  <a:cubicBezTo>
                    <a:pt x="50" y="17"/>
                    <a:pt x="50" y="17"/>
                    <a:pt x="50" y="17"/>
                  </a:cubicBezTo>
                  <a:cubicBezTo>
                    <a:pt x="49" y="15"/>
                    <a:pt x="49" y="12"/>
                    <a:pt x="46" y="10"/>
                  </a:cubicBezTo>
                  <a:lnTo>
                    <a:pt x="45" y="9"/>
                  </a:lnTo>
                  <a:close/>
                  <a:moveTo>
                    <a:pt x="57" y="25"/>
                  </a:moveTo>
                  <a:cubicBezTo>
                    <a:pt x="57" y="24"/>
                    <a:pt x="55" y="21"/>
                    <a:pt x="53" y="19"/>
                  </a:cubicBezTo>
                  <a:cubicBezTo>
                    <a:pt x="53" y="21"/>
                    <a:pt x="54" y="23"/>
                    <a:pt x="57" y="25"/>
                  </a:cubicBezTo>
                  <a:close/>
                  <a:moveTo>
                    <a:pt x="44" y="29"/>
                  </a:moveTo>
                  <a:cubicBezTo>
                    <a:pt x="45" y="32"/>
                    <a:pt x="49" y="36"/>
                    <a:pt x="51" y="35"/>
                  </a:cubicBezTo>
                  <a:cubicBezTo>
                    <a:pt x="52" y="35"/>
                    <a:pt x="53" y="34"/>
                    <a:pt x="53" y="33"/>
                  </a:cubicBezTo>
                  <a:cubicBezTo>
                    <a:pt x="51" y="33"/>
                    <a:pt x="49" y="32"/>
                    <a:pt x="47" y="30"/>
                  </a:cubicBezTo>
                  <a:cubicBezTo>
                    <a:pt x="46" y="30"/>
                    <a:pt x="45" y="29"/>
                    <a:pt x="45" y="29"/>
                  </a:cubicBezTo>
                  <a:cubicBezTo>
                    <a:pt x="44" y="29"/>
                    <a:pt x="44" y="29"/>
                    <a:pt x="44" y="29"/>
                  </a:cubicBezTo>
                  <a:close/>
                  <a:moveTo>
                    <a:pt x="5" y="49"/>
                  </a:moveTo>
                  <a:cubicBezTo>
                    <a:pt x="5" y="62"/>
                    <a:pt x="10" y="77"/>
                    <a:pt x="19" y="82"/>
                  </a:cubicBezTo>
                  <a:cubicBezTo>
                    <a:pt x="12" y="74"/>
                    <a:pt x="8" y="58"/>
                    <a:pt x="8" y="46"/>
                  </a:cubicBezTo>
                  <a:cubicBezTo>
                    <a:pt x="8" y="36"/>
                    <a:pt x="10" y="28"/>
                    <a:pt x="13" y="22"/>
                  </a:cubicBezTo>
                  <a:cubicBezTo>
                    <a:pt x="8" y="29"/>
                    <a:pt x="5" y="38"/>
                    <a:pt x="5" y="49"/>
                  </a:cubicBezTo>
                  <a:close/>
                  <a:moveTo>
                    <a:pt x="146" y="18"/>
                  </a:moveTo>
                  <a:cubicBezTo>
                    <a:pt x="146" y="18"/>
                    <a:pt x="146" y="18"/>
                    <a:pt x="146" y="18"/>
                  </a:cubicBezTo>
                  <a:cubicBezTo>
                    <a:pt x="146" y="21"/>
                    <a:pt x="139" y="31"/>
                    <a:pt x="134" y="33"/>
                  </a:cubicBezTo>
                  <a:cubicBezTo>
                    <a:pt x="134" y="33"/>
                    <a:pt x="134" y="33"/>
                    <a:pt x="134" y="33"/>
                  </a:cubicBezTo>
                  <a:cubicBezTo>
                    <a:pt x="103" y="35"/>
                    <a:pt x="85" y="24"/>
                    <a:pt x="66" y="10"/>
                  </a:cubicBezTo>
                  <a:cubicBezTo>
                    <a:pt x="63" y="8"/>
                    <a:pt x="63" y="8"/>
                    <a:pt x="63" y="8"/>
                  </a:cubicBezTo>
                  <a:cubicBezTo>
                    <a:pt x="67" y="9"/>
                    <a:pt x="67" y="9"/>
                    <a:pt x="67" y="9"/>
                  </a:cubicBezTo>
                  <a:cubicBezTo>
                    <a:pt x="73" y="10"/>
                    <a:pt x="80" y="13"/>
                    <a:pt x="88" y="17"/>
                  </a:cubicBezTo>
                  <a:cubicBezTo>
                    <a:pt x="108" y="26"/>
                    <a:pt x="131" y="36"/>
                    <a:pt x="144" y="16"/>
                  </a:cubicBezTo>
                  <a:cubicBezTo>
                    <a:pt x="145" y="16"/>
                    <a:pt x="145" y="16"/>
                    <a:pt x="145" y="16"/>
                  </a:cubicBezTo>
                  <a:cubicBezTo>
                    <a:pt x="145" y="16"/>
                    <a:pt x="145" y="16"/>
                    <a:pt x="145" y="16"/>
                  </a:cubicBezTo>
                  <a:cubicBezTo>
                    <a:pt x="146" y="16"/>
                    <a:pt x="146" y="16"/>
                    <a:pt x="146" y="18"/>
                  </a:cubicBezTo>
                  <a:close/>
                  <a:moveTo>
                    <a:pt x="133" y="31"/>
                  </a:moveTo>
                  <a:cubicBezTo>
                    <a:pt x="138" y="29"/>
                    <a:pt x="144" y="21"/>
                    <a:pt x="145" y="18"/>
                  </a:cubicBezTo>
                  <a:cubicBezTo>
                    <a:pt x="131" y="37"/>
                    <a:pt x="108" y="27"/>
                    <a:pt x="87" y="18"/>
                  </a:cubicBezTo>
                  <a:cubicBezTo>
                    <a:pt x="81" y="15"/>
                    <a:pt x="76" y="13"/>
                    <a:pt x="71" y="11"/>
                  </a:cubicBezTo>
                  <a:cubicBezTo>
                    <a:pt x="88" y="23"/>
                    <a:pt x="105" y="33"/>
                    <a:pt x="133" y="31"/>
                  </a:cubicBezTo>
                  <a:close/>
                  <a:moveTo>
                    <a:pt x="55" y="30"/>
                  </a:moveTo>
                  <a:cubicBezTo>
                    <a:pt x="54" y="30"/>
                    <a:pt x="54" y="30"/>
                    <a:pt x="54" y="30"/>
                  </a:cubicBezTo>
                  <a:cubicBezTo>
                    <a:pt x="47" y="29"/>
                    <a:pt x="42" y="25"/>
                    <a:pt x="42" y="17"/>
                  </a:cubicBezTo>
                  <a:cubicBezTo>
                    <a:pt x="42" y="16"/>
                    <a:pt x="42" y="16"/>
                    <a:pt x="42" y="16"/>
                  </a:cubicBezTo>
                  <a:cubicBezTo>
                    <a:pt x="43" y="16"/>
                    <a:pt x="43" y="16"/>
                    <a:pt x="43" y="16"/>
                  </a:cubicBezTo>
                  <a:cubicBezTo>
                    <a:pt x="50" y="17"/>
                    <a:pt x="53" y="23"/>
                    <a:pt x="55" y="29"/>
                  </a:cubicBezTo>
                  <a:lnTo>
                    <a:pt x="55" y="30"/>
                  </a:lnTo>
                  <a:close/>
                  <a:moveTo>
                    <a:pt x="43" y="17"/>
                  </a:moveTo>
                  <a:cubicBezTo>
                    <a:pt x="44" y="24"/>
                    <a:pt x="47" y="27"/>
                    <a:pt x="53" y="28"/>
                  </a:cubicBezTo>
                  <a:cubicBezTo>
                    <a:pt x="51" y="23"/>
                    <a:pt x="49" y="19"/>
                    <a:pt x="43" y="17"/>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07" name="Voľný tvar 49"/>
            <p:cNvSpPr>
              <a:spLocks noEditPoints="1"/>
            </p:cNvSpPr>
            <p:nvPr/>
          </p:nvSpPr>
          <p:spPr bwMode="auto">
            <a:xfrm>
              <a:off x="4162425" y="3344863"/>
              <a:ext cx="334963" cy="328613"/>
            </a:xfrm>
            <a:custGeom>
              <a:avLst/>
              <a:gdLst>
                <a:gd name="T0" fmla="*/ 61 w 149"/>
                <a:gd name="T1" fmla="*/ 17 h 146"/>
                <a:gd name="T2" fmla="*/ 70 w 149"/>
                <a:gd name="T3" fmla="*/ 13 h 146"/>
                <a:gd name="T4" fmla="*/ 67 w 149"/>
                <a:gd name="T5" fmla="*/ 22 h 146"/>
                <a:gd name="T6" fmla="*/ 71 w 149"/>
                <a:gd name="T7" fmla="*/ 8 h 146"/>
                <a:gd name="T8" fmla="*/ 77 w 149"/>
                <a:gd name="T9" fmla="*/ 20 h 146"/>
                <a:gd name="T10" fmla="*/ 146 w 149"/>
                <a:gd name="T11" fmla="*/ 39 h 146"/>
                <a:gd name="T12" fmla="*/ 125 w 149"/>
                <a:gd name="T13" fmla="*/ 103 h 146"/>
                <a:gd name="T14" fmla="*/ 146 w 149"/>
                <a:gd name="T15" fmla="*/ 99 h 146"/>
                <a:gd name="T16" fmla="*/ 148 w 149"/>
                <a:gd name="T17" fmla="*/ 120 h 146"/>
                <a:gd name="T18" fmla="*/ 129 w 149"/>
                <a:gd name="T19" fmla="*/ 119 h 146"/>
                <a:gd name="T20" fmla="*/ 141 w 149"/>
                <a:gd name="T21" fmla="*/ 143 h 146"/>
                <a:gd name="T22" fmla="*/ 124 w 149"/>
                <a:gd name="T23" fmla="*/ 108 h 146"/>
                <a:gd name="T24" fmla="*/ 121 w 149"/>
                <a:gd name="T25" fmla="*/ 76 h 146"/>
                <a:gd name="T26" fmla="*/ 132 w 149"/>
                <a:gd name="T27" fmla="*/ 18 h 146"/>
                <a:gd name="T28" fmla="*/ 46 w 149"/>
                <a:gd name="T29" fmla="*/ 31 h 146"/>
                <a:gd name="T30" fmla="*/ 0 w 149"/>
                <a:gd name="T31" fmla="*/ 27 h 146"/>
                <a:gd name="T32" fmla="*/ 60 w 149"/>
                <a:gd name="T33" fmla="*/ 24 h 146"/>
                <a:gd name="T34" fmla="*/ 58 w 149"/>
                <a:gd name="T35" fmla="*/ 11 h 146"/>
                <a:gd name="T36" fmla="*/ 68 w 149"/>
                <a:gd name="T37" fmla="*/ 8 h 146"/>
                <a:gd name="T38" fmla="*/ 61 w 149"/>
                <a:gd name="T39" fmla="*/ 17 h 146"/>
                <a:gd name="T40" fmla="*/ 58 w 149"/>
                <a:gd name="T41" fmla="*/ 27 h 146"/>
                <a:gd name="T42" fmla="*/ 31 w 149"/>
                <a:gd name="T43" fmla="*/ 25 h 146"/>
                <a:gd name="T44" fmla="*/ 58 w 149"/>
                <a:gd name="T45" fmla="*/ 27 h 146"/>
                <a:gd name="T46" fmla="*/ 101 w 149"/>
                <a:gd name="T47" fmla="*/ 11 h 146"/>
                <a:gd name="T48" fmla="*/ 88 w 149"/>
                <a:gd name="T49" fmla="*/ 20 h 146"/>
                <a:gd name="T50" fmla="*/ 101 w 149"/>
                <a:gd name="T51" fmla="*/ 11 h 146"/>
                <a:gd name="T52" fmla="*/ 142 w 149"/>
                <a:gd name="T53" fmla="*/ 32 h 146"/>
                <a:gd name="T54" fmla="*/ 141 w 149"/>
                <a:gd name="T55" fmla="*/ 34 h 146"/>
                <a:gd name="T56" fmla="*/ 122 w 149"/>
                <a:gd name="T57" fmla="*/ 95 h 146"/>
                <a:gd name="T58" fmla="*/ 142 w 149"/>
                <a:gd name="T59" fmla="*/ 32 h 146"/>
                <a:gd name="T60" fmla="*/ 145 w 149"/>
                <a:gd name="T61" fmla="*/ 119 h 146"/>
                <a:gd name="T62" fmla="*/ 142 w 149"/>
                <a:gd name="T63" fmla="*/ 106 h 146"/>
                <a:gd name="T64" fmla="*/ 132 w 149"/>
                <a:gd name="T65" fmla="*/ 106 h 146"/>
                <a:gd name="T66" fmla="*/ 145 w 149"/>
                <a:gd name="T67" fmla="*/ 119 h 146"/>
                <a:gd name="T68" fmla="*/ 146 w 149"/>
                <a:gd name="T69" fmla="*/ 103 h 146"/>
                <a:gd name="T70" fmla="*/ 134 w 149"/>
                <a:gd name="T71" fmla="*/ 103 h 146"/>
                <a:gd name="T72" fmla="*/ 146 w 149"/>
                <a:gd name="T73" fmla="*/ 10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9" h="146">
                  <a:moveTo>
                    <a:pt x="61" y="17"/>
                  </a:moveTo>
                  <a:cubicBezTo>
                    <a:pt x="64" y="17"/>
                    <a:pt x="67" y="9"/>
                    <a:pt x="70" y="13"/>
                  </a:cubicBezTo>
                  <a:cubicBezTo>
                    <a:pt x="68" y="15"/>
                    <a:pt x="65" y="17"/>
                    <a:pt x="67" y="22"/>
                  </a:cubicBezTo>
                  <a:cubicBezTo>
                    <a:pt x="78" y="22"/>
                    <a:pt x="72" y="11"/>
                    <a:pt x="71" y="8"/>
                  </a:cubicBezTo>
                  <a:cubicBezTo>
                    <a:pt x="75" y="4"/>
                    <a:pt x="81" y="15"/>
                    <a:pt x="77" y="20"/>
                  </a:cubicBezTo>
                  <a:cubicBezTo>
                    <a:pt x="103" y="0"/>
                    <a:pt x="144" y="7"/>
                    <a:pt x="146" y="39"/>
                  </a:cubicBezTo>
                  <a:cubicBezTo>
                    <a:pt x="148" y="63"/>
                    <a:pt x="123" y="79"/>
                    <a:pt x="125" y="103"/>
                  </a:cubicBezTo>
                  <a:cubicBezTo>
                    <a:pt x="130" y="105"/>
                    <a:pt x="138" y="94"/>
                    <a:pt x="146" y="99"/>
                  </a:cubicBezTo>
                  <a:cubicBezTo>
                    <a:pt x="149" y="104"/>
                    <a:pt x="147" y="114"/>
                    <a:pt x="148" y="120"/>
                  </a:cubicBezTo>
                  <a:cubicBezTo>
                    <a:pt x="142" y="125"/>
                    <a:pt x="135" y="122"/>
                    <a:pt x="129" y="119"/>
                  </a:cubicBezTo>
                  <a:cubicBezTo>
                    <a:pt x="129" y="131"/>
                    <a:pt x="129" y="143"/>
                    <a:pt x="141" y="143"/>
                  </a:cubicBezTo>
                  <a:cubicBezTo>
                    <a:pt x="120" y="146"/>
                    <a:pt x="125" y="125"/>
                    <a:pt x="124" y="108"/>
                  </a:cubicBezTo>
                  <a:cubicBezTo>
                    <a:pt x="123" y="95"/>
                    <a:pt x="118" y="88"/>
                    <a:pt x="121" y="76"/>
                  </a:cubicBezTo>
                  <a:cubicBezTo>
                    <a:pt x="125" y="57"/>
                    <a:pt x="149" y="40"/>
                    <a:pt x="132" y="18"/>
                  </a:cubicBezTo>
                  <a:cubicBezTo>
                    <a:pt x="101" y="5"/>
                    <a:pt x="76" y="33"/>
                    <a:pt x="46" y="31"/>
                  </a:cubicBezTo>
                  <a:cubicBezTo>
                    <a:pt x="31" y="30"/>
                    <a:pt x="16" y="16"/>
                    <a:pt x="0" y="27"/>
                  </a:cubicBezTo>
                  <a:cubicBezTo>
                    <a:pt x="14" y="12"/>
                    <a:pt x="37" y="23"/>
                    <a:pt x="60" y="24"/>
                  </a:cubicBezTo>
                  <a:cubicBezTo>
                    <a:pt x="62" y="22"/>
                    <a:pt x="58" y="15"/>
                    <a:pt x="58" y="11"/>
                  </a:cubicBezTo>
                  <a:cubicBezTo>
                    <a:pt x="61" y="10"/>
                    <a:pt x="64" y="4"/>
                    <a:pt x="68" y="8"/>
                  </a:cubicBezTo>
                  <a:cubicBezTo>
                    <a:pt x="67" y="9"/>
                    <a:pt x="59" y="9"/>
                    <a:pt x="61" y="17"/>
                  </a:cubicBezTo>
                  <a:close/>
                  <a:moveTo>
                    <a:pt x="58" y="27"/>
                  </a:moveTo>
                  <a:cubicBezTo>
                    <a:pt x="49" y="25"/>
                    <a:pt x="41" y="22"/>
                    <a:pt x="31" y="25"/>
                  </a:cubicBezTo>
                  <a:cubicBezTo>
                    <a:pt x="41" y="26"/>
                    <a:pt x="49" y="32"/>
                    <a:pt x="58" y="27"/>
                  </a:cubicBezTo>
                  <a:close/>
                  <a:moveTo>
                    <a:pt x="101" y="11"/>
                  </a:moveTo>
                  <a:cubicBezTo>
                    <a:pt x="98" y="14"/>
                    <a:pt x="85" y="15"/>
                    <a:pt x="88" y="20"/>
                  </a:cubicBezTo>
                  <a:cubicBezTo>
                    <a:pt x="90" y="15"/>
                    <a:pt x="104" y="16"/>
                    <a:pt x="101" y="11"/>
                  </a:cubicBezTo>
                  <a:close/>
                  <a:moveTo>
                    <a:pt x="142" y="32"/>
                  </a:moveTo>
                  <a:cubicBezTo>
                    <a:pt x="140" y="29"/>
                    <a:pt x="138" y="30"/>
                    <a:pt x="141" y="34"/>
                  </a:cubicBezTo>
                  <a:cubicBezTo>
                    <a:pt x="139" y="59"/>
                    <a:pt x="121" y="67"/>
                    <a:pt x="122" y="95"/>
                  </a:cubicBezTo>
                  <a:cubicBezTo>
                    <a:pt x="127" y="73"/>
                    <a:pt x="146" y="59"/>
                    <a:pt x="142" y="32"/>
                  </a:cubicBezTo>
                  <a:close/>
                  <a:moveTo>
                    <a:pt x="145" y="119"/>
                  </a:moveTo>
                  <a:cubicBezTo>
                    <a:pt x="145" y="113"/>
                    <a:pt x="145" y="109"/>
                    <a:pt x="142" y="106"/>
                  </a:cubicBezTo>
                  <a:cubicBezTo>
                    <a:pt x="139" y="106"/>
                    <a:pt x="135" y="106"/>
                    <a:pt x="132" y="106"/>
                  </a:cubicBezTo>
                  <a:cubicBezTo>
                    <a:pt x="126" y="113"/>
                    <a:pt x="134" y="121"/>
                    <a:pt x="145" y="119"/>
                  </a:cubicBezTo>
                  <a:close/>
                  <a:moveTo>
                    <a:pt x="146" y="103"/>
                  </a:moveTo>
                  <a:cubicBezTo>
                    <a:pt x="142" y="100"/>
                    <a:pt x="137" y="100"/>
                    <a:pt x="134" y="103"/>
                  </a:cubicBezTo>
                  <a:cubicBezTo>
                    <a:pt x="139" y="101"/>
                    <a:pt x="144" y="107"/>
                    <a:pt x="146" y="103"/>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08" name="Voľný tvar 50"/>
            <p:cNvSpPr>
              <a:spLocks noEditPoints="1"/>
            </p:cNvSpPr>
            <p:nvPr/>
          </p:nvSpPr>
          <p:spPr bwMode="auto">
            <a:xfrm>
              <a:off x="4162425" y="3359150"/>
              <a:ext cx="334963" cy="309563"/>
            </a:xfrm>
            <a:custGeom>
              <a:avLst/>
              <a:gdLst>
                <a:gd name="T0" fmla="*/ 69 w 149"/>
                <a:gd name="T1" fmla="*/ 3 h 138"/>
                <a:gd name="T2" fmla="*/ 64 w 149"/>
                <a:gd name="T3" fmla="*/ 7 h 138"/>
                <a:gd name="T4" fmla="*/ 70 w 149"/>
                <a:gd name="T5" fmla="*/ 7 h 138"/>
                <a:gd name="T6" fmla="*/ 70 w 149"/>
                <a:gd name="T7" fmla="*/ 3 h 138"/>
                <a:gd name="T8" fmla="*/ 73 w 149"/>
                <a:gd name="T9" fmla="*/ 1 h 138"/>
                <a:gd name="T10" fmla="*/ 147 w 149"/>
                <a:gd name="T11" fmla="*/ 33 h 138"/>
                <a:gd name="T12" fmla="*/ 142 w 149"/>
                <a:gd name="T13" fmla="*/ 91 h 138"/>
                <a:gd name="T14" fmla="*/ 149 w 149"/>
                <a:gd name="T15" fmla="*/ 114 h 138"/>
                <a:gd name="T16" fmla="*/ 130 w 149"/>
                <a:gd name="T17" fmla="*/ 114 h 138"/>
                <a:gd name="T18" fmla="*/ 137 w 149"/>
                <a:gd name="T19" fmla="*/ 138 h 138"/>
                <a:gd name="T20" fmla="*/ 122 w 149"/>
                <a:gd name="T21" fmla="*/ 94 h 138"/>
                <a:gd name="T22" fmla="*/ 129 w 149"/>
                <a:gd name="T23" fmla="*/ 51 h 138"/>
                <a:gd name="T24" fmla="*/ 49 w 149"/>
                <a:gd name="T25" fmla="*/ 26 h 138"/>
                <a:gd name="T26" fmla="*/ 1 w 149"/>
                <a:gd name="T27" fmla="*/ 21 h 138"/>
                <a:gd name="T28" fmla="*/ 39 w 149"/>
                <a:gd name="T29" fmla="*/ 15 h 138"/>
                <a:gd name="T30" fmla="*/ 58 w 149"/>
                <a:gd name="T31" fmla="*/ 5 h 138"/>
                <a:gd name="T32" fmla="*/ 67 w 149"/>
                <a:gd name="T33" fmla="*/ 2 h 138"/>
                <a:gd name="T34" fmla="*/ 60 w 149"/>
                <a:gd name="T35" fmla="*/ 10 h 138"/>
                <a:gd name="T36" fmla="*/ 77 w 149"/>
                <a:gd name="T37" fmla="*/ 14 h 138"/>
                <a:gd name="T38" fmla="*/ 73 w 149"/>
                <a:gd name="T39" fmla="*/ 15 h 138"/>
                <a:gd name="T40" fmla="*/ 68 w 149"/>
                <a:gd name="T41" fmla="*/ 8 h 138"/>
                <a:gd name="T42" fmla="*/ 61 w 149"/>
                <a:gd name="T43" fmla="*/ 12 h 138"/>
                <a:gd name="T44" fmla="*/ 60 w 149"/>
                <a:gd name="T45" fmla="*/ 19 h 138"/>
                <a:gd name="T46" fmla="*/ 7 w 149"/>
                <a:gd name="T47" fmla="*/ 17 h 138"/>
                <a:gd name="T48" fmla="*/ 40 w 149"/>
                <a:gd name="T49" fmla="*/ 17 h 138"/>
                <a:gd name="T50" fmla="*/ 60 w 149"/>
                <a:gd name="T51" fmla="*/ 20 h 138"/>
                <a:gd name="T52" fmla="*/ 31 w 149"/>
                <a:gd name="T53" fmla="*/ 20 h 138"/>
                <a:gd name="T54" fmla="*/ 49 w 149"/>
                <a:gd name="T55" fmla="*/ 24 h 138"/>
                <a:gd name="T56" fmla="*/ 87 w 149"/>
                <a:gd name="T57" fmla="*/ 12 h 138"/>
                <a:gd name="T58" fmla="*/ 77 w 149"/>
                <a:gd name="T59" fmla="*/ 14 h 138"/>
                <a:gd name="T60" fmla="*/ 124 w 149"/>
                <a:gd name="T61" fmla="*/ 97 h 138"/>
                <a:gd name="T62" fmla="*/ 101 w 149"/>
                <a:gd name="T63" fmla="*/ 4 h 138"/>
                <a:gd name="T64" fmla="*/ 89 w 149"/>
                <a:gd name="T65" fmla="*/ 14 h 138"/>
                <a:gd name="T66" fmla="*/ 133 w 149"/>
                <a:gd name="T67" fmla="*/ 12 h 138"/>
                <a:gd name="T68" fmla="*/ 131 w 149"/>
                <a:gd name="T69" fmla="*/ 55 h 138"/>
                <a:gd name="T70" fmla="*/ 140 w 149"/>
                <a:gd name="T71" fmla="*/ 24 h 138"/>
                <a:gd name="T72" fmla="*/ 123 w 149"/>
                <a:gd name="T73" fmla="*/ 89 h 138"/>
                <a:gd name="T74" fmla="*/ 135 w 149"/>
                <a:gd name="T75" fmla="*/ 137 h 138"/>
                <a:gd name="T76" fmla="*/ 141 w 149"/>
                <a:gd name="T77" fmla="*/ 116 h 138"/>
                <a:gd name="T78" fmla="*/ 147 w 149"/>
                <a:gd name="T79" fmla="*/ 98 h 138"/>
                <a:gd name="T80" fmla="*/ 131 w 149"/>
                <a:gd name="T81" fmla="*/ 99 h 138"/>
                <a:gd name="T82" fmla="*/ 146 w 149"/>
                <a:gd name="T83" fmla="*/ 94 h 138"/>
                <a:gd name="T84" fmla="*/ 88 w 149"/>
                <a:gd name="T85" fmla="*/ 12 h 138"/>
                <a:gd name="T86" fmla="*/ 95 w 149"/>
                <a:gd name="T87" fmla="*/ 9 h 138"/>
                <a:gd name="T88" fmla="*/ 40 w 149"/>
                <a:gd name="T89" fmla="*/ 19 h 138"/>
                <a:gd name="T90" fmla="*/ 56 w 149"/>
                <a:gd name="T91" fmla="*/ 21 h 138"/>
                <a:gd name="T92" fmla="*/ 141 w 149"/>
                <a:gd name="T93" fmla="*/ 28 h 138"/>
                <a:gd name="T94" fmla="*/ 131 w 149"/>
                <a:gd name="T95" fmla="*/ 66 h 138"/>
                <a:gd name="T96" fmla="*/ 141 w 149"/>
                <a:gd name="T97" fmla="*/ 97 h 138"/>
                <a:gd name="T98" fmla="*/ 143 w 149"/>
                <a:gd name="T99" fmla="*/ 100 h 138"/>
                <a:gd name="T100" fmla="*/ 130 w 149"/>
                <a:gd name="T101" fmla="*/ 108 h 138"/>
                <a:gd name="T102" fmla="*/ 131 w 149"/>
                <a:gd name="T103" fmla="*/ 107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9" h="138">
                  <a:moveTo>
                    <a:pt x="65" y="0"/>
                  </a:moveTo>
                  <a:cubicBezTo>
                    <a:pt x="66" y="0"/>
                    <a:pt x="68" y="1"/>
                    <a:pt x="69" y="2"/>
                  </a:cubicBezTo>
                  <a:cubicBezTo>
                    <a:pt x="69" y="2"/>
                    <a:pt x="69" y="2"/>
                    <a:pt x="69" y="2"/>
                  </a:cubicBezTo>
                  <a:cubicBezTo>
                    <a:pt x="69" y="3"/>
                    <a:pt x="69" y="3"/>
                    <a:pt x="69" y="3"/>
                  </a:cubicBezTo>
                  <a:cubicBezTo>
                    <a:pt x="68" y="3"/>
                    <a:pt x="68" y="3"/>
                    <a:pt x="67" y="4"/>
                  </a:cubicBezTo>
                  <a:cubicBezTo>
                    <a:pt x="65" y="4"/>
                    <a:pt x="63" y="4"/>
                    <a:pt x="62" y="6"/>
                  </a:cubicBezTo>
                  <a:cubicBezTo>
                    <a:pt x="62" y="7"/>
                    <a:pt x="61" y="8"/>
                    <a:pt x="62" y="10"/>
                  </a:cubicBezTo>
                  <a:cubicBezTo>
                    <a:pt x="63" y="9"/>
                    <a:pt x="63" y="8"/>
                    <a:pt x="64" y="7"/>
                  </a:cubicBezTo>
                  <a:cubicBezTo>
                    <a:pt x="66" y="6"/>
                    <a:pt x="67" y="5"/>
                    <a:pt x="68" y="5"/>
                  </a:cubicBezTo>
                  <a:cubicBezTo>
                    <a:pt x="69" y="5"/>
                    <a:pt x="70" y="5"/>
                    <a:pt x="70" y="6"/>
                  </a:cubicBezTo>
                  <a:cubicBezTo>
                    <a:pt x="71" y="6"/>
                    <a:pt x="71" y="6"/>
                    <a:pt x="71" y="6"/>
                  </a:cubicBezTo>
                  <a:cubicBezTo>
                    <a:pt x="70" y="7"/>
                    <a:pt x="70" y="7"/>
                    <a:pt x="70" y="7"/>
                  </a:cubicBezTo>
                  <a:cubicBezTo>
                    <a:pt x="70" y="8"/>
                    <a:pt x="69" y="8"/>
                    <a:pt x="69" y="9"/>
                  </a:cubicBezTo>
                  <a:cubicBezTo>
                    <a:pt x="68" y="11"/>
                    <a:pt x="67" y="12"/>
                    <a:pt x="67" y="16"/>
                  </a:cubicBezTo>
                  <a:cubicBezTo>
                    <a:pt x="70" y="16"/>
                    <a:pt x="71" y="15"/>
                    <a:pt x="72" y="14"/>
                  </a:cubicBezTo>
                  <a:cubicBezTo>
                    <a:pt x="74" y="11"/>
                    <a:pt x="71" y="5"/>
                    <a:pt x="70" y="3"/>
                  </a:cubicBezTo>
                  <a:cubicBezTo>
                    <a:pt x="70" y="2"/>
                    <a:pt x="70" y="2"/>
                    <a:pt x="70" y="2"/>
                  </a:cubicBezTo>
                  <a:cubicBezTo>
                    <a:pt x="71" y="2"/>
                    <a:pt x="71" y="2"/>
                    <a:pt x="71" y="2"/>
                  </a:cubicBezTo>
                  <a:cubicBezTo>
                    <a:pt x="71" y="1"/>
                    <a:pt x="72" y="1"/>
                    <a:pt x="73" y="1"/>
                  </a:cubicBezTo>
                  <a:cubicBezTo>
                    <a:pt x="73" y="1"/>
                    <a:pt x="73" y="1"/>
                    <a:pt x="73" y="1"/>
                  </a:cubicBezTo>
                  <a:cubicBezTo>
                    <a:pt x="75" y="1"/>
                    <a:pt x="77" y="3"/>
                    <a:pt x="78" y="5"/>
                  </a:cubicBezTo>
                  <a:cubicBezTo>
                    <a:pt x="79" y="7"/>
                    <a:pt x="79" y="9"/>
                    <a:pt x="79" y="11"/>
                  </a:cubicBezTo>
                  <a:cubicBezTo>
                    <a:pt x="88" y="5"/>
                    <a:pt x="99" y="2"/>
                    <a:pt x="110" y="2"/>
                  </a:cubicBezTo>
                  <a:cubicBezTo>
                    <a:pt x="131" y="2"/>
                    <a:pt x="145" y="14"/>
                    <a:pt x="147" y="33"/>
                  </a:cubicBezTo>
                  <a:cubicBezTo>
                    <a:pt x="148" y="45"/>
                    <a:pt x="142" y="55"/>
                    <a:pt x="137" y="65"/>
                  </a:cubicBezTo>
                  <a:cubicBezTo>
                    <a:pt x="131" y="75"/>
                    <a:pt x="125" y="85"/>
                    <a:pt x="126" y="97"/>
                  </a:cubicBezTo>
                  <a:cubicBezTo>
                    <a:pt x="127" y="97"/>
                    <a:pt x="130" y="96"/>
                    <a:pt x="132" y="95"/>
                  </a:cubicBezTo>
                  <a:cubicBezTo>
                    <a:pt x="135" y="93"/>
                    <a:pt x="138" y="91"/>
                    <a:pt x="142" y="91"/>
                  </a:cubicBezTo>
                  <a:cubicBezTo>
                    <a:pt x="144" y="91"/>
                    <a:pt x="145" y="92"/>
                    <a:pt x="147" y="93"/>
                  </a:cubicBezTo>
                  <a:cubicBezTo>
                    <a:pt x="147" y="93"/>
                    <a:pt x="147" y="93"/>
                    <a:pt x="147" y="93"/>
                  </a:cubicBezTo>
                  <a:cubicBezTo>
                    <a:pt x="149" y="96"/>
                    <a:pt x="149" y="101"/>
                    <a:pt x="149" y="106"/>
                  </a:cubicBezTo>
                  <a:cubicBezTo>
                    <a:pt x="148" y="109"/>
                    <a:pt x="148" y="112"/>
                    <a:pt x="149" y="114"/>
                  </a:cubicBezTo>
                  <a:cubicBezTo>
                    <a:pt x="149" y="115"/>
                    <a:pt x="149" y="115"/>
                    <a:pt x="149" y="115"/>
                  </a:cubicBezTo>
                  <a:cubicBezTo>
                    <a:pt x="148" y="115"/>
                    <a:pt x="148" y="115"/>
                    <a:pt x="148" y="115"/>
                  </a:cubicBezTo>
                  <a:cubicBezTo>
                    <a:pt x="146" y="117"/>
                    <a:pt x="143" y="118"/>
                    <a:pt x="141" y="118"/>
                  </a:cubicBezTo>
                  <a:cubicBezTo>
                    <a:pt x="137" y="118"/>
                    <a:pt x="134" y="116"/>
                    <a:pt x="130" y="114"/>
                  </a:cubicBezTo>
                  <a:cubicBezTo>
                    <a:pt x="130" y="115"/>
                    <a:pt x="130" y="115"/>
                    <a:pt x="130" y="115"/>
                  </a:cubicBezTo>
                  <a:cubicBezTo>
                    <a:pt x="130" y="126"/>
                    <a:pt x="130" y="136"/>
                    <a:pt x="141" y="136"/>
                  </a:cubicBezTo>
                  <a:cubicBezTo>
                    <a:pt x="141" y="138"/>
                    <a:pt x="141" y="138"/>
                    <a:pt x="141" y="138"/>
                  </a:cubicBezTo>
                  <a:cubicBezTo>
                    <a:pt x="139" y="138"/>
                    <a:pt x="138" y="138"/>
                    <a:pt x="137" y="138"/>
                  </a:cubicBezTo>
                  <a:cubicBezTo>
                    <a:pt x="123" y="138"/>
                    <a:pt x="123" y="125"/>
                    <a:pt x="123" y="112"/>
                  </a:cubicBezTo>
                  <a:cubicBezTo>
                    <a:pt x="123" y="108"/>
                    <a:pt x="123" y="105"/>
                    <a:pt x="123" y="102"/>
                  </a:cubicBezTo>
                  <a:cubicBezTo>
                    <a:pt x="123" y="99"/>
                    <a:pt x="122" y="96"/>
                    <a:pt x="122" y="94"/>
                  </a:cubicBezTo>
                  <a:cubicBezTo>
                    <a:pt x="122" y="94"/>
                    <a:pt x="122" y="94"/>
                    <a:pt x="122" y="94"/>
                  </a:cubicBezTo>
                  <a:cubicBezTo>
                    <a:pt x="122" y="93"/>
                    <a:pt x="122" y="93"/>
                    <a:pt x="122" y="93"/>
                  </a:cubicBezTo>
                  <a:cubicBezTo>
                    <a:pt x="121" y="92"/>
                    <a:pt x="121" y="91"/>
                    <a:pt x="121" y="90"/>
                  </a:cubicBezTo>
                  <a:cubicBezTo>
                    <a:pt x="120" y="84"/>
                    <a:pt x="118" y="78"/>
                    <a:pt x="120" y="70"/>
                  </a:cubicBezTo>
                  <a:cubicBezTo>
                    <a:pt x="122" y="64"/>
                    <a:pt x="125" y="57"/>
                    <a:pt x="129" y="51"/>
                  </a:cubicBezTo>
                  <a:cubicBezTo>
                    <a:pt x="136" y="39"/>
                    <a:pt x="143" y="27"/>
                    <a:pt x="132" y="13"/>
                  </a:cubicBezTo>
                  <a:cubicBezTo>
                    <a:pt x="126" y="11"/>
                    <a:pt x="121" y="10"/>
                    <a:pt x="115" y="10"/>
                  </a:cubicBezTo>
                  <a:cubicBezTo>
                    <a:pt x="104" y="10"/>
                    <a:pt x="93" y="14"/>
                    <a:pt x="83" y="18"/>
                  </a:cubicBezTo>
                  <a:cubicBezTo>
                    <a:pt x="72" y="22"/>
                    <a:pt x="61" y="26"/>
                    <a:pt x="49" y="26"/>
                  </a:cubicBezTo>
                  <a:cubicBezTo>
                    <a:pt x="48" y="26"/>
                    <a:pt x="47" y="26"/>
                    <a:pt x="45" y="26"/>
                  </a:cubicBezTo>
                  <a:cubicBezTo>
                    <a:pt x="40" y="25"/>
                    <a:pt x="35" y="23"/>
                    <a:pt x="30" y="22"/>
                  </a:cubicBezTo>
                  <a:cubicBezTo>
                    <a:pt x="25" y="19"/>
                    <a:pt x="19" y="17"/>
                    <a:pt x="13" y="17"/>
                  </a:cubicBezTo>
                  <a:cubicBezTo>
                    <a:pt x="9" y="17"/>
                    <a:pt x="4" y="19"/>
                    <a:pt x="1" y="21"/>
                  </a:cubicBezTo>
                  <a:cubicBezTo>
                    <a:pt x="0" y="20"/>
                    <a:pt x="0" y="20"/>
                    <a:pt x="0" y="20"/>
                  </a:cubicBezTo>
                  <a:cubicBezTo>
                    <a:pt x="5" y="15"/>
                    <a:pt x="11" y="13"/>
                    <a:pt x="20" y="13"/>
                  </a:cubicBezTo>
                  <a:cubicBezTo>
                    <a:pt x="20" y="13"/>
                    <a:pt x="20" y="13"/>
                    <a:pt x="20" y="13"/>
                  </a:cubicBezTo>
                  <a:cubicBezTo>
                    <a:pt x="26" y="13"/>
                    <a:pt x="33" y="14"/>
                    <a:pt x="39" y="15"/>
                  </a:cubicBezTo>
                  <a:cubicBezTo>
                    <a:pt x="46" y="16"/>
                    <a:pt x="53" y="17"/>
                    <a:pt x="59" y="17"/>
                  </a:cubicBezTo>
                  <a:cubicBezTo>
                    <a:pt x="61" y="16"/>
                    <a:pt x="60" y="13"/>
                    <a:pt x="59" y="10"/>
                  </a:cubicBezTo>
                  <a:cubicBezTo>
                    <a:pt x="58" y="8"/>
                    <a:pt x="58" y="7"/>
                    <a:pt x="58" y="5"/>
                  </a:cubicBezTo>
                  <a:cubicBezTo>
                    <a:pt x="58" y="5"/>
                    <a:pt x="58" y="5"/>
                    <a:pt x="58" y="5"/>
                  </a:cubicBezTo>
                  <a:cubicBezTo>
                    <a:pt x="58" y="4"/>
                    <a:pt x="58" y="4"/>
                    <a:pt x="58" y="4"/>
                  </a:cubicBezTo>
                  <a:cubicBezTo>
                    <a:pt x="59" y="4"/>
                    <a:pt x="59" y="3"/>
                    <a:pt x="60" y="3"/>
                  </a:cubicBezTo>
                  <a:cubicBezTo>
                    <a:pt x="62" y="1"/>
                    <a:pt x="63" y="0"/>
                    <a:pt x="65" y="0"/>
                  </a:cubicBezTo>
                  <a:close/>
                  <a:moveTo>
                    <a:pt x="67" y="2"/>
                  </a:moveTo>
                  <a:cubicBezTo>
                    <a:pt x="65" y="1"/>
                    <a:pt x="63" y="2"/>
                    <a:pt x="61" y="4"/>
                  </a:cubicBezTo>
                  <a:cubicBezTo>
                    <a:pt x="60" y="4"/>
                    <a:pt x="60" y="5"/>
                    <a:pt x="59" y="5"/>
                  </a:cubicBezTo>
                  <a:cubicBezTo>
                    <a:pt x="59" y="7"/>
                    <a:pt x="60" y="8"/>
                    <a:pt x="60" y="10"/>
                  </a:cubicBezTo>
                  <a:cubicBezTo>
                    <a:pt x="60" y="10"/>
                    <a:pt x="60" y="10"/>
                    <a:pt x="60" y="10"/>
                  </a:cubicBezTo>
                  <a:cubicBezTo>
                    <a:pt x="60" y="8"/>
                    <a:pt x="60" y="7"/>
                    <a:pt x="61" y="5"/>
                  </a:cubicBezTo>
                  <a:cubicBezTo>
                    <a:pt x="62" y="3"/>
                    <a:pt x="65" y="3"/>
                    <a:pt x="66" y="2"/>
                  </a:cubicBezTo>
                  <a:cubicBezTo>
                    <a:pt x="66" y="2"/>
                    <a:pt x="67" y="2"/>
                    <a:pt x="67" y="2"/>
                  </a:cubicBezTo>
                  <a:close/>
                  <a:moveTo>
                    <a:pt x="77" y="14"/>
                  </a:moveTo>
                  <a:cubicBezTo>
                    <a:pt x="76" y="13"/>
                    <a:pt x="76" y="13"/>
                    <a:pt x="76" y="13"/>
                  </a:cubicBezTo>
                  <a:cubicBezTo>
                    <a:pt x="78" y="11"/>
                    <a:pt x="78" y="8"/>
                    <a:pt x="77" y="6"/>
                  </a:cubicBezTo>
                  <a:cubicBezTo>
                    <a:pt x="75" y="3"/>
                    <a:pt x="73" y="1"/>
                    <a:pt x="72" y="2"/>
                  </a:cubicBezTo>
                  <a:cubicBezTo>
                    <a:pt x="73" y="5"/>
                    <a:pt x="76" y="11"/>
                    <a:pt x="73" y="15"/>
                  </a:cubicBezTo>
                  <a:cubicBezTo>
                    <a:pt x="72" y="16"/>
                    <a:pt x="70" y="17"/>
                    <a:pt x="67" y="17"/>
                  </a:cubicBezTo>
                  <a:cubicBezTo>
                    <a:pt x="66" y="17"/>
                    <a:pt x="66" y="17"/>
                    <a:pt x="66" y="17"/>
                  </a:cubicBezTo>
                  <a:cubicBezTo>
                    <a:pt x="66" y="17"/>
                    <a:pt x="66" y="17"/>
                    <a:pt x="66" y="17"/>
                  </a:cubicBezTo>
                  <a:cubicBezTo>
                    <a:pt x="65" y="12"/>
                    <a:pt x="66" y="10"/>
                    <a:pt x="68" y="8"/>
                  </a:cubicBezTo>
                  <a:cubicBezTo>
                    <a:pt x="68" y="8"/>
                    <a:pt x="68" y="7"/>
                    <a:pt x="69" y="7"/>
                  </a:cubicBezTo>
                  <a:cubicBezTo>
                    <a:pt x="69" y="6"/>
                    <a:pt x="68" y="6"/>
                    <a:pt x="68" y="6"/>
                  </a:cubicBezTo>
                  <a:cubicBezTo>
                    <a:pt x="67" y="6"/>
                    <a:pt x="66" y="7"/>
                    <a:pt x="65" y="8"/>
                  </a:cubicBezTo>
                  <a:cubicBezTo>
                    <a:pt x="64" y="10"/>
                    <a:pt x="63" y="11"/>
                    <a:pt x="61" y="12"/>
                  </a:cubicBezTo>
                  <a:cubicBezTo>
                    <a:pt x="61" y="12"/>
                    <a:pt x="61" y="12"/>
                    <a:pt x="61" y="12"/>
                  </a:cubicBezTo>
                  <a:cubicBezTo>
                    <a:pt x="61" y="14"/>
                    <a:pt x="62" y="17"/>
                    <a:pt x="60" y="18"/>
                  </a:cubicBezTo>
                  <a:cubicBezTo>
                    <a:pt x="60" y="19"/>
                    <a:pt x="60" y="19"/>
                    <a:pt x="60" y="19"/>
                  </a:cubicBezTo>
                  <a:cubicBezTo>
                    <a:pt x="60" y="19"/>
                    <a:pt x="60" y="19"/>
                    <a:pt x="60" y="19"/>
                  </a:cubicBezTo>
                  <a:cubicBezTo>
                    <a:pt x="53" y="18"/>
                    <a:pt x="46" y="17"/>
                    <a:pt x="39" y="16"/>
                  </a:cubicBezTo>
                  <a:cubicBezTo>
                    <a:pt x="32" y="15"/>
                    <a:pt x="26" y="14"/>
                    <a:pt x="20" y="14"/>
                  </a:cubicBezTo>
                  <a:cubicBezTo>
                    <a:pt x="20" y="14"/>
                    <a:pt x="20" y="14"/>
                    <a:pt x="20" y="14"/>
                  </a:cubicBezTo>
                  <a:cubicBezTo>
                    <a:pt x="15" y="14"/>
                    <a:pt x="11" y="15"/>
                    <a:pt x="7" y="17"/>
                  </a:cubicBezTo>
                  <a:cubicBezTo>
                    <a:pt x="9" y="16"/>
                    <a:pt x="11" y="16"/>
                    <a:pt x="13" y="16"/>
                  </a:cubicBezTo>
                  <a:cubicBezTo>
                    <a:pt x="18" y="16"/>
                    <a:pt x="24" y="18"/>
                    <a:pt x="29" y="19"/>
                  </a:cubicBezTo>
                  <a:cubicBezTo>
                    <a:pt x="31" y="19"/>
                    <a:pt x="31" y="19"/>
                    <a:pt x="31" y="19"/>
                  </a:cubicBezTo>
                  <a:cubicBezTo>
                    <a:pt x="34" y="18"/>
                    <a:pt x="37" y="17"/>
                    <a:pt x="40" y="17"/>
                  </a:cubicBezTo>
                  <a:cubicBezTo>
                    <a:pt x="40" y="17"/>
                    <a:pt x="40" y="17"/>
                    <a:pt x="40" y="17"/>
                  </a:cubicBezTo>
                  <a:cubicBezTo>
                    <a:pt x="45" y="17"/>
                    <a:pt x="49" y="18"/>
                    <a:pt x="54" y="19"/>
                  </a:cubicBezTo>
                  <a:cubicBezTo>
                    <a:pt x="55" y="19"/>
                    <a:pt x="57" y="20"/>
                    <a:pt x="58" y="20"/>
                  </a:cubicBezTo>
                  <a:cubicBezTo>
                    <a:pt x="60" y="20"/>
                    <a:pt x="60" y="20"/>
                    <a:pt x="60" y="20"/>
                  </a:cubicBezTo>
                  <a:cubicBezTo>
                    <a:pt x="59" y="21"/>
                    <a:pt x="59" y="21"/>
                    <a:pt x="59" y="21"/>
                  </a:cubicBezTo>
                  <a:cubicBezTo>
                    <a:pt x="56" y="23"/>
                    <a:pt x="53" y="24"/>
                    <a:pt x="50" y="24"/>
                  </a:cubicBezTo>
                  <a:cubicBezTo>
                    <a:pt x="47" y="24"/>
                    <a:pt x="43" y="23"/>
                    <a:pt x="40" y="22"/>
                  </a:cubicBezTo>
                  <a:cubicBezTo>
                    <a:pt x="37" y="21"/>
                    <a:pt x="34" y="20"/>
                    <a:pt x="31" y="20"/>
                  </a:cubicBezTo>
                  <a:cubicBezTo>
                    <a:pt x="30" y="20"/>
                    <a:pt x="30" y="20"/>
                    <a:pt x="30" y="20"/>
                  </a:cubicBezTo>
                  <a:cubicBezTo>
                    <a:pt x="30" y="20"/>
                    <a:pt x="31" y="20"/>
                    <a:pt x="31" y="20"/>
                  </a:cubicBezTo>
                  <a:cubicBezTo>
                    <a:pt x="36" y="22"/>
                    <a:pt x="41" y="24"/>
                    <a:pt x="46" y="24"/>
                  </a:cubicBezTo>
                  <a:cubicBezTo>
                    <a:pt x="47" y="24"/>
                    <a:pt x="48" y="24"/>
                    <a:pt x="49" y="24"/>
                  </a:cubicBezTo>
                  <a:cubicBezTo>
                    <a:pt x="61" y="24"/>
                    <a:pt x="72" y="20"/>
                    <a:pt x="82" y="16"/>
                  </a:cubicBezTo>
                  <a:cubicBezTo>
                    <a:pt x="84" y="16"/>
                    <a:pt x="86" y="15"/>
                    <a:pt x="88" y="14"/>
                  </a:cubicBezTo>
                  <a:cubicBezTo>
                    <a:pt x="88" y="14"/>
                    <a:pt x="88" y="14"/>
                    <a:pt x="88" y="14"/>
                  </a:cubicBezTo>
                  <a:cubicBezTo>
                    <a:pt x="87" y="13"/>
                    <a:pt x="87" y="12"/>
                    <a:pt x="87" y="12"/>
                  </a:cubicBezTo>
                  <a:cubicBezTo>
                    <a:pt x="88" y="10"/>
                    <a:pt x="91" y="9"/>
                    <a:pt x="94" y="7"/>
                  </a:cubicBezTo>
                  <a:cubicBezTo>
                    <a:pt x="97" y="7"/>
                    <a:pt x="99" y="6"/>
                    <a:pt x="100" y="5"/>
                  </a:cubicBezTo>
                  <a:cubicBezTo>
                    <a:pt x="101" y="4"/>
                    <a:pt x="101" y="4"/>
                    <a:pt x="101" y="4"/>
                  </a:cubicBezTo>
                  <a:cubicBezTo>
                    <a:pt x="92" y="6"/>
                    <a:pt x="84" y="9"/>
                    <a:pt x="77" y="14"/>
                  </a:cubicBezTo>
                  <a:close/>
                  <a:moveTo>
                    <a:pt x="126" y="98"/>
                  </a:moveTo>
                  <a:cubicBezTo>
                    <a:pt x="126" y="98"/>
                    <a:pt x="125" y="98"/>
                    <a:pt x="125" y="98"/>
                  </a:cubicBezTo>
                  <a:cubicBezTo>
                    <a:pt x="124" y="98"/>
                    <a:pt x="124" y="98"/>
                    <a:pt x="124" y="98"/>
                  </a:cubicBezTo>
                  <a:cubicBezTo>
                    <a:pt x="124" y="97"/>
                    <a:pt x="124" y="97"/>
                    <a:pt x="124" y="97"/>
                  </a:cubicBezTo>
                  <a:cubicBezTo>
                    <a:pt x="123" y="85"/>
                    <a:pt x="129" y="74"/>
                    <a:pt x="135" y="64"/>
                  </a:cubicBezTo>
                  <a:cubicBezTo>
                    <a:pt x="141" y="54"/>
                    <a:pt x="147" y="45"/>
                    <a:pt x="146" y="34"/>
                  </a:cubicBezTo>
                  <a:cubicBezTo>
                    <a:pt x="144" y="15"/>
                    <a:pt x="130" y="4"/>
                    <a:pt x="110" y="4"/>
                  </a:cubicBezTo>
                  <a:cubicBezTo>
                    <a:pt x="107" y="4"/>
                    <a:pt x="104" y="4"/>
                    <a:pt x="101" y="4"/>
                  </a:cubicBezTo>
                  <a:cubicBezTo>
                    <a:pt x="102" y="5"/>
                    <a:pt x="102" y="5"/>
                    <a:pt x="102" y="5"/>
                  </a:cubicBezTo>
                  <a:cubicBezTo>
                    <a:pt x="102" y="6"/>
                    <a:pt x="102" y="6"/>
                    <a:pt x="102" y="7"/>
                  </a:cubicBezTo>
                  <a:cubicBezTo>
                    <a:pt x="101" y="9"/>
                    <a:pt x="99" y="10"/>
                    <a:pt x="96" y="11"/>
                  </a:cubicBezTo>
                  <a:cubicBezTo>
                    <a:pt x="93" y="11"/>
                    <a:pt x="90" y="12"/>
                    <a:pt x="89" y="14"/>
                  </a:cubicBezTo>
                  <a:cubicBezTo>
                    <a:pt x="97" y="11"/>
                    <a:pt x="106" y="8"/>
                    <a:pt x="115" y="8"/>
                  </a:cubicBezTo>
                  <a:cubicBezTo>
                    <a:pt x="121" y="8"/>
                    <a:pt x="127" y="9"/>
                    <a:pt x="132" y="12"/>
                  </a:cubicBezTo>
                  <a:cubicBezTo>
                    <a:pt x="133" y="12"/>
                    <a:pt x="133" y="12"/>
                    <a:pt x="133" y="12"/>
                  </a:cubicBezTo>
                  <a:cubicBezTo>
                    <a:pt x="133" y="12"/>
                    <a:pt x="133" y="12"/>
                    <a:pt x="133" y="12"/>
                  </a:cubicBezTo>
                  <a:cubicBezTo>
                    <a:pt x="145" y="27"/>
                    <a:pt x="137" y="40"/>
                    <a:pt x="130" y="52"/>
                  </a:cubicBezTo>
                  <a:cubicBezTo>
                    <a:pt x="126" y="58"/>
                    <a:pt x="123" y="64"/>
                    <a:pt x="122" y="71"/>
                  </a:cubicBezTo>
                  <a:cubicBezTo>
                    <a:pt x="120" y="76"/>
                    <a:pt x="121" y="80"/>
                    <a:pt x="121" y="84"/>
                  </a:cubicBezTo>
                  <a:cubicBezTo>
                    <a:pt x="122" y="72"/>
                    <a:pt x="126" y="63"/>
                    <a:pt x="131" y="55"/>
                  </a:cubicBezTo>
                  <a:cubicBezTo>
                    <a:pt x="135" y="47"/>
                    <a:pt x="139" y="39"/>
                    <a:pt x="140" y="28"/>
                  </a:cubicBezTo>
                  <a:cubicBezTo>
                    <a:pt x="139" y="27"/>
                    <a:pt x="138" y="25"/>
                    <a:pt x="139" y="24"/>
                  </a:cubicBezTo>
                  <a:cubicBezTo>
                    <a:pt x="139" y="24"/>
                    <a:pt x="139" y="24"/>
                    <a:pt x="140" y="24"/>
                  </a:cubicBezTo>
                  <a:cubicBezTo>
                    <a:pt x="140" y="24"/>
                    <a:pt x="140" y="24"/>
                    <a:pt x="140" y="24"/>
                  </a:cubicBezTo>
                  <a:cubicBezTo>
                    <a:pt x="141" y="24"/>
                    <a:pt x="142" y="24"/>
                    <a:pt x="143" y="26"/>
                  </a:cubicBezTo>
                  <a:cubicBezTo>
                    <a:pt x="143" y="26"/>
                    <a:pt x="143" y="26"/>
                    <a:pt x="143" y="26"/>
                  </a:cubicBezTo>
                  <a:cubicBezTo>
                    <a:pt x="145" y="43"/>
                    <a:pt x="139" y="55"/>
                    <a:pt x="133" y="66"/>
                  </a:cubicBezTo>
                  <a:cubicBezTo>
                    <a:pt x="129" y="73"/>
                    <a:pt x="125" y="81"/>
                    <a:pt x="123" y="89"/>
                  </a:cubicBezTo>
                  <a:cubicBezTo>
                    <a:pt x="123" y="90"/>
                    <a:pt x="123" y="90"/>
                    <a:pt x="123" y="90"/>
                  </a:cubicBezTo>
                  <a:cubicBezTo>
                    <a:pt x="123" y="94"/>
                    <a:pt x="124" y="97"/>
                    <a:pt x="124" y="102"/>
                  </a:cubicBezTo>
                  <a:cubicBezTo>
                    <a:pt x="125" y="105"/>
                    <a:pt x="125" y="108"/>
                    <a:pt x="125" y="112"/>
                  </a:cubicBezTo>
                  <a:cubicBezTo>
                    <a:pt x="125" y="124"/>
                    <a:pt x="125" y="135"/>
                    <a:pt x="135" y="137"/>
                  </a:cubicBezTo>
                  <a:cubicBezTo>
                    <a:pt x="129" y="133"/>
                    <a:pt x="129" y="124"/>
                    <a:pt x="129" y="115"/>
                  </a:cubicBezTo>
                  <a:cubicBezTo>
                    <a:pt x="129" y="112"/>
                    <a:pt x="129" y="112"/>
                    <a:pt x="129" y="112"/>
                  </a:cubicBezTo>
                  <a:cubicBezTo>
                    <a:pt x="130" y="112"/>
                    <a:pt x="130" y="112"/>
                    <a:pt x="130" y="112"/>
                  </a:cubicBezTo>
                  <a:cubicBezTo>
                    <a:pt x="133" y="115"/>
                    <a:pt x="137" y="116"/>
                    <a:pt x="141" y="116"/>
                  </a:cubicBezTo>
                  <a:cubicBezTo>
                    <a:pt x="143" y="116"/>
                    <a:pt x="145" y="115"/>
                    <a:pt x="147" y="114"/>
                  </a:cubicBezTo>
                  <a:cubicBezTo>
                    <a:pt x="147" y="112"/>
                    <a:pt x="147" y="109"/>
                    <a:pt x="147" y="106"/>
                  </a:cubicBezTo>
                  <a:cubicBezTo>
                    <a:pt x="147" y="103"/>
                    <a:pt x="147" y="100"/>
                    <a:pt x="147" y="98"/>
                  </a:cubicBezTo>
                  <a:cubicBezTo>
                    <a:pt x="147" y="98"/>
                    <a:pt x="147" y="98"/>
                    <a:pt x="147" y="98"/>
                  </a:cubicBezTo>
                  <a:cubicBezTo>
                    <a:pt x="146" y="99"/>
                    <a:pt x="145" y="99"/>
                    <a:pt x="144" y="99"/>
                  </a:cubicBezTo>
                  <a:cubicBezTo>
                    <a:pt x="143" y="99"/>
                    <a:pt x="142" y="99"/>
                    <a:pt x="141" y="99"/>
                  </a:cubicBezTo>
                  <a:cubicBezTo>
                    <a:pt x="138" y="98"/>
                    <a:pt x="136" y="97"/>
                    <a:pt x="134" y="98"/>
                  </a:cubicBezTo>
                  <a:cubicBezTo>
                    <a:pt x="131" y="99"/>
                    <a:pt x="131" y="99"/>
                    <a:pt x="131" y="99"/>
                  </a:cubicBezTo>
                  <a:cubicBezTo>
                    <a:pt x="133" y="97"/>
                    <a:pt x="133" y="97"/>
                    <a:pt x="133" y="97"/>
                  </a:cubicBezTo>
                  <a:cubicBezTo>
                    <a:pt x="137" y="93"/>
                    <a:pt x="142" y="93"/>
                    <a:pt x="147" y="97"/>
                  </a:cubicBezTo>
                  <a:cubicBezTo>
                    <a:pt x="147" y="97"/>
                    <a:pt x="147" y="97"/>
                    <a:pt x="147" y="97"/>
                  </a:cubicBezTo>
                  <a:cubicBezTo>
                    <a:pt x="147" y="96"/>
                    <a:pt x="146" y="95"/>
                    <a:pt x="146" y="94"/>
                  </a:cubicBezTo>
                  <a:cubicBezTo>
                    <a:pt x="145" y="93"/>
                    <a:pt x="143" y="93"/>
                    <a:pt x="142" y="93"/>
                  </a:cubicBezTo>
                  <a:cubicBezTo>
                    <a:pt x="139" y="93"/>
                    <a:pt x="136" y="94"/>
                    <a:pt x="133" y="96"/>
                  </a:cubicBezTo>
                  <a:cubicBezTo>
                    <a:pt x="130" y="97"/>
                    <a:pt x="128" y="98"/>
                    <a:pt x="126" y="98"/>
                  </a:cubicBezTo>
                  <a:close/>
                  <a:moveTo>
                    <a:pt x="88" y="12"/>
                  </a:moveTo>
                  <a:cubicBezTo>
                    <a:pt x="90" y="11"/>
                    <a:pt x="93" y="10"/>
                    <a:pt x="95" y="9"/>
                  </a:cubicBezTo>
                  <a:cubicBezTo>
                    <a:pt x="98" y="8"/>
                    <a:pt x="100" y="8"/>
                    <a:pt x="101" y="7"/>
                  </a:cubicBezTo>
                  <a:cubicBezTo>
                    <a:pt x="101" y="7"/>
                    <a:pt x="101" y="6"/>
                    <a:pt x="101" y="6"/>
                  </a:cubicBezTo>
                  <a:cubicBezTo>
                    <a:pt x="99" y="7"/>
                    <a:pt x="97" y="8"/>
                    <a:pt x="95" y="9"/>
                  </a:cubicBezTo>
                  <a:cubicBezTo>
                    <a:pt x="92" y="10"/>
                    <a:pt x="89" y="11"/>
                    <a:pt x="88" y="12"/>
                  </a:cubicBezTo>
                  <a:close/>
                  <a:moveTo>
                    <a:pt x="56" y="21"/>
                  </a:moveTo>
                  <a:cubicBezTo>
                    <a:pt x="55" y="21"/>
                    <a:pt x="54" y="21"/>
                    <a:pt x="53" y="20"/>
                  </a:cubicBezTo>
                  <a:cubicBezTo>
                    <a:pt x="49" y="19"/>
                    <a:pt x="45" y="19"/>
                    <a:pt x="40" y="19"/>
                  </a:cubicBezTo>
                  <a:cubicBezTo>
                    <a:pt x="39" y="19"/>
                    <a:pt x="37" y="19"/>
                    <a:pt x="35" y="19"/>
                  </a:cubicBezTo>
                  <a:cubicBezTo>
                    <a:pt x="37" y="20"/>
                    <a:pt x="38" y="20"/>
                    <a:pt x="40" y="20"/>
                  </a:cubicBezTo>
                  <a:cubicBezTo>
                    <a:pt x="44" y="21"/>
                    <a:pt x="47" y="22"/>
                    <a:pt x="50" y="22"/>
                  </a:cubicBezTo>
                  <a:cubicBezTo>
                    <a:pt x="52" y="22"/>
                    <a:pt x="54" y="22"/>
                    <a:pt x="56" y="21"/>
                  </a:cubicBezTo>
                  <a:close/>
                  <a:moveTo>
                    <a:pt x="141" y="27"/>
                  </a:moveTo>
                  <a:cubicBezTo>
                    <a:pt x="141" y="26"/>
                    <a:pt x="141" y="26"/>
                    <a:pt x="140" y="25"/>
                  </a:cubicBezTo>
                  <a:cubicBezTo>
                    <a:pt x="141" y="26"/>
                    <a:pt x="141" y="27"/>
                    <a:pt x="141" y="27"/>
                  </a:cubicBezTo>
                  <a:cubicBezTo>
                    <a:pt x="141" y="28"/>
                    <a:pt x="141" y="28"/>
                    <a:pt x="141" y="28"/>
                  </a:cubicBezTo>
                  <a:cubicBezTo>
                    <a:pt x="141" y="28"/>
                    <a:pt x="141" y="28"/>
                    <a:pt x="141" y="28"/>
                  </a:cubicBezTo>
                  <a:cubicBezTo>
                    <a:pt x="141" y="40"/>
                    <a:pt x="136" y="48"/>
                    <a:pt x="132" y="56"/>
                  </a:cubicBezTo>
                  <a:cubicBezTo>
                    <a:pt x="128" y="64"/>
                    <a:pt x="123" y="72"/>
                    <a:pt x="123" y="84"/>
                  </a:cubicBezTo>
                  <a:cubicBezTo>
                    <a:pt x="125" y="77"/>
                    <a:pt x="128" y="71"/>
                    <a:pt x="131" y="66"/>
                  </a:cubicBezTo>
                  <a:cubicBezTo>
                    <a:pt x="138" y="54"/>
                    <a:pt x="144" y="43"/>
                    <a:pt x="141" y="27"/>
                  </a:cubicBezTo>
                  <a:close/>
                  <a:moveTo>
                    <a:pt x="145" y="98"/>
                  </a:moveTo>
                  <a:cubicBezTo>
                    <a:pt x="142" y="95"/>
                    <a:pt x="139" y="95"/>
                    <a:pt x="136" y="96"/>
                  </a:cubicBezTo>
                  <a:cubicBezTo>
                    <a:pt x="138" y="96"/>
                    <a:pt x="140" y="97"/>
                    <a:pt x="141" y="97"/>
                  </a:cubicBezTo>
                  <a:cubicBezTo>
                    <a:pt x="143" y="98"/>
                    <a:pt x="144" y="98"/>
                    <a:pt x="145" y="98"/>
                  </a:cubicBezTo>
                  <a:close/>
                  <a:moveTo>
                    <a:pt x="132" y="100"/>
                  </a:moveTo>
                  <a:cubicBezTo>
                    <a:pt x="142" y="100"/>
                    <a:pt x="142" y="100"/>
                    <a:pt x="142" y="100"/>
                  </a:cubicBezTo>
                  <a:cubicBezTo>
                    <a:pt x="143" y="100"/>
                    <a:pt x="143" y="100"/>
                    <a:pt x="143" y="100"/>
                  </a:cubicBezTo>
                  <a:cubicBezTo>
                    <a:pt x="146" y="102"/>
                    <a:pt x="146" y="108"/>
                    <a:pt x="146" y="113"/>
                  </a:cubicBezTo>
                  <a:cubicBezTo>
                    <a:pt x="146" y="114"/>
                    <a:pt x="146" y="114"/>
                    <a:pt x="146" y="114"/>
                  </a:cubicBezTo>
                  <a:cubicBezTo>
                    <a:pt x="145" y="114"/>
                    <a:pt x="145" y="114"/>
                    <a:pt x="145" y="114"/>
                  </a:cubicBezTo>
                  <a:cubicBezTo>
                    <a:pt x="138" y="115"/>
                    <a:pt x="132" y="112"/>
                    <a:pt x="130" y="108"/>
                  </a:cubicBezTo>
                  <a:cubicBezTo>
                    <a:pt x="129" y="105"/>
                    <a:pt x="129" y="102"/>
                    <a:pt x="132" y="100"/>
                  </a:cubicBezTo>
                  <a:close/>
                  <a:moveTo>
                    <a:pt x="142" y="101"/>
                  </a:moveTo>
                  <a:cubicBezTo>
                    <a:pt x="133" y="101"/>
                    <a:pt x="133" y="101"/>
                    <a:pt x="133" y="101"/>
                  </a:cubicBezTo>
                  <a:cubicBezTo>
                    <a:pt x="131" y="103"/>
                    <a:pt x="130" y="105"/>
                    <a:pt x="131" y="107"/>
                  </a:cubicBezTo>
                  <a:cubicBezTo>
                    <a:pt x="133" y="111"/>
                    <a:pt x="138" y="113"/>
                    <a:pt x="144" y="112"/>
                  </a:cubicBezTo>
                  <a:cubicBezTo>
                    <a:pt x="145" y="106"/>
                    <a:pt x="144" y="103"/>
                    <a:pt x="142" y="101"/>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09" name="Voľný tvar 51"/>
            <p:cNvSpPr>
              <a:spLocks noEditPoints="1"/>
            </p:cNvSpPr>
            <p:nvPr/>
          </p:nvSpPr>
          <p:spPr bwMode="auto">
            <a:xfrm>
              <a:off x="4205288" y="5753100"/>
              <a:ext cx="303213" cy="344488"/>
            </a:xfrm>
            <a:custGeom>
              <a:avLst/>
              <a:gdLst>
                <a:gd name="T0" fmla="*/ 47 w 135"/>
                <a:gd name="T1" fmla="*/ 133 h 153"/>
                <a:gd name="T2" fmla="*/ 91 w 135"/>
                <a:gd name="T3" fmla="*/ 114 h 153"/>
                <a:gd name="T4" fmla="*/ 47 w 135"/>
                <a:gd name="T5" fmla="*/ 138 h 153"/>
                <a:gd name="T6" fmla="*/ 0 w 135"/>
                <a:gd name="T7" fmla="*/ 124 h 153"/>
                <a:gd name="T8" fmla="*/ 4 w 135"/>
                <a:gd name="T9" fmla="*/ 133 h 153"/>
                <a:gd name="T10" fmla="*/ 97 w 135"/>
                <a:gd name="T11" fmla="*/ 109 h 153"/>
                <a:gd name="T12" fmla="*/ 100 w 135"/>
                <a:gd name="T13" fmla="*/ 94 h 153"/>
                <a:gd name="T14" fmla="*/ 125 w 135"/>
                <a:gd name="T15" fmla="*/ 22 h 153"/>
                <a:gd name="T16" fmla="*/ 101 w 135"/>
                <a:gd name="T17" fmla="*/ 15 h 153"/>
                <a:gd name="T18" fmla="*/ 114 w 135"/>
                <a:gd name="T19" fmla="*/ 5 h 153"/>
                <a:gd name="T20" fmla="*/ 132 w 135"/>
                <a:gd name="T21" fmla="*/ 30 h 153"/>
                <a:gd name="T22" fmla="*/ 107 w 135"/>
                <a:gd name="T23" fmla="*/ 106 h 153"/>
                <a:gd name="T24" fmla="*/ 100 w 135"/>
                <a:gd name="T25" fmla="*/ 137 h 153"/>
                <a:gd name="T26" fmla="*/ 95 w 135"/>
                <a:gd name="T27" fmla="*/ 113 h 153"/>
                <a:gd name="T28" fmla="*/ 47 w 135"/>
                <a:gd name="T29" fmla="*/ 133 h 153"/>
                <a:gd name="T30" fmla="*/ 102 w 135"/>
                <a:gd name="T31" fmla="*/ 107 h 153"/>
                <a:gd name="T32" fmla="*/ 128 w 135"/>
                <a:gd name="T33" fmla="*/ 36 h 153"/>
                <a:gd name="T34" fmla="*/ 102 w 135"/>
                <a:gd name="T35" fmla="*/ 107 h 153"/>
                <a:gd name="T36" fmla="*/ 114 w 135"/>
                <a:gd name="T37" fmla="*/ 110 h 153"/>
                <a:gd name="T38" fmla="*/ 118 w 135"/>
                <a:gd name="T39" fmla="*/ 128 h 153"/>
                <a:gd name="T40" fmla="*/ 114 w 135"/>
                <a:gd name="T41" fmla="*/ 110 h 153"/>
                <a:gd name="T42" fmla="*/ 104 w 135"/>
                <a:gd name="T43" fmla="*/ 110 h 153"/>
                <a:gd name="T44" fmla="*/ 102 w 135"/>
                <a:gd name="T45" fmla="*/ 131 h 153"/>
                <a:gd name="T46" fmla="*/ 115 w 135"/>
                <a:gd name="T47" fmla="*/ 133 h 153"/>
                <a:gd name="T48" fmla="*/ 104 w 135"/>
                <a:gd name="T49" fmla="*/ 11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5" h="153">
                  <a:moveTo>
                    <a:pt x="47" y="133"/>
                  </a:moveTo>
                  <a:cubicBezTo>
                    <a:pt x="62" y="133"/>
                    <a:pt x="76" y="119"/>
                    <a:pt x="91" y="114"/>
                  </a:cubicBezTo>
                  <a:cubicBezTo>
                    <a:pt x="82" y="120"/>
                    <a:pt x="63" y="134"/>
                    <a:pt x="47" y="138"/>
                  </a:cubicBezTo>
                  <a:cubicBezTo>
                    <a:pt x="28" y="143"/>
                    <a:pt x="0" y="144"/>
                    <a:pt x="0" y="124"/>
                  </a:cubicBezTo>
                  <a:cubicBezTo>
                    <a:pt x="6" y="123"/>
                    <a:pt x="1" y="132"/>
                    <a:pt x="4" y="133"/>
                  </a:cubicBezTo>
                  <a:cubicBezTo>
                    <a:pt x="38" y="148"/>
                    <a:pt x="65" y="113"/>
                    <a:pt x="97" y="109"/>
                  </a:cubicBezTo>
                  <a:cubicBezTo>
                    <a:pt x="98" y="104"/>
                    <a:pt x="100" y="100"/>
                    <a:pt x="100" y="94"/>
                  </a:cubicBezTo>
                  <a:cubicBezTo>
                    <a:pt x="109" y="85"/>
                    <a:pt x="131" y="46"/>
                    <a:pt x="125" y="22"/>
                  </a:cubicBezTo>
                  <a:cubicBezTo>
                    <a:pt x="123" y="12"/>
                    <a:pt x="109" y="0"/>
                    <a:pt x="101" y="15"/>
                  </a:cubicBezTo>
                  <a:cubicBezTo>
                    <a:pt x="97" y="9"/>
                    <a:pt x="107" y="4"/>
                    <a:pt x="114" y="5"/>
                  </a:cubicBezTo>
                  <a:cubicBezTo>
                    <a:pt x="125" y="6"/>
                    <a:pt x="131" y="18"/>
                    <a:pt x="132" y="30"/>
                  </a:cubicBezTo>
                  <a:cubicBezTo>
                    <a:pt x="135" y="56"/>
                    <a:pt x="111" y="90"/>
                    <a:pt x="107" y="106"/>
                  </a:cubicBezTo>
                  <a:cubicBezTo>
                    <a:pt x="133" y="105"/>
                    <a:pt x="126" y="153"/>
                    <a:pt x="100" y="137"/>
                  </a:cubicBezTo>
                  <a:cubicBezTo>
                    <a:pt x="97" y="130"/>
                    <a:pt x="98" y="120"/>
                    <a:pt x="95" y="113"/>
                  </a:cubicBezTo>
                  <a:cubicBezTo>
                    <a:pt x="78" y="113"/>
                    <a:pt x="63" y="127"/>
                    <a:pt x="47" y="133"/>
                  </a:cubicBezTo>
                  <a:close/>
                  <a:moveTo>
                    <a:pt x="102" y="107"/>
                  </a:moveTo>
                  <a:cubicBezTo>
                    <a:pt x="112" y="84"/>
                    <a:pt x="130" y="63"/>
                    <a:pt x="128" y="36"/>
                  </a:cubicBezTo>
                  <a:cubicBezTo>
                    <a:pt x="126" y="65"/>
                    <a:pt x="105" y="83"/>
                    <a:pt x="102" y="107"/>
                  </a:cubicBezTo>
                  <a:close/>
                  <a:moveTo>
                    <a:pt x="114" y="110"/>
                  </a:moveTo>
                  <a:cubicBezTo>
                    <a:pt x="117" y="118"/>
                    <a:pt x="121" y="121"/>
                    <a:pt x="118" y="128"/>
                  </a:cubicBezTo>
                  <a:cubicBezTo>
                    <a:pt x="128" y="125"/>
                    <a:pt x="119" y="112"/>
                    <a:pt x="114" y="110"/>
                  </a:cubicBezTo>
                  <a:close/>
                  <a:moveTo>
                    <a:pt x="104" y="110"/>
                  </a:moveTo>
                  <a:cubicBezTo>
                    <a:pt x="100" y="114"/>
                    <a:pt x="100" y="125"/>
                    <a:pt x="102" y="131"/>
                  </a:cubicBezTo>
                  <a:cubicBezTo>
                    <a:pt x="108" y="132"/>
                    <a:pt x="110" y="135"/>
                    <a:pt x="115" y="133"/>
                  </a:cubicBezTo>
                  <a:cubicBezTo>
                    <a:pt x="120" y="121"/>
                    <a:pt x="114" y="111"/>
                    <a:pt x="104" y="110"/>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10" name="Voľný tvar 52"/>
            <p:cNvSpPr>
              <a:spLocks noEditPoints="1"/>
            </p:cNvSpPr>
            <p:nvPr/>
          </p:nvSpPr>
          <p:spPr bwMode="auto">
            <a:xfrm>
              <a:off x="4202113" y="5762625"/>
              <a:ext cx="306388" cy="311150"/>
            </a:xfrm>
            <a:custGeom>
              <a:avLst/>
              <a:gdLst>
                <a:gd name="T0" fmla="*/ 0 w 136"/>
                <a:gd name="T1" fmla="*/ 120 h 138"/>
                <a:gd name="T2" fmla="*/ 4 w 136"/>
                <a:gd name="T3" fmla="*/ 120 h 138"/>
                <a:gd name="T4" fmla="*/ 23 w 136"/>
                <a:gd name="T5" fmla="*/ 132 h 138"/>
                <a:gd name="T6" fmla="*/ 97 w 136"/>
                <a:gd name="T7" fmla="*/ 104 h 138"/>
                <a:gd name="T8" fmla="*/ 100 w 136"/>
                <a:gd name="T9" fmla="*/ 90 h 138"/>
                <a:gd name="T10" fmla="*/ 103 w 136"/>
                <a:gd name="T11" fmla="*/ 11 h 138"/>
                <a:gd name="T12" fmla="*/ 101 w 136"/>
                <a:gd name="T13" fmla="*/ 6 h 138"/>
                <a:gd name="T14" fmla="*/ 134 w 136"/>
                <a:gd name="T15" fmla="*/ 26 h 138"/>
                <a:gd name="T16" fmla="*/ 125 w 136"/>
                <a:gd name="T17" fmla="*/ 119 h 138"/>
                <a:gd name="T18" fmla="*/ 100 w 136"/>
                <a:gd name="T19" fmla="*/ 133 h 138"/>
                <a:gd name="T20" fmla="*/ 96 w 136"/>
                <a:gd name="T21" fmla="*/ 110 h 138"/>
                <a:gd name="T22" fmla="*/ 87 w 136"/>
                <a:gd name="T23" fmla="*/ 115 h 138"/>
                <a:gd name="T24" fmla="*/ 5 w 136"/>
                <a:gd name="T25" fmla="*/ 129 h 138"/>
                <a:gd name="T26" fmla="*/ 48 w 136"/>
                <a:gd name="T27" fmla="*/ 134 h 138"/>
                <a:gd name="T28" fmla="*/ 48 w 136"/>
                <a:gd name="T29" fmla="*/ 129 h 138"/>
                <a:gd name="T30" fmla="*/ 65 w 136"/>
                <a:gd name="T31" fmla="*/ 120 h 138"/>
                <a:gd name="T32" fmla="*/ 97 w 136"/>
                <a:gd name="T33" fmla="*/ 108 h 138"/>
                <a:gd name="T34" fmla="*/ 97 w 136"/>
                <a:gd name="T35" fmla="*/ 109 h 138"/>
                <a:gd name="T36" fmla="*/ 111 w 136"/>
                <a:gd name="T37" fmla="*/ 135 h 138"/>
                <a:gd name="T38" fmla="*/ 118 w 136"/>
                <a:gd name="T39" fmla="*/ 125 h 138"/>
                <a:gd name="T40" fmla="*/ 117 w 136"/>
                <a:gd name="T41" fmla="*/ 129 h 138"/>
                <a:gd name="T42" fmla="*/ 108 w 136"/>
                <a:gd name="T43" fmla="*/ 129 h 138"/>
                <a:gd name="T44" fmla="*/ 103 w 136"/>
                <a:gd name="T45" fmla="*/ 128 h 138"/>
                <a:gd name="T46" fmla="*/ 105 w 136"/>
                <a:gd name="T47" fmla="*/ 105 h 138"/>
                <a:gd name="T48" fmla="*/ 118 w 136"/>
                <a:gd name="T49" fmla="*/ 124 h 138"/>
                <a:gd name="T50" fmla="*/ 114 w 136"/>
                <a:gd name="T51" fmla="*/ 105 h 138"/>
                <a:gd name="T52" fmla="*/ 108 w 136"/>
                <a:gd name="T53" fmla="*/ 102 h 138"/>
                <a:gd name="T54" fmla="*/ 115 w 136"/>
                <a:gd name="T55" fmla="*/ 82 h 138"/>
                <a:gd name="T56" fmla="*/ 102 w 136"/>
                <a:gd name="T57" fmla="*/ 7 h 138"/>
                <a:gd name="T58" fmla="*/ 127 w 136"/>
                <a:gd name="T59" fmla="*/ 18 h 138"/>
                <a:gd name="T60" fmla="*/ 98 w 136"/>
                <a:gd name="T61" fmla="*/ 105 h 138"/>
                <a:gd name="T62" fmla="*/ 23 w 136"/>
                <a:gd name="T63" fmla="*/ 133 h 138"/>
                <a:gd name="T64" fmla="*/ 104 w 136"/>
                <a:gd name="T65" fmla="*/ 127 h 138"/>
                <a:gd name="T66" fmla="*/ 115 w 136"/>
                <a:gd name="T67" fmla="*/ 113 h 138"/>
                <a:gd name="T68" fmla="*/ 89 w 136"/>
                <a:gd name="T69" fmla="*/ 110 h 138"/>
                <a:gd name="T70" fmla="*/ 74 w 136"/>
                <a:gd name="T71" fmla="*/ 118 h 138"/>
                <a:gd name="T72" fmla="*/ 4 w 136"/>
                <a:gd name="T73" fmla="*/ 127 h 138"/>
                <a:gd name="T74" fmla="*/ 2 w 136"/>
                <a:gd name="T75" fmla="*/ 121 h 138"/>
                <a:gd name="T76" fmla="*/ 120 w 136"/>
                <a:gd name="T77" fmla="*/ 123 h 138"/>
                <a:gd name="T78" fmla="*/ 102 w 136"/>
                <a:gd name="T79" fmla="*/ 108 h 138"/>
                <a:gd name="T80" fmla="*/ 128 w 136"/>
                <a:gd name="T81" fmla="*/ 32 h 138"/>
                <a:gd name="T82" fmla="*/ 104 w 136"/>
                <a:gd name="T83" fmla="*/ 103 h 138"/>
                <a:gd name="T84" fmla="*/ 116 w 136"/>
                <a:gd name="T85" fmla="*/ 72 h 138"/>
                <a:gd name="T86" fmla="*/ 128 w 136"/>
                <a:gd name="T87" fmla="*/ 4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6" h="138">
                  <a:moveTo>
                    <a:pt x="26" y="138"/>
                  </a:moveTo>
                  <a:cubicBezTo>
                    <a:pt x="16" y="138"/>
                    <a:pt x="9" y="136"/>
                    <a:pt x="5" y="131"/>
                  </a:cubicBezTo>
                  <a:cubicBezTo>
                    <a:pt x="2" y="129"/>
                    <a:pt x="0" y="125"/>
                    <a:pt x="0" y="120"/>
                  </a:cubicBezTo>
                  <a:cubicBezTo>
                    <a:pt x="0" y="120"/>
                    <a:pt x="0" y="120"/>
                    <a:pt x="0" y="120"/>
                  </a:cubicBezTo>
                  <a:cubicBezTo>
                    <a:pt x="1" y="119"/>
                    <a:pt x="1" y="119"/>
                    <a:pt x="1" y="119"/>
                  </a:cubicBezTo>
                  <a:cubicBezTo>
                    <a:pt x="2" y="119"/>
                    <a:pt x="3" y="119"/>
                    <a:pt x="4" y="120"/>
                  </a:cubicBezTo>
                  <a:cubicBezTo>
                    <a:pt x="5" y="121"/>
                    <a:pt x="5" y="123"/>
                    <a:pt x="5" y="124"/>
                  </a:cubicBezTo>
                  <a:cubicBezTo>
                    <a:pt x="5" y="126"/>
                    <a:pt x="5" y="128"/>
                    <a:pt x="6" y="128"/>
                  </a:cubicBezTo>
                  <a:cubicBezTo>
                    <a:pt x="11" y="131"/>
                    <a:pt x="17" y="132"/>
                    <a:pt x="23" y="132"/>
                  </a:cubicBezTo>
                  <a:cubicBezTo>
                    <a:pt x="37" y="132"/>
                    <a:pt x="49" y="125"/>
                    <a:pt x="63" y="118"/>
                  </a:cubicBezTo>
                  <a:cubicBezTo>
                    <a:pt x="74" y="112"/>
                    <a:pt x="85" y="106"/>
                    <a:pt x="97" y="104"/>
                  </a:cubicBezTo>
                  <a:cubicBezTo>
                    <a:pt x="97" y="104"/>
                    <a:pt x="97" y="104"/>
                    <a:pt x="97" y="104"/>
                  </a:cubicBezTo>
                  <a:cubicBezTo>
                    <a:pt x="99" y="100"/>
                    <a:pt x="100" y="96"/>
                    <a:pt x="100" y="90"/>
                  </a:cubicBezTo>
                  <a:cubicBezTo>
                    <a:pt x="100" y="90"/>
                    <a:pt x="100" y="90"/>
                    <a:pt x="100" y="90"/>
                  </a:cubicBezTo>
                  <a:cubicBezTo>
                    <a:pt x="100" y="90"/>
                    <a:pt x="100" y="90"/>
                    <a:pt x="100" y="90"/>
                  </a:cubicBezTo>
                  <a:cubicBezTo>
                    <a:pt x="109" y="81"/>
                    <a:pt x="132" y="42"/>
                    <a:pt x="125" y="18"/>
                  </a:cubicBezTo>
                  <a:cubicBezTo>
                    <a:pt x="124" y="12"/>
                    <a:pt x="117" y="4"/>
                    <a:pt x="111" y="4"/>
                  </a:cubicBezTo>
                  <a:cubicBezTo>
                    <a:pt x="108" y="4"/>
                    <a:pt x="105" y="7"/>
                    <a:pt x="103" y="11"/>
                  </a:cubicBezTo>
                  <a:cubicBezTo>
                    <a:pt x="102" y="12"/>
                    <a:pt x="102" y="12"/>
                    <a:pt x="102" y="12"/>
                  </a:cubicBezTo>
                  <a:cubicBezTo>
                    <a:pt x="101" y="11"/>
                    <a:pt x="101" y="11"/>
                    <a:pt x="101" y="11"/>
                  </a:cubicBezTo>
                  <a:cubicBezTo>
                    <a:pt x="100" y="9"/>
                    <a:pt x="100" y="8"/>
                    <a:pt x="101" y="6"/>
                  </a:cubicBezTo>
                  <a:cubicBezTo>
                    <a:pt x="103" y="2"/>
                    <a:pt x="109" y="0"/>
                    <a:pt x="114" y="0"/>
                  </a:cubicBezTo>
                  <a:cubicBezTo>
                    <a:pt x="114" y="0"/>
                    <a:pt x="114" y="0"/>
                    <a:pt x="115" y="0"/>
                  </a:cubicBezTo>
                  <a:cubicBezTo>
                    <a:pt x="127" y="1"/>
                    <a:pt x="133" y="14"/>
                    <a:pt x="134" y="26"/>
                  </a:cubicBezTo>
                  <a:cubicBezTo>
                    <a:pt x="136" y="44"/>
                    <a:pt x="125" y="66"/>
                    <a:pt x="117" y="83"/>
                  </a:cubicBezTo>
                  <a:cubicBezTo>
                    <a:pt x="113" y="90"/>
                    <a:pt x="110" y="96"/>
                    <a:pt x="109" y="101"/>
                  </a:cubicBezTo>
                  <a:cubicBezTo>
                    <a:pt x="120" y="101"/>
                    <a:pt x="125" y="110"/>
                    <a:pt x="125" y="119"/>
                  </a:cubicBezTo>
                  <a:cubicBezTo>
                    <a:pt x="125" y="128"/>
                    <a:pt x="120" y="137"/>
                    <a:pt x="111" y="137"/>
                  </a:cubicBezTo>
                  <a:cubicBezTo>
                    <a:pt x="107" y="137"/>
                    <a:pt x="104" y="136"/>
                    <a:pt x="100" y="134"/>
                  </a:cubicBezTo>
                  <a:cubicBezTo>
                    <a:pt x="100" y="133"/>
                    <a:pt x="100" y="133"/>
                    <a:pt x="100" y="133"/>
                  </a:cubicBezTo>
                  <a:cubicBezTo>
                    <a:pt x="100" y="133"/>
                    <a:pt x="100" y="133"/>
                    <a:pt x="100" y="133"/>
                  </a:cubicBezTo>
                  <a:cubicBezTo>
                    <a:pt x="98" y="130"/>
                    <a:pt x="98" y="125"/>
                    <a:pt x="97" y="120"/>
                  </a:cubicBezTo>
                  <a:cubicBezTo>
                    <a:pt x="97" y="116"/>
                    <a:pt x="97" y="113"/>
                    <a:pt x="96" y="110"/>
                  </a:cubicBezTo>
                  <a:cubicBezTo>
                    <a:pt x="95" y="110"/>
                    <a:pt x="95" y="110"/>
                    <a:pt x="94" y="110"/>
                  </a:cubicBezTo>
                  <a:cubicBezTo>
                    <a:pt x="92" y="111"/>
                    <a:pt x="92" y="111"/>
                    <a:pt x="92" y="111"/>
                  </a:cubicBezTo>
                  <a:cubicBezTo>
                    <a:pt x="91" y="112"/>
                    <a:pt x="89" y="113"/>
                    <a:pt x="87" y="115"/>
                  </a:cubicBezTo>
                  <a:cubicBezTo>
                    <a:pt x="77" y="121"/>
                    <a:pt x="61" y="132"/>
                    <a:pt x="48" y="135"/>
                  </a:cubicBezTo>
                  <a:cubicBezTo>
                    <a:pt x="41" y="137"/>
                    <a:pt x="33" y="138"/>
                    <a:pt x="26" y="138"/>
                  </a:cubicBezTo>
                  <a:close/>
                  <a:moveTo>
                    <a:pt x="5" y="129"/>
                  </a:moveTo>
                  <a:cubicBezTo>
                    <a:pt x="5" y="130"/>
                    <a:pt x="5" y="130"/>
                    <a:pt x="6" y="130"/>
                  </a:cubicBezTo>
                  <a:cubicBezTo>
                    <a:pt x="10" y="134"/>
                    <a:pt x="17" y="137"/>
                    <a:pt x="26" y="137"/>
                  </a:cubicBezTo>
                  <a:cubicBezTo>
                    <a:pt x="33" y="137"/>
                    <a:pt x="41" y="135"/>
                    <a:pt x="48" y="134"/>
                  </a:cubicBezTo>
                  <a:cubicBezTo>
                    <a:pt x="61" y="130"/>
                    <a:pt x="76" y="120"/>
                    <a:pt x="86" y="114"/>
                  </a:cubicBezTo>
                  <a:cubicBezTo>
                    <a:pt x="82" y="115"/>
                    <a:pt x="78" y="117"/>
                    <a:pt x="75" y="119"/>
                  </a:cubicBezTo>
                  <a:cubicBezTo>
                    <a:pt x="66" y="124"/>
                    <a:pt x="57" y="129"/>
                    <a:pt x="48" y="129"/>
                  </a:cubicBezTo>
                  <a:cubicBezTo>
                    <a:pt x="44" y="129"/>
                    <a:pt x="44" y="129"/>
                    <a:pt x="44" y="129"/>
                  </a:cubicBezTo>
                  <a:cubicBezTo>
                    <a:pt x="48" y="128"/>
                    <a:pt x="48" y="128"/>
                    <a:pt x="48" y="128"/>
                  </a:cubicBezTo>
                  <a:cubicBezTo>
                    <a:pt x="54" y="126"/>
                    <a:pt x="59" y="123"/>
                    <a:pt x="65" y="120"/>
                  </a:cubicBezTo>
                  <a:cubicBezTo>
                    <a:pt x="75" y="114"/>
                    <a:pt x="85" y="108"/>
                    <a:pt x="96" y="108"/>
                  </a:cubicBezTo>
                  <a:cubicBezTo>
                    <a:pt x="96" y="108"/>
                    <a:pt x="96" y="108"/>
                    <a:pt x="96" y="108"/>
                  </a:cubicBezTo>
                  <a:cubicBezTo>
                    <a:pt x="97" y="108"/>
                    <a:pt x="97" y="108"/>
                    <a:pt x="97" y="108"/>
                  </a:cubicBezTo>
                  <a:cubicBezTo>
                    <a:pt x="97" y="108"/>
                    <a:pt x="97" y="108"/>
                    <a:pt x="97" y="108"/>
                  </a:cubicBezTo>
                  <a:cubicBezTo>
                    <a:pt x="97" y="108"/>
                    <a:pt x="97" y="108"/>
                    <a:pt x="97" y="108"/>
                  </a:cubicBezTo>
                  <a:cubicBezTo>
                    <a:pt x="97" y="109"/>
                    <a:pt x="97" y="109"/>
                    <a:pt x="97" y="109"/>
                  </a:cubicBezTo>
                  <a:cubicBezTo>
                    <a:pt x="98" y="112"/>
                    <a:pt x="99" y="116"/>
                    <a:pt x="99" y="120"/>
                  </a:cubicBezTo>
                  <a:cubicBezTo>
                    <a:pt x="99" y="124"/>
                    <a:pt x="100" y="129"/>
                    <a:pt x="101" y="132"/>
                  </a:cubicBezTo>
                  <a:cubicBezTo>
                    <a:pt x="104" y="134"/>
                    <a:pt x="108" y="135"/>
                    <a:pt x="111" y="135"/>
                  </a:cubicBezTo>
                  <a:cubicBezTo>
                    <a:pt x="118" y="135"/>
                    <a:pt x="122" y="129"/>
                    <a:pt x="123" y="123"/>
                  </a:cubicBezTo>
                  <a:cubicBezTo>
                    <a:pt x="122" y="124"/>
                    <a:pt x="121" y="125"/>
                    <a:pt x="119" y="125"/>
                  </a:cubicBezTo>
                  <a:cubicBezTo>
                    <a:pt x="118" y="125"/>
                    <a:pt x="118" y="125"/>
                    <a:pt x="118" y="125"/>
                  </a:cubicBezTo>
                  <a:cubicBezTo>
                    <a:pt x="118" y="127"/>
                    <a:pt x="117" y="128"/>
                    <a:pt x="117" y="129"/>
                  </a:cubicBezTo>
                  <a:cubicBezTo>
                    <a:pt x="117" y="129"/>
                    <a:pt x="117" y="129"/>
                    <a:pt x="117" y="129"/>
                  </a:cubicBezTo>
                  <a:cubicBezTo>
                    <a:pt x="117" y="129"/>
                    <a:pt x="117" y="129"/>
                    <a:pt x="117" y="129"/>
                  </a:cubicBezTo>
                  <a:cubicBezTo>
                    <a:pt x="115" y="130"/>
                    <a:pt x="114" y="130"/>
                    <a:pt x="113" y="130"/>
                  </a:cubicBezTo>
                  <a:cubicBezTo>
                    <a:pt x="113" y="130"/>
                    <a:pt x="113" y="130"/>
                    <a:pt x="113" y="130"/>
                  </a:cubicBezTo>
                  <a:cubicBezTo>
                    <a:pt x="111" y="130"/>
                    <a:pt x="109" y="130"/>
                    <a:pt x="108" y="129"/>
                  </a:cubicBezTo>
                  <a:cubicBezTo>
                    <a:pt x="106" y="129"/>
                    <a:pt x="105" y="128"/>
                    <a:pt x="103" y="128"/>
                  </a:cubicBezTo>
                  <a:cubicBezTo>
                    <a:pt x="103" y="128"/>
                    <a:pt x="103" y="128"/>
                    <a:pt x="103" y="128"/>
                  </a:cubicBezTo>
                  <a:cubicBezTo>
                    <a:pt x="103" y="128"/>
                    <a:pt x="103" y="128"/>
                    <a:pt x="103" y="128"/>
                  </a:cubicBezTo>
                  <a:cubicBezTo>
                    <a:pt x="100" y="122"/>
                    <a:pt x="100" y="110"/>
                    <a:pt x="104" y="105"/>
                  </a:cubicBezTo>
                  <a:cubicBezTo>
                    <a:pt x="105" y="105"/>
                    <a:pt x="105" y="105"/>
                    <a:pt x="105" y="105"/>
                  </a:cubicBezTo>
                  <a:cubicBezTo>
                    <a:pt x="105" y="105"/>
                    <a:pt x="105" y="105"/>
                    <a:pt x="105" y="105"/>
                  </a:cubicBezTo>
                  <a:cubicBezTo>
                    <a:pt x="110" y="106"/>
                    <a:pt x="114" y="108"/>
                    <a:pt x="116" y="112"/>
                  </a:cubicBezTo>
                  <a:cubicBezTo>
                    <a:pt x="118" y="116"/>
                    <a:pt x="119" y="120"/>
                    <a:pt x="118" y="124"/>
                  </a:cubicBezTo>
                  <a:cubicBezTo>
                    <a:pt x="118" y="124"/>
                    <a:pt x="118" y="124"/>
                    <a:pt x="118" y="124"/>
                  </a:cubicBezTo>
                  <a:cubicBezTo>
                    <a:pt x="121" y="119"/>
                    <a:pt x="119" y="116"/>
                    <a:pt x="117" y="112"/>
                  </a:cubicBezTo>
                  <a:cubicBezTo>
                    <a:pt x="116" y="110"/>
                    <a:pt x="115" y="109"/>
                    <a:pt x="114" y="106"/>
                  </a:cubicBezTo>
                  <a:cubicBezTo>
                    <a:pt x="114" y="105"/>
                    <a:pt x="114" y="105"/>
                    <a:pt x="114" y="105"/>
                  </a:cubicBezTo>
                  <a:cubicBezTo>
                    <a:pt x="115" y="105"/>
                    <a:pt x="115" y="105"/>
                    <a:pt x="115" y="105"/>
                  </a:cubicBezTo>
                  <a:cubicBezTo>
                    <a:pt x="117" y="106"/>
                    <a:pt x="121" y="109"/>
                    <a:pt x="123" y="113"/>
                  </a:cubicBezTo>
                  <a:cubicBezTo>
                    <a:pt x="121" y="107"/>
                    <a:pt x="116" y="102"/>
                    <a:pt x="108" y="102"/>
                  </a:cubicBezTo>
                  <a:cubicBezTo>
                    <a:pt x="107" y="102"/>
                    <a:pt x="107" y="102"/>
                    <a:pt x="107" y="102"/>
                  </a:cubicBezTo>
                  <a:cubicBezTo>
                    <a:pt x="107" y="101"/>
                    <a:pt x="107" y="101"/>
                    <a:pt x="107" y="101"/>
                  </a:cubicBezTo>
                  <a:cubicBezTo>
                    <a:pt x="108" y="97"/>
                    <a:pt x="112" y="90"/>
                    <a:pt x="115" y="82"/>
                  </a:cubicBezTo>
                  <a:cubicBezTo>
                    <a:pt x="124" y="65"/>
                    <a:pt x="134" y="44"/>
                    <a:pt x="133" y="26"/>
                  </a:cubicBezTo>
                  <a:cubicBezTo>
                    <a:pt x="131" y="15"/>
                    <a:pt x="126" y="3"/>
                    <a:pt x="115" y="2"/>
                  </a:cubicBezTo>
                  <a:cubicBezTo>
                    <a:pt x="110" y="1"/>
                    <a:pt x="104" y="4"/>
                    <a:pt x="102" y="7"/>
                  </a:cubicBezTo>
                  <a:cubicBezTo>
                    <a:pt x="102" y="7"/>
                    <a:pt x="102" y="8"/>
                    <a:pt x="102" y="9"/>
                  </a:cubicBezTo>
                  <a:cubicBezTo>
                    <a:pt x="105" y="4"/>
                    <a:pt x="109" y="3"/>
                    <a:pt x="111" y="3"/>
                  </a:cubicBezTo>
                  <a:cubicBezTo>
                    <a:pt x="118" y="3"/>
                    <a:pt x="125" y="11"/>
                    <a:pt x="127" y="18"/>
                  </a:cubicBezTo>
                  <a:cubicBezTo>
                    <a:pt x="133" y="42"/>
                    <a:pt x="110" y="81"/>
                    <a:pt x="101" y="91"/>
                  </a:cubicBezTo>
                  <a:cubicBezTo>
                    <a:pt x="102" y="96"/>
                    <a:pt x="100" y="100"/>
                    <a:pt x="99" y="104"/>
                  </a:cubicBezTo>
                  <a:cubicBezTo>
                    <a:pt x="98" y="105"/>
                    <a:pt x="98" y="105"/>
                    <a:pt x="98" y="105"/>
                  </a:cubicBezTo>
                  <a:cubicBezTo>
                    <a:pt x="98" y="105"/>
                    <a:pt x="98" y="105"/>
                    <a:pt x="98" y="105"/>
                  </a:cubicBezTo>
                  <a:cubicBezTo>
                    <a:pt x="86" y="107"/>
                    <a:pt x="75" y="113"/>
                    <a:pt x="64" y="119"/>
                  </a:cubicBezTo>
                  <a:cubicBezTo>
                    <a:pt x="51" y="126"/>
                    <a:pt x="37" y="133"/>
                    <a:pt x="23" y="133"/>
                  </a:cubicBezTo>
                  <a:cubicBezTo>
                    <a:pt x="17" y="133"/>
                    <a:pt x="11" y="132"/>
                    <a:pt x="5" y="129"/>
                  </a:cubicBezTo>
                  <a:cubicBezTo>
                    <a:pt x="5" y="129"/>
                    <a:pt x="5" y="129"/>
                    <a:pt x="5" y="129"/>
                  </a:cubicBezTo>
                  <a:close/>
                  <a:moveTo>
                    <a:pt x="104" y="127"/>
                  </a:moveTo>
                  <a:cubicBezTo>
                    <a:pt x="106" y="127"/>
                    <a:pt x="107" y="127"/>
                    <a:pt x="108" y="128"/>
                  </a:cubicBezTo>
                  <a:cubicBezTo>
                    <a:pt x="111" y="129"/>
                    <a:pt x="113" y="129"/>
                    <a:pt x="116" y="128"/>
                  </a:cubicBezTo>
                  <a:cubicBezTo>
                    <a:pt x="118" y="123"/>
                    <a:pt x="118" y="117"/>
                    <a:pt x="115" y="113"/>
                  </a:cubicBezTo>
                  <a:cubicBezTo>
                    <a:pt x="113" y="110"/>
                    <a:pt x="109" y="107"/>
                    <a:pt x="105" y="107"/>
                  </a:cubicBezTo>
                  <a:cubicBezTo>
                    <a:pt x="102" y="111"/>
                    <a:pt x="102" y="121"/>
                    <a:pt x="104" y="127"/>
                  </a:cubicBezTo>
                  <a:close/>
                  <a:moveTo>
                    <a:pt x="89" y="110"/>
                  </a:moveTo>
                  <a:cubicBezTo>
                    <a:pt x="81" y="112"/>
                    <a:pt x="73" y="117"/>
                    <a:pt x="65" y="121"/>
                  </a:cubicBezTo>
                  <a:cubicBezTo>
                    <a:pt x="61" y="123"/>
                    <a:pt x="57" y="125"/>
                    <a:pt x="53" y="127"/>
                  </a:cubicBezTo>
                  <a:cubicBezTo>
                    <a:pt x="60" y="126"/>
                    <a:pt x="67" y="122"/>
                    <a:pt x="74" y="118"/>
                  </a:cubicBezTo>
                  <a:cubicBezTo>
                    <a:pt x="79" y="115"/>
                    <a:pt x="84" y="112"/>
                    <a:pt x="89" y="110"/>
                  </a:cubicBezTo>
                  <a:close/>
                  <a:moveTo>
                    <a:pt x="2" y="121"/>
                  </a:moveTo>
                  <a:cubicBezTo>
                    <a:pt x="2" y="123"/>
                    <a:pt x="3" y="125"/>
                    <a:pt x="4" y="127"/>
                  </a:cubicBezTo>
                  <a:cubicBezTo>
                    <a:pt x="3" y="127"/>
                    <a:pt x="3" y="125"/>
                    <a:pt x="3" y="124"/>
                  </a:cubicBezTo>
                  <a:cubicBezTo>
                    <a:pt x="3" y="123"/>
                    <a:pt x="4" y="122"/>
                    <a:pt x="3" y="121"/>
                  </a:cubicBezTo>
                  <a:cubicBezTo>
                    <a:pt x="3" y="121"/>
                    <a:pt x="3" y="121"/>
                    <a:pt x="2" y="121"/>
                  </a:cubicBezTo>
                  <a:close/>
                  <a:moveTo>
                    <a:pt x="116" y="108"/>
                  </a:moveTo>
                  <a:cubicBezTo>
                    <a:pt x="117" y="109"/>
                    <a:pt x="118" y="110"/>
                    <a:pt x="118" y="111"/>
                  </a:cubicBezTo>
                  <a:cubicBezTo>
                    <a:pt x="120" y="115"/>
                    <a:pt x="122" y="118"/>
                    <a:pt x="120" y="123"/>
                  </a:cubicBezTo>
                  <a:cubicBezTo>
                    <a:pt x="122" y="122"/>
                    <a:pt x="123" y="121"/>
                    <a:pt x="123" y="119"/>
                  </a:cubicBezTo>
                  <a:cubicBezTo>
                    <a:pt x="123" y="115"/>
                    <a:pt x="119" y="110"/>
                    <a:pt x="116" y="108"/>
                  </a:cubicBezTo>
                  <a:close/>
                  <a:moveTo>
                    <a:pt x="102" y="108"/>
                  </a:moveTo>
                  <a:cubicBezTo>
                    <a:pt x="103" y="103"/>
                    <a:pt x="103" y="103"/>
                    <a:pt x="103" y="103"/>
                  </a:cubicBezTo>
                  <a:cubicBezTo>
                    <a:pt x="104" y="92"/>
                    <a:pt x="109" y="82"/>
                    <a:pt x="114" y="72"/>
                  </a:cubicBezTo>
                  <a:cubicBezTo>
                    <a:pt x="121" y="60"/>
                    <a:pt x="127" y="47"/>
                    <a:pt x="128" y="32"/>
                  </a:cubicBezTo>
                  <a:cubicBezTo>
                    <a:pt x="130" y="32"/>
                    <a:pt x="130" y="32"/>
                    <a:pt x="130" y="32"/>
                  </a:cubicBezTo>
                  <a:cubicBezTo>
                    <a:pt x="131" y="51"/>
                    <a:pt x="122" y="68"/>
                    <a:pt x="114" y="84"/>
                  </a:cubicBezTo>
                  <a:cubicBezTo>
                    <a:pt x="110" y="90"/>
                    <a:pt x="107" y="97"/>
                    <a:pt x="104" y="103"/>
                  </a:cubicBezTo>
                  <a:lnTo>
                    <a:pt x="102" y="108"/>
                  </a:lnTo>
                  <a:close/>
                  <a:moveTo>
                    <a:pt x="128" y="44"/>
                  </a:moveTo>
                  <a:cubicBezTo>
                    <a:pt x="125" y="54"/>
                    <a:pt x="120" y="63"/>
                    <a:pt x="116" y="72"/>
                  </a:cubicBezTo>
                  <a:cubicBezTo>
                    <a:pt x="111" y="81"/>
                    <a:pt x="107" y="89"/>
                    <a:pt x="105" y="97"/>
                  </a:cubicBezTo>
                  <a:cubicBezTo>
                    <a:pt x="108" y="92"/>
                    <a:pt x="110" y="88"/>
                    <a:pt x="112" y="83"/>
                  </a:cubicBezTo>
                  <a:cubicBezTo>
                    <a:pt x="119" y="71"/>
                    <a:pt x="126" y="58"/>
                    <a:pt x="128" y="44"/>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grpSp>
      <p:sp>
        <p:nvSpPr>
          <p:cNvPr id="111" name="Zástupný obrázok 33" descr="Prázdny zástupný objekt na pridanie obrázka. Kliknite na zástupný objekt a vyberte požadovaný obrázok."/>
          <p:cNvSpPr>
            <a:spLocks noGrp="1" noChangeAspect="1"/>
          </p:cNvSpPr>
          <p:nvPr>
            <p:ph type="pic" sz="quarter" idx="18"/>
          </p:nvPr>
        </p:nvSpPr>
        <p:spPr>
          <a:xfrm>
            <a:off x="5546780" y="529603"/>
            <a:ext cx="2993366" cy="2305338"/>
          </a:xfrm>
          <a:solidFill>
            <a:schemeClr val="bg2"/>
          </a:solidFill>
          <a:ln w="38100">
            <a:solidFill>
              <a:schemeClr val="bg1"/>
            </a:solidFill>
          </a:ln>
        </p:spPr>
        <p:txBody>
          <a:bodyPr rtlCol="0"/>
          <a:lstStyle>
            <a:lvl1pPr marL="0" indent="0" algn="ctr" rtl="0">
              <a:buNone/>
              <a:defRPr/>
            </a:lvl1pPr>
          </a:lstStyle>
          <a:p>
            <a:pPr rtl="0"/>
            <a:r>
              <a:rPr lang="sk-SK"/>
              <a:t>Ak chcete pridať obrázok, kliknite na ikonu</a:t>
            </a:r>
            <a:endParaRPr dirty="0"/>
          </a:p>
        </p:txBody>
      </p:sp>
      <p:grpSp>
        <p:nvGrpSpPr>
          <p:cNvPr id="112" name="Skupina 111"/>
          <p:cNvGrpSpPr/>
          <p:nvPr/>
        </p:nvGrpSpPr>
        <p:grpSpPr>
          <a:xfrm>
            <a:off x="5322489" y="3245640"/>
            <a:ext cx="3389607" cy="2710838"/>
            <a:chOff x="895350" y="3313113"/>
            <a:chExt cx="3613151" cy="2790825"/>
          </a:xfrm>
          <a:solidFill>
            <a:schemeClr val="tx1">
              <a:lumMod val="50000"/>
            </a:schemeClr>
          </a:solidFill>
        </p:grpSpPr>
        <p:sp>
          <p:nvSpPr>
            <p:cNvPr id="113" name="Voľný tvar 41"/>
            <p:cNvSpPr>
              <a:spLocks/>
            </p:cNvSpPr>
            <p:nvPr/>
          </p:nvSpPr>
          <p:spPr bwMode="auto">
            <a:xfrm>
              <a:off x="963613" y="3725863"/>
              <a:ext cx="11113" cy="1952625"/>
            </a:xfrm>
            <a:custGeom>
              <a:avLst/>
              <a:gdLst>
                <a:gd name="T0" fmla="*/ 3 w 5"/>
                <a:gd name="T1" fmla="*/ 0 h 868"/>
                <a:gd name="T2" fmla="*/ 4 w 5"/>
                <a:gd name="T3" fmla="*/ 217 h 868"/>
                <a:gd name="T4" fmla="*/ 3 w 5"/>
                <a:gd name="T5" fmla="*/ 326 h 868"/>
                <a:gd name="T6" fmla="*/ 4 w 5"/>
                <a:gd name="T7" fmla="*/ 434 h 868"/>
                <a:gd name="T8" fmla="*/ 4 w 5"/>
                <a:gd name="T9" fmla="*/ 651 h 868"/>
                <a:gd name="T10" fmla="*/ 4 w 5"/>
                <a:gd name="T11" fmla="*/ 760 h 868"/>
                <a:gd name="T12" fmla="*/ 3 w 5"/>
                <a:gd name="T13" fmla="*/ 868 h 868"/>
                <a:gd name="T14" fmla="*/ 2 w 5"/>
                <a:gd name="T15" fmla="*/ 868 h 868"/>
                <a:gd name="T16" fmla="*/ 1 w 5"/>
                <a:gd name="T17" fmla="*/ 760 h 868"/>
                <a:gd name="T18" fmla="*/ 0 w 5"/>
                <a:gd name="T19" fmla="*/ 651 h 868"/>
                <a:gd name="T20" fmla="*/ 1 w 5"/>
                <a:gd name="T21" fmla="*/ 434 h 868"/>
                <a:gd name="T22" fmla="*/ 2 w 5"/>
                <a:gd name="T23" fmla="*/ 326 h 868"/>
                <a:gd name="T24" fmla="*/ 1 w 5"/>
                <a:gd name="T25" fmla="*/ 217 h 868"/>
                <a:gd name="T26" fmla="*/ 2 w 5"/>
                <a:gd name="T27" fmla="*/ 0 h 868"/>
                <a:gd name="T28" fmla="*/ 3 w 5"/>
                <a:gd name="T29" fmla="*/ 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868">
                  <a:moveTo>
                    <a:pt x="3" y="0"/>
                  </a:moveTo>
                  <a:cubicBezTo>
                    <a:pt x="4" y="73"/>
                    <a:pt x="4" y="145"/>
                    <a:pt x="4" y="217"/>
                  </a:cubicBezTo>
                  <a:cubicBezTo>
                    <a:pt x="4" y="253"/>
                    <a:pt x="3" y="290"/>
                    <a:pt x="3" y="326"/>
                  </a:cubicBezTo>
                  <a:cubicBezTo>
                    <a:pt x="3" y="362"/>
                    <a:pt x="3" y="398"/>
                    <a:pt x="4" y="434"/>
                  </a:cubicBezTo>
                  <a:cubicBezTo>
                    <a:pt x="4" y="507"/>
                    <a:pt x="5" y="579"/>
                    <a:pt x="4" y="651"/>
                  </a:cubicBezTo>
                  <a:cubicBezTo>
                    <a:pt x="5" y="687"/>
                    <a:pt x="4" y="724"/>
                    <a:pt x="4" y="760"/>
                  </a:cubicBezTo>
                  <a:cubicBezTo>
                    <a:pt x="4" y="796"/>
                    <a:pt x="3" y="832"/>
                    <a:pt x="3" y="868"/>
                  </a:cubicBezTo>
                  <a:cubicBezTo>
                    <a:pt x="2" y="868"/>
                    <a:pt x="2" y="868"/>
                    <a:pt x="2" y="868"/>
                  </a:cubicBezTo>
                  <a:cubicBezTo>
                    <a:pt x="2" y="832"/>
                    <a:pt x="1" y="796"/>
                    <a:pt x="1" y="760"/>
                  </a:cubicBezTo>
                  <a:cubicBezTo>
                    <a:pt x="1" y="724"/>
                    <a:pt x="0" y="687"/>
                    <a:pt x="0" y="651"/>
                  </a:cubicBezTo>
                  <a:cubicBezTo>
                    <a:pt x="0" y="579"/>
                    <a:pt x="1" y="507"/>
                    <a:pt x="1" y="434"/>
                  </a:cubicBezTo>
                  <a:cubicBezTo>
                    <a:pt x="2" y="398"/>
                    <a:pt x="2" y="362"/>
                    <a:pt x="2" y="326"/>
                  </a:cubicBezTo>
                  <a:cubicBezTo>
                    <a:pt x="2" y="290"/>
                    <a:pt x="1" y="253"/>
                    <a:pt x="1" y="217"/>
                  </a:cubicBezTo>
                  <a:cubicBezTo>
                    <a:pt x="0" y="145"/>
                    <a:pt x="1" y="73"/>
                    <a:pt x="2" y="0"/>
                  </a:cubicBezTo>
                  <a:lnTo>
                    <a:pt x="3" y="0"/>
                  </a:ln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14" name="Voľný tvar 42"/>
            <p:cNvSpPr>
              <a:spLocks/>
            </p:cNvSpPr>
            <p:nvPr/>
          </p:nvSpPr>
          <p:spPr bwMode="auto">
            <a:xfrm>
              <a:off x="1350963" y="6038850"/>
              <a:ext cx="2736850" cy="11113"/>
            </a:xfrm>
            <a:custGeom>
              <a:avLst/>
              <a:gdLst>
                <a:gd name="T0" fmla="*/ 0 w 1216"/>
                <a:gd name="T1" fmla="*/ 2 h 5"/>
                <a:gd name="T2" fmla="*/ 304 w 1216"/>
                <a:gd name="T3" fmla="*/ 1 h 5"/>
                <a:gd name="T4" fmla="*/ 456 w 1216"/>
                <a:gd name="T5" fmla="*/ 2 h 5"/>
                <a:gd name="T6" fmla="*/ 608 w 1216"/>
                <a:gd name="T7" fmla="*/ 1 h 5"/>
                <a:gd name="T8" fmla="*/ 912 w 1216"/>
                <a:gd name="T9" fmla="*/ 0 h 5"/>
                <a:gd name="T10" fmla="*/ 1064 w 1216"/>
                <a:gd name="T11" fmla="*/ 1 h 5"/>
                <a:gd name="T12" fmla="*/ 1216 w 1216"/>
                <a:gd name="T13" fmla="*/ 2 h 5"/>
                <a:gd name="T14" fmla="*/ 1216 w 1216"/>
                <a:gd name="T15" fmla="*/ 2 h 5"/>
                <a:gd name="T16" fmla="*/ 1064 w 1216"/>
                <a:gd name="T17" fmla="*/ 4 h 5"/>
                <a:gd name="T18" fmla="*/ 912 w 1216"/>
                <a:gd name="T19" fmla="*/ 4 h 5"/>
                <a:gd name="T20" fmla="*/ 608 w 1216"/>
                <a:gd name="T21" fmla="*/ 3 h 5"/>
                <a:gd name="T22" fmla="*/ 456 w 1216"/>
                <a:gd name="T23" fmla="*/ 3 h 5"/>
                <a:gd name="T24" fmla="*/ 304 w 1216"/>
                <a:gd name="T25" fmla="*/ 4 h 5"/>
                <a:gd name="T26" fmla="*/ 0 w 1216"/>
                <a:gd name="T2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6" h="5">
                  <a:moveTo>
                    <a:pt x="0" y="2"/>
                  </a:moveTo>
                  <a:cubicBezTo>
                    <a:pt x="101" y="1"/>
                    <a:pt x="202" y="0"/>
                    <a:pt x="304" y="1"/>
                  </a:cubicBezTo>
                  <a:cubicBezTo>
                    <a:pt x="354" y="1"/>
                    <a:pt x="405" y="2"/>
                    <a:pt x="456" y="2"/>
                  </a:cubicBezTo>
                  <a:cubicBezTo>
                    <a:pt x="506" y="2"/>
                    <a:pt x="557" y="1"/>
                    <a:pt x="608" y="1"/>
                  </a:cubicBezTo>
                  <a:cubicBezTo>
                    <a:pt x="709" y="1"/>
                    <a:pt x="810" y="0"/>
                    <a:pt x="912" y="0"/>
                  </a:cubicBezTo>
                  <a:cubicBezTo>
                    <a:pt x="962" y="0"/>
                    <a:pt x="1013" y="1"/>
                    <a:pt x="1064" y="1"/>
                  </a:cubicBezTo>
                  <a:cubicBezTo>
                    <a:pt x="1114" y="1"/>
                    <a:pt x="1165" y="1"/>
                    <a:pt x="1216" y="2"/>
                  </a:cubicBezTo>
                  <a:cubicBezTo>
                    <a:pt x="1216" y="2"/>
                    <a:pt x="1216" y="2"/>
                    <a:pt x="1216" y="2"/>
                  </a:cubicBezTo>
                  <a:cubicBezTo>
                    <a:pt x="1165" y="3"/>
                    <a:pt x="1114" y="3"/>
                    <a:pt x="1064" y="4"/>
                  </a:cubicBezTo>
                  <a:cubicBezTo>
                    <a:pt x="1013" y="4"/>
                    <a:pt x="962" y="4"/>
                    <a:pt x="912" y="4"/>
                  </a:cubicBezTo>
                  <a:cubicBezTo>
                    <a:pt x="810" y="5"/>
                    <a:pt x="709" y="4"/>
                    <a:pt x="608" y="3"/>
                  </a:cubicBezTo>
                  <a:cubicBezTo>
                    <a:pt x="557" y="3"/>
                    <a:pt x="506" y="3"/>
                    <a:pt x="456" y="3"/>
                  </a:cubicBezTo>
                  <a:cubicBezTo>
                    <a:pt x="405" y="3"/>
                    <a:pt x="354" y="4"/>
                    <a:pt x="304" y="4"/>
                  </a:cubicBezTo>
                  <a:cubicBezTo>
                    <a:pt x="202" y="4"/>
                    <a:pt x="101" y="4"/>
                    <a:pt x="0" y="2"/>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15" name="Voľný tvar 43"/>
            <p:cNvSpPr>
              <a:spLocks/>
            </p:cNvSpPr>
            <p:nvPr/>
          </p:nvSpPr>
          <p:spPr bwMode="auto">
            <a:xfrm>
              <a:off x="1330325" y="3378200"/>
              <a:ext cx="2743200" cy="11113"/>
            </a:xfrm>
            <a:custGeom>
              <a:avLst/>
              <a:gdLst>
                <a:gd name="T0" fmla="*/ 0 w 1219"/>
                <a:gd name="T1" fmla="*/ 2 h 5"/>
                <a:gd name="T2" fmla="*/ 304 w 1219"/>
                <a:gd name="T3" fmla="*/ 1 h 5"/>
                <a:gd name="T4" fmla="*/ 457 w 1219"/>
                <a:gd name="T5" fmla="*/ 2 h 5"/>
                <a:gd name="T6" fmla="*/ 609 w 1219"/>
                <a:gd name="T7" fmla="*/ 1 h 5"/>
                <a:gd name="T8" fmla="*/ 914 w 1219"/>
                <a:gd name="T9" fmla="*/ 0 h 5"/>
                <a:gd name="T10" fmla="*/ 1067 w 1219"/>
                <a:gd name="T11" fmla="*/ 1 h 5"/>
                <a:gd name="T12" fmla="*/ 1219 w 1219"/>
                <a:gd name="T13" fmla="*/ 2 h 5"/>
                <a:gd name="T14" fmla="*/ 1219 w 1219"/>
                <a:gd name="T15" fmla="*/ 3 h 5"/>
                <a:gd name="T16" fmla="*/ 1067 w 1219"/>
                <a:gd name="T17" fmla="*/ 4 h 5"/>
                <a:gd name="T18" fmla="*/ 914 w 1219"/>
                <a:gd name="T19" fmla="*/ 4 h 5"/>
                <a:gd name="T20" fmla="*/ 609 w 1219"/>
                <a:gd name="T21" fmla="*/ 3 h 5"/>
                <a:gd name="T22" fmla="*/ 457 w 1219"/>
                <a:gd name="T23" fmla="*/ 3 h 5"/>
                <a:gd name="T24" fmla="*/ 304 w 1219"/>
                <a:gd name="T25" fmla="*/ 4 h 5"/>
                <a:gd name="T26" fmla="*/ 0 w 1219"/>
                <a:gd name="T27" fmla="*/ 3 h 5"/>
                <a:gd name="T28" fmla="*/ 0 w 1219"/>
                <a:gd name="T29"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9" h="5">
                  <a:moveTo>
                    <a:pt x="0" y="2"/>
                  </a:moveTo>
                  <a:cubicBezTo>
                    <a:pt x="101" y="1"/>
                    <a:pt x="203" y="0"/>
                    <a:pt x="304" y="1"/>
                  </a:cubicBezTo>
                  <a:cubicBezTo>
                    <a:pt x="355" y="1"/>
                    <a:pt x="406" y="2"/>
                    <a:pt x="457" y="2"/>
                  </a:cubicBezTo>
                  <a:cubicBezTo>
                    <a:pt x="508" y="2"/>
                    <a:pt x="559" y="1"/>
                    <a:pt x="609" y="1"/>
                  </a:cubicBezTo>
                  <a:cubicBezTo>
                    <a:pt x="711" y="1"/>
                    <a:pt x="813" y="0"/>
                    <a:pt x="914" y="0"/>
                  </a:cubicBezTo>
                  <a:cubicBezTo>
                    <a:pt x="965" y="0"/>
                    <a:pt x="1016" y="1"/>
                    <a:pt x="1067" y="1"/>
                  </a:cubicBezTo>
                  <a:cubicBezTo>
                    <a:pt x="1117" y="1"/>
                    <a:pt x="1168" y="1"/>
                    <a:pt x="1219" y="2"/>
                  </a:cubicBezTo>
                  <a:cubicBezTo>
                    <a:pt x="1219" y="3"/>
                    <a:pt x="1219" y="3"/>
                    <a:pt x="1219" y="3"/>
                  </a:cubicBezTo>
                  <a:cubicBezTo>
                    <a:pt x="1168" y="3"/>
                    <a:pt x="1117" y="4"/>
                    <a:pt x="1067" y="4"/>
                  </a:cubicBezTo>
                  <a:cubicBezTo>
                    <a:pt x="1016" y="4"/>
                    <a:pt x="965" y="4"/>
                    <a:pt x="914" y="4"/>
                  </a:cubicBezTo>
                  <a:cubicBezTo>
                    <a:pt x="813" y="5"/>
                    <a:pt x="711" y="4"/>
                    <a:pt x="609" y="3"/>
                  </a:cubicBezTo>
                  <a:cubicBezTo>
                    <a:pt x="559" y="3"/>
                    <a:pt x="508" y="3"/>
                    <a:pt x="457" y="3"/>
                  </a:cubicBezTo>
                  <a:cubicBezTo>
                    <a:pt x="406" y="3"/>
                    <a:pt x="355" y="4"/>
                    <a:pt x="304" y="4"/>
                  </a:cubicBezTo>
                  <a:cubicBezTo>
                    <a:pt x="203" y="4"/>
                    <a:pt x="101" y="4"/>
                    <a:pt x="0" y="3"/>
                  </a:cubicBezTo>
                  <a:lnTo>
                    <a:pt x="0" y="2"/>
                  </a:ln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16" name="Voľný tvar 44"/>
            <p:cNvSpPr>
              <a:spLocks/>
            </p:cNvSpPr>
            <p:nvPr/>
          </p:nvSpPr>
          <p:spPr bwMode="auto">
            <a:xfrm>
              <a:off x="4443413" y="3759200"/>
              <a:ext cx="9525" cy="1919288"/>
            </a:xfrm>
            <a:custGeom>
              <a:avLst/>
              <a:gdLst>
                <a:gd name="T0" fmla="*/ 2 w 4"/>
                <a:gd name="T1" fmla="*/ 853 h 853"/>
                <a:gd name="T2" fmla="*/ 0 w 4"/>
                <a:gd name="T3" fmla="*/ 640 h 853"/>
                <a:gd name="T4" fmla="*/ 1 w 4"/>
                <a:gd name="T5" fmla="*/ 533 h 853"/>
                <a:gd name="T6" fmla="*/ 1 w 4"/>
                <a:gd name="T7" fmla="*/ 427 h 853"/>
                <a:gd name="T8" fmla="*/ 0 w 4"/>
                <a:gd name="T9" fmla="*/ 213 h 853"/>
                <a:gd name="T10" fmla="*/ 0 w 4"/>
                <a:gd name="T11" fmla="*/ 107 h 853"/>
                <a:gd name="T12" fmla="*/ 2 w 4"/>
                <a:gd name="T13" fmla="*/ 0 h 853"/>
                <a:gd name="T14" fmla="*/ 2 w 4"/>
                <a:gd name="T15" fmla="*/ 0 h 853"/>
                <a:gd name="T16" fmla="*/ 3 w 4"/>
                <a:gd name="T17" fmla="*/ 107 h 853"/>
                <a:gd name="T18" fmla="*/ 4 w 4"/>
                <a:gd name="T19" fmla="*/ 213 h 853"/>
                <a:gd name="T20" fmla="*/ 3 w 4"/>
                <a:gd name="T21" fmla="*/ 427 h 853"/>
                <a:gd name="T22" fmla="*/ 2 w 4"/>
                <a:gd name="T23" fmla="*/ 533 h 853"/>
                <a:gd name="T24" fmla="*/ 3 w 4"/>
                <a:gd name="T25" fmla="*/ 640 h 853"/>
                <a:gd name="T26" fmla="*/ 2 w 4"/>
                <a:gd name="T27" fmla="*/ 853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 h="853">
                  <a:moveTo>
                    <a:pt x="2" y="853"/>
                  </a:moveTo>
                  <a:cubicBezTo>
                    <a:pt x="0" y="782"/>
                    <a:pt x="0" y="711"/>
                    <a:pt x="0" y="640"/>
                  </a:cubicBezTo>
                  <a:cubicBezTo>
                    <a:pt x="0" y="604"/>
                    <a:pt x="1" y="569"/>
                    <a:pt x="1" y="533"/>
                  </a:cubicBezTo>
                  <a:cubicBezTo>
                    <a:pt x="1" y="498"/>
                    <a:pt x="1" y="462"/>
                    <a:pt x="1" y="427"/>
                  </a:cubicBezTo>
                  <a:cubicBezTo>
                    <a:pt x="0" y="356"/>
                    <a:pt x="0" y="284"/>
                    <a:pt x="0" y="213"/>
                  </a:cubicBezTo>
                  <a:cubicBezTo>
                    <a:pt x="0" y="178"/>
                    <a:pt x="0" y="142"/>
                    <a:pt x="0" y="107"/>
                  </a:cubicBezTo>
                  <a:cubicBezTo>
                    <a:pt x="1" y="71"/>
                    <a:pt x="1" y="36"/>
                    <a:pt x="2" y="0"/>
                  </a:cubicBezTo>
                  <a:cubicBezTo>
                    <a:pt x="2" y="0"/>
                    <a:pt x="2" y="0"/>
                    <a:pt x="2" y="0"/>
                  </a:cubicBezTo>
                  <a:cubicBezTo>
                    <a:pt x="3" y="36"/>
                    <a:pt x="3" y="71"/>
                    <a:pt x="3" y="107"/>
                  </a:cubicBezTo>
                  <a:cubicBezTo>
                    <a:pt x="4" y="142"/>
                    <a:pt x="4" y="178"/>
                    <a:pt x="4" y="213"/>
                  </a:cubicBezTo>
                  <a:cubicBezTo>
                    <a:pt x="4" y="284"/>
                    <a:pt x="3" y="356"/>
                    <a:pt x="3" y="427"/>
                  </a:cubicBezTo>
                  <a:cubicBezTo>
                    <a:pt x="3" y="462"/>
                    <a:pt x="2" y="498"/>
                    <a:pt x="2" y="533"/>
                  </a:cubicBezTo>
                  <a:cubicBezTo>
                    <a:pt x="3" y="569"/>
                    <a:pt x="3" y="604"/>
                    <a:pt x="3" y="640"/>
                  </a:cubicBezTo>
                  <a:cubicBezTo>
                    <a:pt x="4" y="711"/>
                    <a:pt x="3" y="782"/>
                    <a:pt x="2" y="853"/>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17" name="Voľný tvar 45"/>
            <p:cNvSpPr>
              <a:spLocks noEditPoints="1"/>
            </p:cNvSpPr>
            <p:nvPr/>
          </p:nvSpPr>
          <p:spPr bwMode="auto">
            <a:xfrm>
              <a:off x="903288" y="5772150"/>
              <a:ext cx="341313" cy="331788"/>
            </a:xfrm>
            <a:custGeom>
              <a:avLst/>
              <a:gdLst>
                <a:gd name="T0" fmla="*/ 127 w 152"/>
                <a:gd name="T1" fmla="*/ 122 h 148"/>
                <a:gd name="T2" fmla="*/ 84 w 152"/>
                <a:gd name="T3" fmla="*/ 134 h 148"/>
                <a:gd name="T4" fmla="*/ 112 w 152"/>
                <a:gd name="T5" fmla="*/ 131 h 148"/>
                <a:gd name="T6" fmla="*/ 48 w 152"/>
                <a:gd name="T7" fmla="*/ 142 h 148"/>
                <a:gd name="T8" fmla="*/ 4 w 152"/>
                <a:gd name="T9" fmla="*/ 95 h 148"/>
                <a:gd name="T10" fmla="*/ 20 w 152"/>
                <a:gd name="T11" fmla="*/ 61 h 148"/>
                <a:gd name="T12" fmla="*/ 26 w 152"/>
                <a:gd name="T13" fmla="*/ 58 h 148"/>
                <a:gd name="T14" fmla="*/ 31 w 152"/>
                <a:gd name="T15" fmla="*/ 23 h 148"/>
                <a:gd name="T16" fmla="*/ 19 w 152"/>
                <a:gd name="T17" fmla="*/ 0 h 148"/>
                <a:gd name="T18" fmla="*/ 33 w 152"/>
                <a:gd name="T19" fmla="*/ 57 h 148"/>
                <a:gd name="T20" fmla="*/ 41 w 152"/>
                <a:gd name="T21" fmla="*/ 63 h 148"/>
                <a:gd name="T22" fmla="*/ 36 w 152"/>
                <a:gd name="T23" fmla="*/ 80 h 148"/>
                <a:gd name="T24" fmla="*/ 26 w 152"/>
                <a:gd name="T25" fmla="*/ 67 h 148"/>
                <a:gd name="T26" fmla="*/ 64 w 152"/>
                <a:gd name="T27" fmla="*/ 132 h 148"/>
                <a:gd name="T28" fmla="*/ 84 w 152"/>
                <a:gd name="T29" fmla="*/ 112 h 148"/>
                <a:gd name="T30" fmla="*/ 77 w 152"/>
                <a:gd name="T31" fmla="*/ 131 h 148"/>
                <a:gd name="T32" fmla="*/ 152 w 152"/>
                <a:gd name="T33" fmla="*/ 129 h 148"/>
                <a:gd name="T34" fmla="*/ 114 w 152"/>
                <a:gd name="T35" fmla="*/ 131 h 148"/>
                <a:gd name="T36" fmla="*/ 127 w 152"/>
                <a:gd name="T37" fmla="*/ 122 h 148"/>
                <a:gd name="T38" fmla="*/ 74 w 152"/>
                <a:gd name="T39" fmla="*/ 128 h 148"/>
                <a:gd name="T40" fmla="*/ 68 w 152"/>
                <a:gd name="T41" fmla="*/ 112 h 148"/>
                <a:gd name="T42" fmla="*/ 66 w 152"/>
                <a:gd name="T43" fmla="*/ 117 h 148"/>
                <a:gd name="T44" fmla="*/ 66 w 152"/>
                <a:gd name="T45" fmla="*/ 125 h 148"/>
                <a:gd name="T46" fmla="*/ 73 w 152"/>
                <a:gd name="T47" fmla="*/ 128 h 148"/>
                <a:gd name="T48" fmla="*/ 74 w 152"/>
                <a:gd name="T49" fmla="*/ 114 h 148"/>
                <a:gd name="T50" fmla="*/ 74 w 152"/>
                <a:gd name="T51" fmla="*/ 128 h 148"/>
                <a:gd name="T52" fmla="*/ 9 w 152"/>
                <a:gd name="T53" fmla="*/ 88 h 148"/>
                <a:gd name="T54" fmla="*/ 56 w 152"/>
                <a:gd name="T55" fmla="*/ 135 h 148"/>
                <a:gd name="T56" fmla="*/ 9 w 152"/>
                <a:gd name="T57" fmla="*/ 88 h 148"/>
                <a:gd name="T58" fmla="*/ 37 w 152"/>
                <a:gd name="T59" fmla="*/ 61 h 148"/>
                <a:gd name="T60" fmla="*/ 31 w 152"/>
                <a:gd name="T61" fmla="*/ 77 h 148"/>
                <a:gd name="T62" fmla="*/ 37 w 152"/>
                <a:gd name="T63" fmla="*/ 61 h 148"/>
                <a:gd name="T64" fmla="*/ 30 w 152"/>
                <a:gd name="T65" fmla="*/ 57 h 148"/>
                <a:gd name="T66" fmla="*/ 33 w 152"/>
                <a:gd name="T67" fmla="*/ 31 h 148"/>
                <a:gd name="T68" fmla="*/ 30 w 152"/>
                <a:gd name="T69" fmla="*/ 57 h 148"/>
                <a:gd name="T70" fmla="*/ 30 w 152"/>
                <a:gd name="T71" fmla="*/ 61 h 148"/>
                <a:gd name="T72" fmla="*/ 30 w 152"/>
                <a:gd name="T73" fmla="*/ 74 h 148"/>
                <a:gd name="T74" fmla="*/ 30 w 152"/>
                <a:gd name="T75" fmla="*/ 61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2" h="148">
                  <a:moveTo>
                    <a:pt x="127" y="122"/>
                  </a:moveTo>
                  <a:cubicBezTo>
                    <a:pt x="115" y="118"/>
                    <a:pt x="99" y="137"/>
                    <a:pt x="84" y="134"/>
                  </a:cubicBezTo>
                  <a:cubicBezTo>
                    <a:pt x="92" y="142"/>
                    <a:pt x="106" y="130"/>
                    <a:pt x="112" y="131"/>
                  </a:cubicBezTo>
                  <a:cubicBezTo>
                    <a:pt x="95" y="147"/>
                    <a:pt x="66" y="127"/>
                    <a:pt x="48" y="142"/>
                  </a:cubicBezTo>
                  <a:cubicBezTo>
                    <a:pt x="19" y="142"/>
                    <a:pt x="1" y="123"/>
                    <a:pt x="4" y="95"/>
                  </a:cubicBezTo>
                  <a:cubicBezTo>
                    <a:pt x="6" y="82"/>
                    <a:pt x="19" y="74"/>
                    <a:pt x="20" y="61"/>
                  </a:cubicBezTo>
                  <a:cubicBezTo>
                    <a:pt x="23" y="58"/>
                    <a:pt x="22" y="60"/>
                    <a:pt x="26" y="58"/>
                  </a:cubicBezTo>
                  <a:cubicBezTo>
                    <a:pt x="25" y="45"/>
                    <a:pt x="33" y="34"/>
                    <a:pt x="31" y="23"/>
                  </a:cubicBezTo>
                  <a:cubicBezTo>
                    <a:pt x="30" y="12"/>
                    <a:pt x="19" y="8"/>
                    <a:pt x="19" y="0"/>
                  </a:cubicBezTo>
                  <a:cubicBezTo>
                    <a:pt x="36" y="7"/>
                    <a:pt x="41" y="36"/>
                    <a:pt x="33" y="57"/>
                  </a:cubicBezTo>
                  <a:cubicBezTo>
                    <a:pt x="34" y="60"/>
                    <a:pt x="40" y="59"/>
                    <a:pt x="41" y="63"/>
                  </a:cubicBezTo>
                  <a:cubicBezTo>
                    <a:pt x="43" y="69"/>
                    <a:pt x="40" y="75"/>
                    <a:pt x="36" y="80"/>
                  </a:cubicBezTo>
                  <a:cubicBezTo>
                    <a:pt x="27" y="79"/>
                    <a:pt x="20" y="74"/>
                    <a:pt x="26" y="67"/>
                  </a:cubicBezTo>
                  <a:cubicBezTo>
                    <a:pt x="1" y="88"/>
                    <a:pt x="14" y="148"/>
                    <a:pt x="64" y="132"/>
                  </a:cubicBezTo>
                  <a:cubicBezTo>
                    <a:pt x="54" y="118"/>
                    <a:pt x="73" y="97"/>
                    <a:pt x="84" y="112"/>
                  </a:cubicBezTo>
                  <a:cubicBezTo>
                    <a:pt x="86" y="123"/>
                    <a:pt x="81" y="126"/>
                    <a:pt x="77" y="131"/>
                  </a:cubicBezTo>
                  <a:cubicBezTo>
                    <a:pt x="101" y="137"/>
                    <a:pt x="133" y="102"/>
                    <a:pt x="152" y="129"/>
                  </a:cubicBezTo>
                  <a:cubicBezTo>
                    <a:pt x="143" y="117"/>
                    <a:pt x="124" y="124"/>
                    <a:pt x="114" y="131"/>
                  </a:cubicBezTo>
                  <a:cubicBezTo>
                    <a:pt x="116" y="126"/>
                    <a:pt x="123" y="126"/>
                    <a:pt x="127" y="122"/>
                  </a:cubicBezTo>
                  <a:close/>
                  <a:moveTo>
                    <a:pt x="74" y="128"/>
                  </a:moveTo>
                  <a:cubicBezTo>
                    <a:pt x="91" y="127"/>
                    <a:pt x="78" y="98"/>
                    <a:pt x="68" y="112"/>
                  </a:cubicBezTo>
                  <a:cubicBezTo>
                    <a:pt x="75" y="112"/>
                    <a:pt x="69" y="117"/>
                    <a:pt x="66" y="117"/>
                  </a:cubicBezTo>
                  <a:cubicBezTo>
                    <a:pt x="66" y="119"/>
                    <a:pt x="66" y="122"/>
                    <a:pt x="66" y="125"/>
                  </a:cubicBezTo>
                  <a:cubicBezTo>
                    <a:pt x="68" y="126"/>
                    <a:pt x="69" y="128"/>
                    <a:pt x="73" y="128"/>
                  </a:cubicBezTo>
                  <a:cubicBezTo>
                    <a:pt x="75" y="124"/>
                    <a:pt x="80" y="117"/>
                    <a:pt x="74" y="114"/>
                  </a:cubicBezTo>
                  <a:cubicBezTo>
                    <a:pt x="84" y="115"/>
                    <a:pt x="78" y="125"/>
                    <a:pt x="74" y="128"/>
                  </a:cubicBezTo>
                  <a:close/>
                  <a:moveTo>
                    <a:pt x="9" y="88"/>
                  </a:moveTo>
                  <a:cubicBezTo>
                    <a:pt x="0" y="121"/>
                    <a:pt x="28" y="148"/>
                    <a:pt x="56" y="135"/>
                  </a:cubicBezTo>
                  <a:cubicBezTo>
                    <a:pt x="20" y="145"/>
                    <a:pt x="13" y="115"/>
                    <a:pt x="9" y="88"/>
                  </a:cubicBezTo>
                  <a:close/>
                  <a:moveTo>
                    <a:pt x="37" y="61"/>
                  </a:moveTo>
                  <a:cubicBezTo>
                    <a:pt x="38" y="69"/>
                    <a:pt x="34" y="72"/>
                    <a:pt x="31" y="77"/>
                  </a:cubicBezTo>
                  <a:cubicBezTo>
                    <a:pt x="40" y="78"/>
                    <a:pt x="42" y="66"/>
                    <a:pt x="37" y="61"/>
                  </a:cubicBezTo>
                  <a:close/>
                  <a:moveTo>
                    <a:pt x="30" y="57"/>
                  </a:moveTo>
                  <a:cubicBezTo>
                    <a:pt x="30" y="49"/>
                    <a:pt x="38" y="40"/>
                    <a:pt x="33" y="31"/>
                  </a:cubicBezTo>
                  <a:cubicBezTo>
                    <a:pt x="34" y="41"/>
                    <a:pt x="26" y="49"/>
                    <a:pt x="30" y="57"/>
                  </a:cubicBezTo>
                  <a:close/>
                  <a:moveTo>
                    <a:pt x="30" y="61"/>
                  </a:moveTo>
                  <a:cubicBezTo>
                    <a:pt x="28" y="63"/>
                    <a:pt x="27" y="72"/>
                    <a:pt x="30" y="74"/>
                  </a:cubicBezTo>
                  <a:cubicBezTo>
                    <a:pt x="33" y="70"/>
                    <a:pt x="36" y="63"/>
                    <a:pt x="30" y="61"/>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18" name="Voľný tvar 46"/>
            <p:cNvSpPr>
              <a:spLocks noEditPoints="1"/>
            </p:cNvSpPr>
            <p:nvPr/>
          </p:nvSpPr>
          <p:spPr bwMode="auto">
            <a:xfrm>
              <a:off x="906463" y="5768975"/>
              <a:ext cx="341313" cy="323850"/>
            </a:xfrm>
            <a:custGeom>
              <a:avLst/>
              <a:gdLst>
                <a:gd name="T0" fmla="*/ 2 w 151"/>
                <a:gd name="T1" fmla="*/ 96 h 144"/>
                <a:gd name="T2" fmla="*/ 21 w 151"/>
                <a:gd name="T3" fmla="*/ 59 h 144"/>
                <a:gd name="T4" fmla="*/ 22 w 151"/>
                <a:gd name="T5" fmla="*/ 12 h 144"/>
                <a:gd name="T6" fmla="*/ 32 w 151"/>
                <a:gd name="T7" fmla="*/ 58 h 144"/>
                <a:gd name="T8" fmla="*/ 34 w 151"/>
                <a:gd name="T9" fmla="*/ 81 h 144"/>
                <a:gd name="T10" fmla="*/ 15 w 151"/>
                <a:gd name="T11" fmla="*/ 112 h 144"/>
                <a:gd name="T12" fmla="*/ 73 w 151"/>
                <a:gd name="T13" fmla="*/ 107 h 144"/>
                <a:gd name="T14" fmla="*/ 76 w 151"/>
                <a:gd name="T15" fmla="*/ 131 h 144"/>
                <a:gd name="T16" fmla="*/ 151 w 151"/>
                <a:gd name="T17" fmla="*/ 130 h 144"/>
                <a:gd name="T18" fmla="*/ 110 w 151"/>
                <a:gd name="T19" fmla="*/ 134 h 144"/>
                <a:gd name="T20" fmla="*/ 66 w 151"/>
                <a:gd name="T21" fmla="*/ 138 h 144"/>
                <a:gd name="T22" fmla="*/ 12 w 151"/>
                <a:gd name="T23" fmla="*/ 128 h 144"/>
                <a:gd name="T24" fmla="*/ 86 w 151"/>
                <a:gd name="T25" fmla="*/ 138 h 144"/>
                <a:gd name="T26" fmla="*/ 86 w 151"/>
                <a:gd name="T27" fmla="*/ 134 h 144"/>
                <a:gd name="T28" fmla="*/ 75 w 151"/>
                <a:gd name="T29" fmla="*/ 133 h 144"/>
                <a:gd name="T30" fmla="*/ 77 w 151"/>
                <a:gd name="T31" fmla="*/ 128 h 144"/>
                <a:gd name="T32" fmla="*/ 66 w 151"/>
                <a:gd name="T33" fmla="*/ 128 h 144"/>
                <a:gd name="T34" fmla="*/ 64 w 151"/>
                <a:gd name="T35" fmla="*/ 117 h 144"/>
                <a:gd name="T36" fmla="*/ 65 w 151"/>
                <a:gd name="T37" fmla="*/ 114 h 144"/>
                <a:gd name="T38" fmla="*/ 63 w 151"/>
                <a:gd name="T39" fmla="*/ 133 h 144"/>
                <a:gd name="T40" fmla="*/ 54 w 151"/>
                <a:gd name="T41" fmla="*/ 137 h 144"/>
                <a:gd name="T42" fmla="*/ 7 w 151"/>
                <a:gd name="T43" fmla="*/ 86 h 144"/>
                <a:gd name="T44" fmla="*/ 41 w 151"/>
                <a:gd name="T45" fmla="*/ 139 h 144"/>
                <a:gd name="T46" fmla="*/ 92 w 151"/>
                <a:gd name="T47" fmla="*/ 138 h 144"/>
                <a:gd name="T48" fmla="*/ 41 w 151"/>
                <a:gd name="T49" fmla="*/ 137 h 144"/>
                <a:gd name="T50" fmla="*/ 26 w 151"/>
                <a:gd name="T51" fmla="*/ 65 h 144"/>
                <a:gd name="T52" fmla="*/ 32 w 151"/>
                <a:gd name="T53" fmla="*/ 64 h 144"/>
                <a:gd name="T54" fmla="*/ 26 w 151"/>
                <a:gd name="T55" fmla="*/ 72 h 144"/>
                <a:gd name="T56" fmla="*/ 33 w 151"/>
                <a:gd name="T57" fmla="*/ 80 h 144"/>
                <a:gd name="T58" fmla="*/ 38 w 151"/>
                <a:gd name="T59" fmla="*/ 73 h 144"/>
                <a:gd name="T60" fmla="*/ 28 w 151"/>
                <a:gd name="T61" fmla="*/ 78 h 144"/>
                <a:gd name="T62" fmla="*/ 34 w 151"/>
                <a:gd name="T63" fmla="*/ 61 h 144"/>
                <a:gd name="T64" fmla="*/ 18 w 151"/>
                <a:gd name="T65" fmla="*/ 2 h 144"/>
                <a:gd name="T66" fmla="*/ 31 w 151"/>
                <a:gd name="T67" fmla="*/ 32 h 144"/>
                <a:gd name="T68" fmla="*/ 27 w 151"/>
                <a:gd name="T69" fmla="*/ 58 h 144"/>
                <a:gd name="T70" fmla="*/ 28 w 151"/>
                <a:gd name="T71" fmla="*/ 42 h 144"/>
                <a:gd name="T72" fmla="*/ 21 w 151"/>
                <a:gd name="T73" fmla="*/ 61 h 144"/>
                <a:gd name="T74" fmla="*/ 7 w 151"/>
                <a:gd name="T75" fmla="*/ 86 h 144"/>
                <a:gd name="T76" fmla="*/ 110 w 151"/>
                <a:gd name="T77" fmla="*/ 131 h 144"/>
                <a:gd name="T78" fmla="*/ 121 w 151"/>
                <a:gd name="T79" fmla="*/ 123 h 144"/>
                <a:gd name="T80" fmla="*/ 67 w 151"/>
                <a:gd name="T81" fmla="*/ 127 h 144"/>
                <a:gd name="T82" fmla="*/ 74 w 151"/>
                <a:gd name="T83" fmla="*/ 118 h 144"/>
                <a:gd name="T84" fmla="*/ 64 w 151"/>
                <a:gd name="T85" fmla="*/ 118 h 144"/>
                <a:gd name="T86" fmla="*/ 75 w 151"/>
                <a:gd name="T87" fmla="*/ 118 h 144"/>
                <a:gd name="T88" fmla="*/ 70 w 151"/>
                <a:gd name="T89" fmla="*/ 114 h 144"/>
                <a:gd name="T90" fmla="*/ 79 w 151"/>
                <a:gd name="T91" fmla="*/ 120 h 144"/>
                <a:gd name="T92" fmla="*/ 122 w 151"/>
                <a:gd name="T93" fmla="*/ 122 h 144"/>
                <a:gd name="T94" fmla="*/ 123 w 151"/>
                <a:gd name="T95" fmla="*/ 125 h 144"/>
                <a:gd name="T96" fmla="*/ 122 w 151"/>
                <a:gd name="T97" fmla="*/ 122 h 144"/>
                <a:gd name="T98" fmla="*/ 81 w 151"/>
                <a:gd name="T99" fmla="*/ 114 h 144"/>
                <a:gd name="T100" fmla="*/ 32 w 151"/>
                <a:gd name="T101" fmla="*/ 74 h 144"/>
                <a:gd name="T102" fmla="*/ 28 w 151"/>
                <a:gd name="T103" fmla="*/ 63 h 144"/>
                <a:gd name="T104" fmla="*/ 28 w 151"/>
                <a:gd name="T105" fmla="*/ 63 h 144"/>
                <a:gd name="T106" fmla="*/ 29 w 151"/>
                <a:gd name="T107" fmla="*/ 4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1" h="144">
                  <a:moveTo>
                    <a:pt x="47" y="144"/>
                  </a:moveTo>
                  <a:cubicBezTo>
                    <a:pt x="46" y="144"/>
                    <a:pt x="46" y="144"/>
                    <a:pt x="46" y="144"/>
                  </a:cubicBezTo>
                  <a:cubicBezTo>
                    <a:pt x="32" y="144"/>
                    <a:pt x="19" y="139"/>
                    <a:pt x="11" y="129"/>
                  </a:cubicBezTo>
                  <a:cubicBezTo>
                    <a:pt x="3" y="121"/>
                    <a:pt x="0" y="109"/>
                    <a:pt x="2" y="96"/>
                  </a:cubicBezTo>
                  <a:cubicBezTo>
                    <a:pt x="3" y="90"/>
                    <a:pt x="6" y="84"/>
                    <a:pt x="10" y="79"/>
                  </a:cubicBezTo>
                  <a:cubicBezTo>
                    <a:pt x="13" y="73"/>
                    <a:pt x="17" y="68"/>
                    <a:pt x="17" y="62"/>
                  </a:cubicBezTo>
                  <a:cubicBezTo>
                    <a:pt x="17" y="62"/>
                    <a:pt x="17" y="62"/>
                    <a:pt x="17" y="62"/>
                  </a:cubicBezTo>
                  <a:cubicBezTo>
                    <a:pt x="19" y="60"/>
                    <a:pt x="20" y="59"/>
                    <a:pt x="21" y="59"/>
                  </a:cubicBezTo>
                  <a:cubicBezTo>
                    <a:pt x="21" y="59"/>
                    <a:pt x="22" y="59"/>
                    <a:pt x="23" y="59"/>
                  </a:cubicBezTo>
                  <a:cubicBezTo>
                    <a:pt x="23" y="53"/>
                    <a:pt x="24" y="47"/>
                    <a:pt x="26" y="41"/>
                  </a:cubicBezTo>
                  <a:cubicBezTo>
                    <a:pt x="28" y="35"/>
                    <a:pt x="30" y="30"/>
                    <a:pt x="29" y="24"/>
                  </a:cubicBezTo>
                  <a:cubicBezTo>
                    <a:pt x="28" y="19"/>
                    <a:pt x="25" y="15"/>
                    <a:pt x="22" y="12"/>
                  </a:cubicBezTo>
                  <a:cubicBezTo>
                    <a:pt x="19" y="8"/>
                    <a:pt x="16" y="5"/>
                    <a:pt x="16" y="1"/>
                  </a:cubicBezTo>
                  <a:cubicBezTo>
                    <a:pt x="16" y="0"/>
                    <a:pt x="16" y="0"/>
                    <a:pt x="16" y="0"/>
                  </a:cubicBezTo>
                  <a:cubicBezTo>
                    <a:pt x="17" y="0"/>
                    <a:pt x="17" y="0"/>
                    <a:pt x="17" y="0"/>
                  </a:cubicBezTo>
                  <a:cubicBezTo>
                    <a:pt x="35" y="8"/>
                    <a:pt x="40" y="37"/>
                    <a:pt x="32" y="58"/>
                  </a:cubicBezTo>
                  <a:cubicBezTo>
                    <a:pt x="32" y="59"/>
                    <a:pt x="34" y="59"/>
                    <a:pt x="35" y="60"/>
                  </a:cubicBezTo>
                  <a:cubicBezTo>
                    <a:pt x="37" y="61"/>
                    <a:pt x="39" y="61"/>
                    <a:pt x="40" y="63"/>
                  </a:cubicBezTo>
                  <a:cubicBezTo>
                    <a:pt x="43" y="72"/>
                    <a:pt x="37" y="78"/>
                    <a:pt x="34" y="81"/>
                  </a:cubicBezTo>
                  <a:cubicBezTo>
                    <a:pt x="34" y="81"/>
                    <a:pt x="34" y="81"/>
                    <a:pt x="34" y="81"/>
                  </a:cubicBezTo>
                  <a:cubicBezTo>
                    <a:pt x="34" y="81"/>
                    <a:pt x="34" y="81"/>
                    <a:pt x="34" y="81"/>
                  </a:cubicBezTo>
                  <a:cubicBezTo>
                    <a:pt x="28" y="81"/>
                    <a:pt x="23" y="79"/>
                    <a:pt x="22" y="76"/>
                  </a:cubicBezTo>
                  <a:cubicBezTo>
                    <a:pt x="21" y="75"/>
                    <a:pt x="21" y="73"/>
                    <a:pt x="21" y="71"/>
                  </a:cubicBezTo>
                  <a:cubicBezTo>
                    <a:pt x="12" y="82"/>
                    <a:pt x="10" y="98"/>
                    <a:pt x="15" y="112"/>
                  </a:cubicBezTo>
                  <a:cubicBezTo>
                    <a:pt x="20" y="127"/>
                    <a:pt x="32" y="135"/>
                    <a:pt x="46" y="135"/>
                  </a:cubicBezTo>
                  <a:cubicBezTo>
                    <a:pt x="51" y="135"/>
                    <a:pt x="56" y="134"/>
                    <a:pt x="61" y="133"/>
                  </a:cubicBezTo>
                  <a:cubicBezTo>
                    <a:pt x="58" y="128"/>
                    <a:pt x="57" y="122"/>
                    <a:pt x="60" y="116"/>
                  </a:cubicBezTo>
                  <a:cubicBezTo>
                    <a:pt x="63" y="111"/>
                    <a:pt x="68" y="107"/>
                    <a:pt x="73" y="107"/>
                  </a:cubicBezTo>
                  <a:cubicBezTo>
                    <a:pt x="75" y="107"/>
                    <a:pt x="79" y="108"/>
                    <a:pt x="83" y="113"/>
                  </a:cubicBezTo>
                  <a:cubicBezTo>
                    <a:pt x="83" y="113"/>
                    <a:pt x="83" y="113"/>
                    <a:pt x="83" y="113"/>
                  </a:cubicBezTo>
                  <a:cubicBezTo>
                    <a:pt x="84" y="122"/>
                    <a:pt x="81" y="126"/>
                    <a:pt x="77" y="130"/>
                  </a:cubicBezTo>
                  <a:cubicBezTo>
                    <a:pt x="77" y="130"/>
                    <a:pt x="77" y="131"/>
                    <a:pt x="76" y="131"/>
                  </a:cubicBezTo>
                  <a:cubicBezTo>
                    <a:pt x="78" y="132"/>
                    <a:pt x="80" y="132"/>
                    <a:pt x="82" y="132"/>
                  </a:cubicBezTo>
                  <a:cubicBezTo>
                    <a:pt x="90" y="132"/>
                    <a:pt x="98" y="129"/>
                    <a:pt x="107" y="125"/>
                  </a:cubicBezTo>
                  <a:cubicBezTo>
                    <a:pt x="115" y="122"/>
                    <a:pt x="123" y="119"/>
                    <a:pt x="131" y="119"/>
                  </a:cubicBezTo>
                  <a:cubicBezTo>
                    <a:pt x="139" y="119"/>
                    <a:pt x="146" y="123"/>
                    <a:pt x="151" y="130"/>
                  </a:cubicBezTo>
                  <a:cubicBezTo>
                    <a:pt x="150" y="131"/>
                    <a:pt x="150" y="131"/>
                    <a:pt x="150" y="131"/>
                  </a:cubicBezTo>
                  <a:cubicBezTo>
                    <a:pt x="146" y="127"/>
                    <a:pt x="142" y="124"/>
                    <a:pt x="136" y="124"/>
                  </a:cubicBezTo>
                  <a:cubicBezTo>
                    <a:pt x="126" y="124"/>
                    <a:pt x="115" y="131"/>
                    <a:pt x="112" y="132"/>
                  </a:cubicBezTo>
                  <a:cubicBezTo>
                    <a:pt x="110" y="134"/>
                    <a:pt x="110" y="134"/>
                    <a:pt x="110" y="134"/>
                  </a:cubicBezTo>
                  <a:cubicBezTo>
                    <a:pt x="110" y="133"/>
                    <a:pt x="110" y="133"/>
                    <a:pt x="110" y="133"/>
                  </a:cubicBezTo>
                  <a:cubicBezTo>
                    <a:pt x="105" y="137"/>
                    <a:pt x="99" y="139"/>
                    <a:pt x="90" y="139"/>
                  </a:cubicBezTo>
                  <a:cubicBezTo>
                    <a:pt x="86" y="139"/>
                    <a:pt x="82" y="139"/>
                    <a:pt x="78" y="139"/>
                  </a:cubicBezTo>
                  <a:cubicBezTo>
                    <a:pt x="74" y="138"/>
                    <a:pt x="70" y="138"/>
                    <a:pt x="66" y="138"/>
                  </a:cubicBezTo>
                  <a:cubicBezTo>
                    <a:pt x="58" y="138"/>
                    <a:pt x="52" y="140"/>
                    <a:pt x="47" y="144"/>
                  </a:cubicBezTo>
                  <a:close/>
                  <a:moveTo>
                    <a:pt x="7" y="86"/>
                  </a:moveTo>
                  <a:cubicBezTo>
                    <a:pt x="5" y="89"/>
                    <a:pt x="4" y="93"/>
                    <a:pt x="3" y="96"/>
                  </a:cubicBezTo>
                  <a:cubicBezTo>
                    <a:pt x="2" y="109"/>
                    <a:pt x="5" y="120"/>
                    <a:pt x="12" y="128"/>
                  </a:cubicBezTo>
                  <a:cubicBezTo>
                    <a:pt x="20" y="137"/>
                    <a:pt x="32" y="142"/>
                    <a:pt x="46" y="142"/>
                  </a:cubicBezTo>
                  <a:cubicBezTo>
                    <a:pt x="51" y="138"/>
                    <a:pt x="57" y="136"/>
                    <a:pt x="66" y="136"/>
                  </a:cubicBezTo>
                  <a:cubicBezTo>
                    <a:pt x="70" y="136"/>
                    <a:pt x="74" y="137"/>
                    <a:pt x="78" y="137"/>
                  </a:cubicBezTo>
                  <a:cubicBezTo>
                    <a:pt x="81" y="137"/>
                    <a:pt x="83" y="138"/>
                    <a:pt x="86" y="138"/>
                  </a:cubicBezTo>
                  <a:cubicBezTo>
                    <a:pt x="84" y="137"/>
                    <a:pt x="83" y="136"/>
                    <a:pt x="81" y="135"/>
                  </a:cubicBezTo>
                  <a:cubicBezTo>
                    <a:pt x="80" y="133"/>
                    <a:pt x="80" y="133"/>
                    <a:pt x="80" y="133"/>
                  </a:cubicBezTo>
                  <a:cubicBezTo>
                    <a:pt x="82" y="134"/>
                    <a:pt x="82" y="134"/>
                    <a:pt x="82" y="134"/>
                  </a:cubicBezTo>
                  <a:cubicBezTo>
                    <a:pt x="83" y="134"/>
                    <a:pt x="84" y="134"/>
                    <a:pt x="86" y="134"/>
                  </a:cubicBezTo>
                  <a:cubicBezTo>
                    <a:pt x="92" y="134"/>
                    <a:pt x="99" y="131"/>
                    <a:pt x="105" y="128"/>
                  </a:cubicBezTo>
                  <a:cubicBezTo>
                    <a:pt x="105" y="128"/>
                    <a:pt x="105" y="128"/>
                    <a:pt x="105" y="128"/>
                  </a:cubicBezTo>
                  <a:cubicBezTo>
                    <a:pt x="97" y="131"/>
                    <a:pt x="89" y="133"/>
                    <a:pt x="82" y="133"/>
                  </a:cubicBezTo>
                  <a:cubicBezTo>
                    <a:pt x="79" y="133"/>
                    <a:pt x="77" y="133"/>
                    <a:pt x="75" y="133"/>
                  </a:cubicBezTo>
                  <a:cubicBezTo>
                    <a:pt x="74" y="132"/>
                    <a:pt x="74" y="132"/>
                    <a:pt x="74" y="132"/>
                  </a:cubicBezTo>
                  <a:cubicBezTo>
                    <a:pt x="74" y="131"/>
                    <a:pt x="74" y="131"/>
                    <a:pt x="74" y="131"/>
                  </a:cubicBezTo>
                  <a:cubicBezTo>
                    <a:pt x="75" y="131"/>
                    <a:pt x="76" y="130"/>
                    <a:pt x="76" y="129"/>
                  </a:cubicBezTo>
                  <a:cubicBezTo>
                    <a:pt x="77" y="129"/>
                    <a:pt x="77" y="128"/>
                    <a:pt x="77" y="128"/>
                  </a:cubicBezTo>
                  <a:cubicBezTo>
                    <a:pt x="76" y="129"/>
                    <a:pt x="74" y="130"/>
                    <a:pt x="72" y="130"/>
                  </a:cubicBezTo>
                  <a:cubicBezTo>
                    <a:pt x="70" y="130"/>
                    <a:pt x="70" y="130"/>
                    <a:pt x="70" y="130"/>
                  </a:cubicBezTo>
                  <a:cubicBezTo>
                    <a:pt x="70" y="130"/>
                    <a:pt x="70" y="130"/>
                    <a:pt x="70" y="130"/>
                  </a:cubicBezTo>
                  <a:cubicBezTo>
                    <a:pt x="68" y="130"/>
                    <a:pt x="67" y="129"/>
                    <a:pt x="66" y="128"/>
                  </a:cubicBezTo>
                  <a:cubicBezTo>
                    <a:pt x="65" y="128"/>
                    <a:pt x="64" y="127"/>
                    <a:pt x="63" y="127"/>
                  </a:cubicBezTo>
                  <a:cubicBezTo>
                    <a:pt x="63" y="127"/>
                    <a:pt x="63" y="127"/>
                    <a:pt x="63" y="127"/>
                  </a:cubicBezTo>
                  <a:cubicBezTo>
                    <a:pt x="63" y="117"/>
                    <a:pt x="63" y="117"/>
                    <a:pt x="63" y="117"/>
                  </a:cubicBezTo>
                  <a:cubicBezTo>
                    <a:pt x="64" y="117"/>
                    <a:pt x="64" y="117"/>
                    <a:pt x="64" y="117"/>
                  </a:cubicBezTo>
                  <a:cubicBezTo>
                    <a:pt x="64" y="117"/>
                    <a:pt x="64" y="117"/>
                    <a:pt x="64" y="117"/>
                  </a:cubicBezTo>
                  <a:cubicBezTo>
                    <a:pt x="66" y="117"/>
                    <a:pt x="68" y="115"/>
                    <a:pt x="68" y="114"/>
                  </a:cubicBezTo>
                  <a:cubicBezTo>
                    <a:pt x="68" y="114"/>
                    <a:pt x="68" y="114"/>
                    <a:pt x="66" y="114"/>
                  </a:cubicBezTo>
                  <a:cubicBezTo>
                    <a:pt x="65" y="114"/>
                    <a:pt x="65" y="114"/>
                    <a:pt x="65" y="114"/>
                  </a:cubicBezTo>
                  <a:cubicBezTo>
                    <a:pt x="66" y="113"/>
                    <a:pt x="66" y="113"/>
                    <a:pt x="66" y="113"/>
                  </a:cubicBezTo>
                  <a:cubicBezTo>
                    <a:pt x="67" y="110"/>
                    <a:pt x="69" y="109"/>
                    <a:pt x="71" y="109"/>
                  </a:cubicBezTo>
                  <a:cubicBezTo>
                    <a:pt x="67" y="110"/>
                    <a:pt x="64" y="113"/>
                    <a:pt x="62" y="117"/>
                  </a:cubicBezTo>
                  <a:cubicBezTo>
                    <a:pt x="59" y="122"/>
                    <a:pt x="59" y="128"/>
                    <a:pt x="63" y="133"/>
                  </a:cubicBezTo>
                  <a:cubicBezTo>
                    <a:pt x="63" y="134"/>
                    <a:pt x="63" y="134"/>
                    <a:pt x="63" y="134"/>
                  </a:cubicBezTo>
                  <a:cubicBezTo>
                    <a:pt x="62" y="134"/>
                    <a:pt x="62" y="134"/>
                    <a:pt x="62" y="134"/>
                  </a:cubicBezTo>
                  <a:cubicBezTo>
                    <a:pt x="59" y="135"/>
                    <a:pt x="56" y="136"/>
                    <a:pt x="54" y="136"/>
                  </a:cubicBezTo>
                  <a:cubicBezTo>
                    <a:pt x="54" y="137"/>
                    <a:pt x="54" y="137"/>
                    <a:pt x="54" y="137"/>
                  </a:cubicBezTo>
                  <a:cubicBezTo>
                    <a:pt x="49" y="139"/>
                    <a:pt x="44" y="140"/>
                    <a:pt x="39" y="140"/>
                  </a:cubicBezTo>
                  <a:cubicBezTo>
                    <a:pt x="29" y="140"/>
                    <a:pt x="19" y="135"/>
                    <a:pt x="13" y="127"/>
                  </a:cubicBezTo>
                  <a:cubicBezTo>
                    <a:pt x="5" y="116"/>
                    <a:pt x="2" y="103"/>
                    <a:pt x="6" y="89"/>
                  </a:cubicBezTo>
                  <a:lnTo>
                    <a:pt x="7" y="86"/>
                  </a:lnTo>
                  <a:close/>
                  <a:moveTo>
                    <a:pt x="7" y="93"/>
                  </a:moveTo>
                  <a:cubicBezTo>
                    <a:pt x="4" y="105"/>
                    <a:pt x="7" y="117"/>
                    <a:pt x="14" y="126"/>
                  </a:cubicBezTo>
                  <a:cubicBezTo>
                    <a:pt x="21" y="135"/>
                    <a:pt x="31" y="139"/>
                    <a:pt x="41" y="139"/>
                  </a:cubicBezTo>
                  <a:cubicBezTo>
                    <a:pt x="41" y="139"/>
                    <a:pt x="41" y="139"/>
                    <a:pt x="41" y="139"/>
                  </a:cubicBezTo>
                  <a:cubicBezTo>
                    <a:pt x="16" y="139"/>
                    <a:pt x="10" y="113"/>
                    <a:pt x="7" y="93"/>
                  </a:cubicBezTo>
                  <a:close/>
                  <a:moveTo>
                    <a:pt x="108" y="133"/>
                  </a:moveTo>
                  <a:cubicBezTo>
                    <a:pt x="106" y="133"/>
                    <a:pt x="104" y="134"/>
                    <a:pt x="102" y="135"/>
                  </a:cubicBezTo>
                  <a:cubicBezTo>
                    <a:pt x="99" y="136"/>
                    <a:pt x="95" y="137"/>
                    <a:pt x="92" y="138"/>
                  </a:cubicBezTo>
                  <a:cubicBezTo>
                    <a:pt x="99" y="138"/>
                    <a:pt x="104" y="136"/>
                    <a:pt x="108" y="133"/>
                  </a:cubicBezTo>
                  <a:close/>
                  <a:moveTo>
                    <a:pt x="7" y="86"/>
                  </a:moveTo>
                  <a:cubicBezTo>
                    <a:pt x="7" y="89"/>
                    <a:pt x="7" y="89"/>
                    <a:pt x="7" y="89"/>
                  </a:cubicBezTo>
                  <a:cubicBezTo>
                    <a:pt x="12" y="114"/>
                    <a:pt x="17" y="137"/>
                    <a:pt x="41" y="137"/>
                  </a:cubicBezTo>
                  <a:cubicBezTo>
                    <a:pt x="43" y="137"/>
                    <a:pt x="45" y="137"/>
                    <a:pt x="48" y="137"/>
                  </a:cubicBezTo>
                  <a:cubicBezTo>
                    <a:pt x="32" y="137"/>
                    <a:pt x="19" y="128"/>
                    <a:pt x="13" y="113"/>
                  </a:cubicBezTo>
                  <a:cubicBezTo>
                    <a:pt x="7" y="96"/>
                    <a:pt x="12" y="77"/>
                    <a:pt x="23" y="67"/>
                  </a:cubicBezTo>
                  <a:cubicBezTo>
                    <a:pt x="26" y="65"/>
                    <a:pt x="26" y="65"/>
                    <a:pt x="26" y="65"/>
                  </a:cubicBezTo>
                  <a:cubicBezTo>
                    <a:pt x="26" y="63"/>
                    <a:pt x="27" y="62"/>
                    <a:pt x="27" y="62"/>
                  </a:cubicBezTo>
                  <a:cubicBezTo>
                    <a:pt x="28" y="61"/>
                    <a:pt x="28" y="61"/>
                    <a:pt x="28" y="61"/>
                  </a:cubicBezTo>
                  <a:cubicBezTo>
                    <a:pt x="28" y="61"/>
                    <a:pt x="28" y="61"/>
                    <a:pt x="28" y="61"/>
                  </a:cubicBezTo>
                  <a:cubicBezTo>
                    <a:pt x="30" y="62"/>
                    <a:pt x="31" y="63"/>
                    <a:pt x="32" y="64"/>
                  </a:cubicBezTo>
                  <a:cubicBezTo>
                    <a:pt x="33" y="68"/>
                    <a:pt x="30" y="73"/>
                    <a:pt x="29" y="75"/>
                  </a:cubicBezTo>
                  <a:cubicBezTo>
                    <a:pt x="28" y="76"/>
                    <a:pt x="28" y="76"/>
                    <a:pt x="28" y="76"/>
                  </a:cubicBezTo>
                  <a:cubicBezTo>
                    <a:pt x="28" y="76"/>
                    <a:pt x="28" y="76"/>
                    <a:pt x="28" y="76"/>
                  </a:cubicBezTo>
                  <a:cubicBezTo>
                    <a:pt x="27" y="75"/>
                    <a:pt x="26" y="74"/>
                    <a:pt x="26" y="72"/>
                  </a:cubicBezTo>
                  <a:cubicBezTo>
                    <a:pt x="25" y="70"/>
                    <a:pt x="26" y="68"/>
                    <a:pt x="26" y="66"/>
                  </a:cubicBezTo>
                  <a:cubicBezTo>
                    <a:pt x="24" y="68"/>
                    <a:pt x="24" y="68"/>
                    <a:pt x="24" y="68"/>
                  </a:cubicBezTo>
                  <a:cubicBezTo>
                    <a:pt x="22" y="71"/>
                    <a:pt x="22" y="73"/>
                    <a:pt x="23" y="75"/>
                  </a:cubicBezTo>
                  <a:cubicBezTo>
                    <a:pt x="24" y="78"/>
                    <a:pt x="28" y="80"/>
                    <a:pt x="33" y="80"/>
                  </a:cubicBezTo>
                  <a:cubicBezTo>
                    <a:pt x="36" y="77"/>
                    <a:pt x="41" y="71"/>
                    <a:pt x="39" y="64"/>
                  </a:cubicBezTo>
                  <a:cubicBezTo>
                    <a:pt x="38" y="63"/>
                    <a:pt x="37" y="62"/>
                    <a:pt x="35" y="62"/>
                  </a:cubicBezTo>
                  <a:cubicBezTo>
                    <a:pt x="36" y="62"/>
                    <a:pt x="36" y="62"/>
                    <a:pt x="36" y="62"/>
                  </a:cubicBezTo>
                  <a:cubicBezTo>
                    <a:pt x="38" y="64"/>
                    <a:pt x="39" y="69"/>
                    <a:pt x="38" y="73"/>
                  </a:cubicBezTo>
                  <a:cubicBezTo>
                    <a:pt x="36" y="77"/>
                    <a:pt x="34" y="79"/>
                    <a:pt x="30" y="79"/>
                  </a:cubicBezTo>
                  <a:cubicBezTo>
                    <a:pt x="30" y="79"/>
                    <a:pt x="30" y="79"/>
                    <a:pt x="30" y="79"/>
                  </a:cubicBezTo>
                  <a:cubicBezTo>
                    <a:pt x="30" y="79"/>
                    <a:pt x="30" y="79"/>
                    <a:pt x="29" y="79"/>
                  </a:cubicBezTo>
                  <a:cubicBezTo>
                    <a:pt x="28" y="78"/>
                    <a:pt x="28" y="78"/>
                    <a:pt x="28" y="78"/>
                  </a:cubicBezTo>
                  <a:cubicBezTo>
                    <a:pt x="29" y="78"/>
                    <a:pt x="29" y="78"/>
                    <a:pt x="29" y="78"/>
                  </a:cubicBezTo>
                  <a:cubicBezTo>
                    <a:pt x="29" y="76"/>
                    <a:pt x="30" y="75"/>
                    <a:pt x="31" y="74"/>
                  </a:cubicBezTo>
                  <a:cubicBezTo>
                    <a:pt x="33" y="71"/>
                    <a:pt x="35" y="68"/>
                    <a:pt x="34" y="62"/>
                  </a:cubicBezTo>
                  <a:cubicBezTo>
                    <a:pt x="34" y="61"/>
                    <a:pt x="34" y="61"/>
                    <a:pt x="34" y="61"/>
                  </a:cubicBezTo>
                  <a:cubicBezTo>
                    <a:pt x="33" y="61"/>
                    <a:pt x="31" y="60"/>
                    <a:pt x="30" y="58"/>
                  </a:cubicBezTo>
                  <a:cubicBezTo>
                    <a:pt x="30" y="58"/>
                    <a:pt x="30" y="58"/>
                    <a:pt x="30" y="58"/>
                  </a:cubicBezTo>
                  <a:cubicBezTo>
                    <a:pt x="30" y="58"/>
                    <a:pt x="30" y="58"/>
                    <a:pt x="30" y="58"/>
                  </a:cubicBezTo>
                  <a:cubicBezTo>
                    <a:pt x="38" y="39"/>
                    <a:pt x="34" y="10"/>
                    <a:pt x="18" y="2"/>
                  </a:cubicBezTo>
                  <a:cubicBezTo>
                    <a:pt x="18" y="5"/>
                    <a:pt x="20" y="8"/>
                    <a:pt x="23" y="11"/>
                  </a:cubicBezTo>
                  <a:cubicBezTo>
                    <a:pt x="26" y="14"/>
                    <a:pt x="29" y="18"/>
                    <a:pt x="30" y="24"/>
                  </a:cubicBezTo>
                  <a:cubicBezTo>
                    <a:pt x="30" y="26"/>
                    <a:pt x="30" y="28"/>
                    <a:pt x="30" y="30"/>
                  </a:cubicBezTo>
                  <a:cubicBezTo>
                    <a:pt x="31" y="32"/>
                    <a:pt x="31" y="32"/>
                    <a:pt x="31" y="32"/>
                  </a:cubicBezTo>
                  <a:cubicBezTo>
                    <a:pt x="35" y="38"/>
                    <a:pt x="33" y="44"/>
                    <a:pt x="31" y="49"/>
                  </a:cubicBezTo>
                  <a:cubicBezTo>
                    <a:pt x="30" y="52"/>
                    <a:pt x="29" y="55"/>
                    <a:pt x="29" y="58"/>
                  </a:cubicBezTo>
                  <a:cubicBezTo>
                    <a:pt x="29" y="61"/>
                    <a:pt x="29" y="61"/>
                    <a:pt x="29" y="61"/>
                  </a:cubicBezTo>
                  <a:cubicBezTo>
                    <a:pt x="27" y="58"/>
                    <a:pt x="27" y="58"/>
                    <a:pt x="27" y="58"/>
                  </a:cubicBezTo>
                  <a:cubicBezTo>
                    <a:pt x="25" y="53"/>
                    <a:pt x="26" y="49"/>
                    <a:pt x="28" y="44"/>
                  </a:cubicBezTo>
                  <a:cubicBezTo>
                    <a:pt x="29" y="40"/>
                    <a:pt x="31" y="36"/>
                    <a:pt x="30" y="32"/>
                  </a:cubicBezTo>
                  <a:cubicBezTo>
                    <a:pt x="30" y="32"/>
                    <a:pt x="30" y="32"/>
                    <a:pt x="30" y="32"/>
                  </a:cubicBezTo>
                  <a:cubicBezTo>
                    <a:pt x="30" y="35"/>
                    <a:pt x="29" y="38"/>
                    <a:pt x="28" y="42"/>
                  </a:cubicBezTo>
                  <a:cubicBezTo>
                    <a:pt x="26" y="47"/>
                    <a:pt x="24" y="53"/>
                    <a:pt x="24" y="59"/>
                  </a:cubicBezTo>
                  <a:cubicBezTo>
                    <a:pt x="25" y="60"/>
                    <a:pt x="25" y="60"/>
                    <a:pt x="25" y="60"/>
                  </a:cubicBezTo>
                  <a:cubicBezTo>
                    <a:pt x="24" y="60"/>
                    <a:pt x="24" y="60"/>
                    <a:pt x="24" y="60"/>
                  </a:cubicBezTo>
                  <a:cubicBezTo>
                    <a:pt x="23" y="61"/>
                    <a:pt x="22" y="61"/>
                    <a:pt x="21" y="61"/>
                  </a:cubicBezTo>
                  <a:cubicBezTo>
                    <a:pt x="21" y="61"/>
                    <a:pt x="21" y="61"/>
                    <a:pt x="21" y="61"/>
                  </a:cubicBezTo>
                  <a:cubicBezTo>
                    <a:pt x="20" y="61"/>
                    <a:pt x="20" y="61"/>
                    <a:pt x="19" y="62"/>
                  </a:cubicBezTo>
                  <a:cubicBezTo>
                    <a:pt x="18" y="69"/>
                    <a:pt x="14" y="74"/>
                    <a:pt x="11" y="79"/>
                  </a:cubicBezTo>
                  <a:cubicBezTo>
                    <a:pt x="10" y="82"/>
                    <a:pt x="8" y="84"/>
                    <a:pt x="7" y="86"/>
                  </a:cubicBezTo>
                  <a:close/>
                  <a:moveTo>
                    <a:pt x="85" y="136"/>
                  </a:moveTo>
                  <a:cubicBezTo>
                    <a:pt x="86" y="136"/>
                    <a:pt x="87" y="137"/>
                    <a:pt x="89" y="137"/>
                  </a:cubicBezTo>
                  <a:cubicBezTo>
                    <a:pt x="93" y="137"/>
                    <a:pt x="97" y="135"/>
                    <a:pt x="101" y="133"/>
                  </a:cubicBezTo>
                  <a:cubicBezTo>
                    <a:pt x="105" y="132"/>
                    <a:pt x="108" y="131"/>
                    <a:pt x="110" y="131"/>
                  </a:cubicBezTo>
                  <a:cubicBezTo>
                    <a:pt x="111" y="131"/>
                    <a:pt x="111" y="131"/>
                    <a:pt x="111" y="131"/>
                  </a:cubicBezTo>
                  <a:cubicBezTo>
                    <a:pt x="113" y="129"/>
                    <a:pt x="116" y="127"/>
                    <a:pt x="118" y="126"/>
                  </a:cubicBezTo>
                  <a:cubicBezTo>
                    <a:pt x="120" y="125"/>
                    <a:pt x="122" y="125"/>
                    <a:pt x="123" y="124"/>
                  </a:cubicBezTo>
                  <a:cubicBezTo>
                    <a:pt x="122" y="124"/>
                    <a:pt x="122" y="123"/>
                    <a:pt x="121" y="123"/>
                  </a:cubicBezTo>
                  <a:cubicBezTo>
                    <a:pt x="117" y="123"/>
                    <a:pt x="111" y="126"/>
                    <a:pt x="106" y="129"/>
                  </a:cubicBezTo>
                  <a:cubicBezTo>
                    <a:pt x="99" y="132"/>
                    <a:pt x="92" y="136"/>
                    <a:pt x="85" y="136"/>
                  </a:cubicBezTo>
                  <a:close/>
                  <a:moveTo>
                    <a:pt x="64" y="126"/>
                  </a:moveTo>
                  <a:cubicBezTo>
                    <a:pt x="65" y="126"/>
                    <a:pt x="66" y="126"/>
                    <a:pt x="67" y="127"/>
                  </a:cubicBezTo>
                  <a:cubicBezTo>
                    <a:pt x="68" y="128"/>
                    <a:pt x="69" y="128"/>
                    <a:pt x="70" y="128"/>
                  </a:cubicBezTo>
                  <a:cubicBezTo>
                    <a:pt x="70" y="128"/>
                    <a:pt x="70" y="128"/>
                    <a:pt x="70" y="128"/>
                  </a:cubicBezTo>
                  <a:cubicBezTo>
                    <a:pt x="70" y="128"/>
                    <a:pt x="71" y="128"/>
                    <a:pt x="71" y="127"/>
                  </a:cubicBezTo>
                  <a:cubicBezTo>
                    <a:pt x="72" y="125"/>
                    <a:pt x="75" y="121"/>
                    <a:pt x="74" y="118"/>
                  </a:cubicBezTo>
                  <a:cubicBezTo>
                    <a:pt x="74" y="117"/>
                    <a:pt x="73" y="116"/>
                    <a:pt x="72" y="115"/>
                  </a:cubicBezTo>
                  <a:cubicBezTo>
                    <a:pt x="70" y="114"/>
                    <a:pt x="70" y="114"/>
                    <a:pt x="70" y="114"/>
                  </a:cubicBezTo>
                  <a:cubicBezTo>
                    <a:pt x="70" y="114"/>
                    <a:pt x="70" y="114"/>
                    <a:pt x="70" y="114"/>
                  </a:cubicBezTo>
                  <a:cubicBezTo>
                    <a:pt x="70" y="116"/>
                    <a:pt x="67" y="118"/>
                    <a:pt x="64" y="118"/>
                  </a:cubicBezTo>
                  <a:cubicBezTo>
                    <a:pt x="64" y="118"/>
                    <a:pt x="64" y="118"/>
                    <a:pt x="64" y="118"/>
                  </a:cubicBezTo>
                  <a:lnTo>
                    <a:pt x="64" y="126"/>
                  </a:lnTo>
                  <a:close/>
                  <a:moveTo>
                    <a:pt x="75" y="116"/>
                  </a:moveTo>
                  <a:cubicBezTo>
                    <a:pt x="75" y="117"/>
                    <a:pt x="75" y="117"/>
                    <a:pt x="75" y="118"/>
                  </a:cubicBezTo>
                  <a:cubicBezTo>
                    <a:pt x="76" y="121"/>
                    <a:pt x="74" y="125"/>
                    <a:pt x="72" y="128"/>
                  </a:cubicBezTo>
                  <a:cubicBezTo>
                    <a:pt x="75" y="126"/>
                    <a:pt x="77" y="121"/>
                    <a:pt x="77" y="118"/>
                  </a:cubicBezTo>
                  <a:cubicBezTo>
                    <a:pt x="76" y="118"/>
                    <a:pt x="76" y="117"/>
                    <a:pt x="75" y="116"/>
                  </a:cubicBezTo>
                  <a:close/>
                  <a:moveTo>
                    <a:pt x="70" y="114"/>
                  </a:moveTo>
                  <a:cubicBezTo>
                    <a:pt x="72" y="114"/>
                    <a:pt x="72" y="114"/>
                    <a:pt x="72" y="114"/>
                  </a:cubicBezTo>
                  <a:cubicBezTo>
                    <a:pt x="76" y="115"/>
                    <a:pt x="78" y="117"/>
                    <a:pt x="78" y="118"/>
                  </a:cubicBezTo>
                  <a:cubicBezTo>
                    <a:pt x="79" y="121"/>
                    <a:pt x="77" y="125"/>
                    <a:pt x="74" y="128"/>
                  </a:cubicBezTo>
                  <a:cubicBezTo>
                    <a:pt x="79" y="126"/>
                    <a:pt x="79" y="122"/>
                    <a:pt x="79" y="120"/>
                  </a:cubicBezTo>
                  <a:cubicBezTo>
                    <a:pt x="79" y="116"/>
                    <a:pt x="76" y="110"/>
                    <a:pt x="72" y="110"/>
                  </a:cubicBezTo>
                  <a:cubicBezTo>
                    <a:pt x="71" y="110"/>
                    <a:pt x="69" y="111"/>
                    <a:pt x="68" y="113"/>
                  </a:cubicBezTo>
                  <a:cubicBezTo>
                    <a:pt x="69" y="113"/>
                    <a:pt x="69" y="113"/>
                    <a:pt x="70" y="114"/>
                  </a:cubicBezTo>
                  <a:close/>
                  <a:moveTo>
                    <a:pt x="122" y="122"/>
                  </a:moveTo>
                  <a:cubicBezTo>
                    <a:pt x="123" y="122"/>
                    <a:pt x="124" y="122"/>
                    <a:pt x="125" y="123"/>
                  </a:cubicBezTo>
                  <a:cubicBezTo>
                    <a:pt x="126" y="123"/>
                    <a:pt x="126" y="123"/>
                    <a:pt x="126" y="123"/>
                  </a:cubicBezTo>
                  <a:cubicBezTo>
                    <a:pt x="125" y="124"/>
                    <a:pt x="125" y="124"/>
                    <a:pt x="125" y="124"/>
                  </a:cubicBezTo>
                  <a:cubicBezTo>
                    <a:pt x="125" y="124"/>
                    <a:pt x="124" y="125"/>
                    <a:pt x="123" y="125"/>
                  </a:cubicBezTo>
                  <a:cubicBezTo>
                    <a:pt x="127" y="124"/>
                    <a:pt x="131" y="123"/>
                    <a:pt x="136" y="123"/>
                  </a:cubicBezTo>
                  <a:cubicBezTo>
                    <a:pt x="139" y="123"/>
                    <a:pt x="141" y="123"/>
                    <a:pt x="143" y="124"/>
                  </a:cubicBezTo>
                  <a:cubicBezTo>
                    <a:pt x="140" y="122"/>
                    <a:pt x="136" y="121"/>
                    <a:pt x="131" y="121"/>
                  </a:cubicBezTo>
                  <a:cubicBezTo>
                    <a:pt x="128" y="121"/>
                    <a:pt x="125" y="121"/>
                    <a:pt x="122" y="122"/>
                  </a:cubicBezTo>
                  <a:close/>
                  <a:moveTo>
                    <a:pt x="72" y="109"/>
                  </a:moveTo>
                  <a:cubicBezTo>
                    <a:pt x="77" y="109"/>
                    <a:pt x="81" y="115"/>
                    <a:pt x="81" y="120"/>
                  </a:cubicBezTo>
                  <a:cubicBezTo>
                    <a:pt x="81" y="121"/>
                    <a:pt x="81" y="122"/>
                    <a:pt x="81" y="123"/>
                  </a:cubicBezTo>
                  <a:cubicBezTo>
                    <a:pt x="82" y="121"/>
                    <a:pt x="82" y="118"/>
                    <a:pt x="81" y="114"/>
                  </a:cubicBezTo>
                  <a:cubicBezTo>
                    <a:pt x="79" y="110"/>
                    <a:pt x="75" y="108"/>
                    <a:pt x="71" y="109"/>
                  </a:cubicBezTo>
                  <a:cubicBezTo>
                    <a:pt x="72" y="109"/>
                    <a:pt x="72" y="109"/>
                    <a:pt x="72" y="109"/>
                  </a:cubicBezTo>
                  <a:close/>
                  <a:moveTo>
                    <a:pt x="36" y="65"/>
                  </a:moveTo>
                  <a:cubicBezTo>
                    <a:pt x="36" y="69"/>
                    <a:pt x="34" y="72"/>
                    <a:pt x="32" y="74"/>
                  </a:cubicBezTo>
                  <a:cubicBezTo>
                    <a:pt x="32" y="75"/>
                    <a:pt x="31" y="76"/>
                    <a:pt x="31" y="77"/>
                  </a:cubicBezTo>
                  <a:cubicBezTo>
                    <a:pt x="34" y="77"/>
                    <a:pt x="36" y="74"/>
                    <a:pt x="36" y="73"/>
                  </a:cubicBezTo>
                  <a:cubicBezTo>
                    <a:pt x="37" y="70"/>
                    <a:pt x="37" y="67"/>
                    <a:pt x="36" y="65"/>
                  </a:cubicBezTo>
                  <a:close/>
                  <a:moveTo>
                    <a:pt x="28" y="63"/>
                  </a:moveTo>
                  <a:cubicBezTo>
                    <a:pt x="27" y="65"/>
                    <a:pt x="27" y="69"/>
                    <a:pt x="27" y="72"/>
                  </a:cubicBezTo>
                  <a:cubicBezTo>
                    <a:pt x="27" y="73"/>
                    <a:pt x="28" y="73"/>
                    <a:pt x="28" y="74"/>
                  </a:cubicBezTo>
                  <a:cubicBezTo>
                    <a:pt x="30" y="71"/>
                    <a:pt x="32" y="67"/>
                    <a:pt x="31" y="65"/>
                  </a:cubicBezTo>
                  <a:cubicBezTo>
                    <a:pt x="30" y="64"/>
                    <a:pt x="30" y="63"/>
                    <a:pt x="28" y="63"/>
                  </a:cubicBezTo>
                  <a:close/>
                  <a:moveTo>
                    <a:pt x="32" y="36"/>
                  </a:moveTo>
                  <a:cubicBezTo>
                    <a:pt x="31" y="39"/>
                    <a:pt x="30" y="42"/>
                    <a:pt x="29" y="44"/>
                  </a:cubicBezTo>
                  <a:cubicBezTo>
                    <a:pt x="28" y="48"/>
                    <a:pt x="27" y="51"/>
                    <a:pt x="28" y="55"/>
                  </a:cubicBezTo>
                  <a:cubicBezTo>
                    <a:pt x="28" y="53"/>
                    <a:pt x="29" y="51"/>
                    <a:pt x="29" y="49"/>
                  </a:cubicBezTo>
                  <a:cubicBezTo>
                    <a:pt x="31" y="45"/>
                    <a:pt x="32" y="41"/>
                    <a:pt x="32" y="36"/>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19" name="Voľný tvar 47"/>
            <p:cNvSpPr>
              <a:spLocks noEditPoints="1"/>
            </p:cNvSpPr>
            <p:nvPr/>
          </p:nvSpPr>
          <p:spPr bwMode="auto">
            <a:xfrm>
              <a:off x="895350" y="3316288"/>
              <a:ext cx="363538" cy="328613"/>
            </a:xfrm>
            <a:custGeom>
              <a:avLst/>
              <a:gdLst>
                <a:gd name="T0" fmla="*/ 50 w 161"/>
                <a:gd name="T1" fmla="*/ 8 h 146"/>
                <a:gd name="T2" fmla="*/ 60 w 161"/>
                <a:gd name="T3" fmla="*/ 25 h 146"/>
                <a:gd name="T4" fmla="*/ 54 w 161"/>
                <a:gd name="T5" fmla="*/ 17 h 146"/>
                <a:gd name="T6" fmla="*/ 63 w 161"/>
                <a:gd name="T7" fmla="*/ 34 h 146"/>
                <a:gd name="T8" fmla="*/ 49 w 161"/>
                <a:gd name="T9" fmla="*/ 37 h 146"/>
                <a:gd name="T10" fmla="*/ 41 w 161"/>
                <a:gd name="T11" fmla="*/ 13 h 146"/>
                <a:gd name="T12" fmla="*/ 16 w 161"/>
                <a:gd name="T13" fmla="*/ 62 h 146"/>
                <a:gd name="T14" fmla="*/ 34 w 161"/>
                <a:gd name="T15" fmla="*/ 92 h 146"/>
                <a:gd name="T16" fmla="*/ 27 w 161"/>
                <a:gd name="T17" fmla="*/ 146 h 146"/>
                <a:gd name="T18" fmla="*/ 33 w 161"/>
                <a:gd name="T19" fmla="*/ 104 h 146"/>
                <a:gd name="T20" fmla="*/ 26 w 161"/>
                <a:gd name="T21" fmla="*/ 102 h 146"/>
                <a:gd name="T22" fmla="*/ 30 w 161"/>
                <a:gd name="T23" fmla="*/ 101 h 146"/>
                <a:gd name="T24" fmla="*/ 4 w 161"/>
                <a:gd name="T25" fmla="*/ 60 h 146"/>
                <a:gd name="T26" fmla="*/ 41 w 161"/>
                <a:gd name="T27" fmla="*/ 10 h 146"/>
                <a:gd name="T28" fmla="*/ 51 w 161"/>
                <a:gd name="T29" fmla="*/ 4 h 146"/>
                <a:gd name="T30" fmla="*/ 145 w 161"/>
                <a:gd name="T31" fmla="*/ 13 h 146"/>
                <a:gd name="T32" fmla="*/ 142 w 161"/>
                <a:gd name="T33" fmla="*/ 0 h 146"/>
                <a:gd name="T34" fmla="*/ 141 w 161"/>
                <a:gd name="T35" fmla="*/ 33 h 146"/>
                <a:gd name="T36" fmla="*/ 50 w 161"/>
                <a:gd name="T37" fmla="*/ 8 h 146"/>
                <a:gd name="T38" fmla="*/ 137 w 161"/>
                <a:gd name="T39" fmla="*/ 31 h 146"/>
                <a:gd name="T40" fmla="*/ 148 w 161"/>
                <a:gd name="T41" fmla="*/ 16 h 146"/>
                <a:gd name="T42" fmla="*/ 70 w 161"/>
                <a:gd name="T43" fmla="*/ 8 h 146"/>
                <a:gd name="T44" fmla="*/ 137 w 161"/>
                <a:gd name="T45" fmla="*/ 31 h 146"/>
                <a:gd name="T46" fmla="*/ 26 w 161"/>
                <a:gd name="T47" fmla="*/ 84 h 146"/>
                <a:gd name="T48" fmla="*/ 22 w 161"/>
                <a:gd name="T49" fmla="*/ 16 h 146"/>
                <a:gd name="T50" fmla="*/ 26 w 161"/>
                <a:gd name="T51" fmla="*/ 84 h 146"/>
                <a:gd name="T52" fmla="*/ 57 w 161"/>
                <a:gd name="T53" fmla="*/ 28 h 146"/>
                <a:gd name="T54" fmla="*/ 46 w 161"/>
                <a:gd name="T55" fmla="*/ 16 h 146"/>
                <a:gd name="T56" fmla="*/ 57 w 161"/>
                <a:gd name="T57" fmla="*/ 28 h 146"/>
                <a:gd name="T58" fmla="*/ 57 w 161"/>
                <a:gd name="T59" fmla="*/ 31 h 146"/>
                <a:gd name="T60" fmla="*/ 46 w 161"/>
                <a:gd name="T61" fmla="*/ 28 h 146"/>
                <a:gd name="T62" fmla="*/ 57 w 161"/>
                <a:gd name="T63" fmla="*/ 31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1" h="146">
                  <a:moveTo>
                    <a:pt x="50" y="8"/>
                  </a:moveTo>
                  <a:cubicBezTo>
                    <a:pt x="55" y="14"/>
                    <a:pt x="53" y="20"/>
                    <a:pt x="60" y="25"/>
                  </a:cubicBezTo>
                  <a:cubicBezTo>
                    <a:pt x="62" y="23"/>
                    <a:pt x="58" y="18"/>
                    <a:pt x="54" y="17"/>
                  </a:cubicBezTo>
                  <a:cubicBezTo>
                    <a:pt x="64" y="13"/>
                    <a:pt x="65" y="25"/>
                    <a:pt x="63" y="34"/>
                  </a:cubicBezTo>
                  <a:cubicBezTo>
                    <a:pt x="59" y="36"/>
                    <a:pt x="55" y="37"/>
                    <a:pt x="49" y="37"/>
                  </a:cubicBezTo>
                  <a:cubicBezTo>
                    <a:pt x="43" y="31"/>
                    <a:pt x="43" y="19"/>
                    <a:pt x="41" y="13"/>
                  </a:cubicBezTo>
                  <a:cubicBezTo>
                    <a:pt x="14" y="14"/>
                    <a:pt x="9" y="41"/>
                    <a:pt x="16" y="62"/>
                  </a:cubicBezTo>
                  <a:cubicBezTo>
                    <a:pt x="19" y="72"/>
                    <a:pt x="30" y="81"/>
                    <a:pt x="34" y="92"/>
                  </a:cubicBezTo>
                  <a:cubicBezTo>
                    <a:pt x="41" y="111"/>
                    <a:pt x="38" y="129"/>
                    <a:pt x="27" y="146"/>
                  </a:cubicBezTo>
                  <a:cubicBezTo>
                    <a:pt x="28" y="137"/>
                    <a:pt x="39" y="121"/>
                    <a:pt x="33" y="104"/>
                  </a:cubicBezTo>
                  <a:cubicBezTo>
                    <a:pt x="31" y="102"/>
                    <a:pt x="29" y="102"/>
                    <a:pt x="26" y="102"/>
                  </a:cubicBezTo>
                  <a:cubicBezTo>
                    <a:pt x="26" y="100"/>
                    <a:pt x="28" y="101"/>
                    <a:pt x="30" y="101"/>
                  </a:cubicBezTo>
                  <a:cubicBezTo>
                    <a:pt x="28" y="89"/>
                    <a:pt x="7" y="79"/>
                    <a:pt x="4" y="60"/>
                  </a:cubicBezTo>
                  <a:cubicBezTo>
                    <a:pt x="1" y="34"/>
                    <a:pt x="12" y="6"/>
                    <a:pt x="41" y="10"/>
                  </a:cubicBezTo>
                  <a:cubicBezTo>
                    <a:pt x="45" y="9"/>
                    <a:pt x="47" y="5"/>
                    <a:pt x="51" y="4"/>
                  </a:cubicBezTo>
                  <a:cubicBezTo>
                    <a:pt x="86" y="1"/>
                    <a:pt x="128" y="46"/>
                    <a:pt x="145" y="13"/>
                  </a:cubicBezTo>
                  <a:cubicBezTo>
                    <a:pt x="146" y="6"/>
                    <a:pt x="144" y="3"/>
                    <a:pt x="142" y="0"/>
                  </a:cubicBezTo>
                  <a:cubicBezTo>
                    <a:pt x="161" y="2"/>
                    <a:pt x="149" y="29"/>
                    <a:pt x="141" y="33"/>
                  </a:cubicBezTo>
                  <a:cubicBezTo>
                    <a:pt x="111" y="47"/>
                    <a:pt x="71" y="4"/>
                    <a:pt x="50" y="8"/>
                  </a:cubicBezTo>
                  <a:close/>
                  <a:moveTo>
                    <a:pt x="137" y="31"/>
                  </a:moveTo>
                  <a:cubicBezTo>
                    <a:pt x="142" y="29"/>
                    <a:pt x="151" y="17"/>
                    <a:pt x="148" y="16"/>
                  </a:cubicBezTo>
                  <a:cubicBezTo>
                    <a:pt x="130" y="43"/>
                    <a:pt x="93" y="14"/>
                    <a:pt x="70" y="8"/>
                  </a:cubicBezTo>
                  <a:cubicBezTo>
                    <a:pt x="87" y="21"/>
                    <a:pt x="105" y="33"/>
                    <a:pt x="137" y="31"/>
                  </a:cubicBezTo>
                  <a:close/>
                  <a:moveTo>
                    <a:pt x="26" y="84"/>
                  </a:moveTo>
                  <a:cubicBezTo>
                    <a:pt x="10" y="71"/>
                    <a:pt x="7" y="27"/>
                    <a:pt x="22" y="16"/>
                  </a:cubicBezTo>
                  <a:cubicBezTo>
                    <a:pt x="0" y="29"/>
                    <a:pt x="5" y="78"/>
                    <a:pt x="26" y="84"/>
                  </a:cubicBezTo>
                  <a:close/>
                  <a:moveTo>
                    <a:pt x="57" y="28"/>
                  </a:moveTo>
                  <a:cubicBezTo>
                    <a:pt x="55" y="22"/>
                    <a:pt x="53" y="16"/>
                    <a:pt x="46" y="16"/>
                  </a:cubicBezTo>
                  <a:cubicBezTo>
                    <a:pt x="46" y="23"/>
                    <a:pt x="50" y="27"/>
                    <a:pt x="57" y="28"/>
                  </a:cubicBezTo>
                  <a:close/>
                  <a:moveTo>
                    <a:pt x="57" y="31"/>
                  </a:moveTo>
                  <a:cubicBezTo>
                    <a:pt x="51" y="33"/>
                    <a:pt x="49" y="24"/>
                    <a:pt x="46" y="28"/>
                  </a:cubicBezTo>
                  <a:cubicBezTo>
                    <a:pt x="47" y="31"/>
                    <a:pt x="56" y="40"/>
                    <a:pt x="57" y="31"/>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20" name="Voľný tvar 48"/>
            <p:cNvSpPr>
              <a:spLocks noEditPoints="1"/>
            </p:cNvSpPr>
            <p:nvPr/>
          </p:nvSpPr>
          <p:spPr bwMode="auto">
            <a:xfrm>
              <a:off x="903288" y="3313113"/>
              <a:ext cx="336550" cy="338138"/>
            </a:xfrm>
            <a:custGeom>
              <a:avLst/>
              <a:gdLst>
                <a:gd name="T0" fmla="*/ 81 w 150"/>
                <a:gd name="T1" fmla="*/ 22 h 150"/>
                <a:gd name="T2" fmla="*/ 52 w 150"/>
                <a:gd name="T3" fmla="*/ 17 h 150"/>
                <a:gd name="T4" fmla="*/ 60 w 150"/>
                <a:gd name="T5" fmla="*/ 35 h 150"/>
                <a:gd name="T6" fmla="*/ 45 w 150"/>
                <a:gd name="T7" fmla="*/ 39 h 150"/>
                <a:gd name="T8" fmla="*/ 39 w 150"/>
                <a:gd name="T9" fmla="*/ 20 h 150"/>
                <a:gd name="T10" fmla="*/ 14 w 150"/>
                <a:gd name="T11" fmla="*/ 63 h 150"/>
                <a:gd name="T12" fmla="*/ 25 w 150"/>
                <a:gd name="T13" fmla="*/ 148 h 150"/>
                <a:gd name="T14" fmla="*/ 26 w 150"/>
                <a:gd name="T15" fmla="*/ 137 h 150"/>
                <a:gd name="T16" fmla="*/ 23 w 150"/>
                <a:gd name="T17" fmla="*/ 104 h 150"/>
                <a:gd name="T18" fmla="*/ 26 w 150"/>
                <a:gd name="T19" fmla="*/ 101 h 150"/>
                <a:gd name="T20" fmla="*/ 1 w 150"/>
                <a:gd name="T21" fmla="*/ 61 h 150"/>
                <a:gd name="T22" fmla="*/ 38 w 150"/>
                <a:gd name="T23" fmla="*/ 10 h 150"/>
                <a:gd name="T24" fmla="*/ 91 w 150"/>
                <a:gd name="T25" fmla="*/ 16 h 150"/>
                <a:gd name="T26" fmla="*/ 139 w 150"/>
                <a:gd name="T27" fmla="*/ 2 h 150"/>
                <a:gd name="T28" fmla="*/ 150 w 150"/>
                <a:gd name="T29" fmla="*/ 12 h 150"/>
                <a:gd name="T30" fmla="*/ 82 w 150"/>
                <a:gd name="T31" fmla="*/ 20 h 150"/>
                <a:gd name="T32" fmla="*/ 141 w 150"/>
                <a:gd name="T33" fmla="*/ 2 h 150"/>
                <a:gd name="T34" fmla="*/ 143 w 150"/>
                <a:gd name="T35" fmla="*/ 14 h 150"/>
                <a:gd name="T36" fmla="*/ 44 w 150"/>
                <a:gd name="T37" fmla="*/ 9 h 150"/>
                <a:gd name="T38" fmla="*/ 38 w 150"/>
                <a:gd name="T39" fmla="*/ 12 h 150"/>
                <a:gd name="T40" fmla="*/ 2 w 150"/>
                <a:gd name="T41" fmla="*/ 60 h 150"/>
                <a:gd name="T42" fmla="*/ 28 w 150"/>
                <a:gd name="T43" fmla="*/ 102 h 150"/>
                <a:gd name="T44" fmla="*/ 30 w 150"/>
                <a:gd name="T45" fmla="*/ 104 h 150"/>
                <a:gd name="T46" fmla="*/ 32 w 150"/>
                <a:gd name="T47" fmla="*/ 116 h 150"/>
                <a:gd name="T48" fmla="*/ 31 w 150"/>
                <a:gd name="T49" fmla="*/ 93 h 150"/>
                <a:gd name="T50" fmla="*/ 11 w 150"/>
                <a:gd name="T51" fmla="*/ 61 h 150"/>
                <a:gd name="T52" fmla="*/ 23 w 150"/>
                <a:gd name="T53" fmla="*/ 85 h 150"/>
                <a:gd name="T54" fmla="*/ 19 w 150"/>
                <a:gd name="T55" fmla="*/ 17 h 150"/>
                <a:gd name="T56" fmla="*/ 39 w 150"/>
                <a:gd name="T57" fmla="*/ 13 h 150"/>
                <a:gd name="T58" fmla="*/ 42 w 150"/>
                <a:gd name="T59" fmla="*/ 29 h 150"/>
                <a:gd name="T60" fmla="*/ 48 w 150"/>
                <a:gd name="T61" fmla="*/ 29 h 150"/>
                <a:gd name="T62" fmla="*/ 55 w 150"/>
                <a:gd name="T63" fmla="*/ 32 h 150"/>
                <a:gd name="T64" fmla="*/ 42 w 150"/>
                <a:gd name="T65" fmla="*/ 30 h 150"/>
                <a:gd name="T66" fmla="*/ 60 w 150"/>
                <a:gd name="T67" fmla="*/ 27 h 150"/>
                <a:gd name="T68" fmla="*/ 58 w 150"/>
                <a:gd name="T69" fmla="*/ 25 h 150"/>
                <a:gd name="T70" fmla="*/ 56 w 150"/>
                <a:gd name="T71" fmla="*/ 27 h 150"/>
                <a:gd name="T72" fmla="*/ 50 w 150"/>
                <a:gd name="T73" fmla="*/ 18 h 150"/>
                <a:gd name="T74" fmla="*/ 45 w 150"/>
                <a:gd name="T75" fmla="*/ 9 h 150"/>
                <a:gd name="T76" fmla="*/ 57 w 150"/>
                <a:gd name="T77" fmla="*/ 25 h 150"/>
                <a:gd name="T78" fmla="*/ 53 w 150"/>
                <a:gd name="T79" fmla="*/ 33 h 150"/>
                <a:gd name="T80" fmla="*/ 44 w 150"/>
                <a:gd name="T81" fmla="*/ 29 h 150"/>
                <a:gd name="T82" fmla="*/ 8 w 150"/>
                <a:gd name="T83" fmla="*/ 46 h 150"/>
                <a:gd name="T84" fmla="*/ 146 w 150"/>
                <a:gd name="T85" fmla="*/ 18 h 150"/>
                <a:gd name="T86" fmla="*/ 134 w 150"/>
                <a:gd name="T87" fmla="*/ 33 h 150"/>
                <a:gd name="T88" fmla="*/ 67 w 150"/>
                <a:gd name="T89" fmla="*/ 9 h 150"/>
                <a:gd name="T90" fmla="*/ 145 w 150"/>
                <a:gd name="T91" fmla="*/ 16 h 150"/>
                <a:gd name="T92" fmla="*/ 133 w 150"/>
                <a:gd name="T93" fmla="*/ 31 h 150"/>
                <a:gd name="T94" fmla="*/ 71 w 150"/>
                <a:gd name="T95" fmla="*/ 11 h 150"/>
                <a:gd name="T96" fmla="*/ 54 w 150"/>
                <a:gd name="T97" fmla="*/ 30 h 150"/>
                <a:gd name="T98" fmla="*/ 43 w 150"/>
                <a:gd name="T99" fmla="*/ 16 h 150"/>
                <a:gd name="T100" fmla="*/ 43 w 150"/>
                <a:gd name="T101" fmla="*/ 1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0" h="150">
                  <a:moveTo>
                    <a:pt x="150" y="12"/>
                  </a:moveTo>
                  <a:cubicBezTo>
                    <a:pt x="150" y="20"/>
                    <a:pt x="143" y="32"/>
                    <a:pt x="138" y="34"/>
                  </a:cubicBezTo>
                  <a:cubicBezTo>
                    <a:pt x="120" y="43"/>
                    <a:pt x="99" y="32"/>
                    <a:pt x="81" y="22"/>
                  </a:cubicBezTo>
                  <a:cubicBezTo>
                    <a:pt x="69" y="15"/>
                    <a:pt x="57" y="9"/>
                    <a:pt x="48" y="10"/>
                  </a:cubicBezTo>
                  <a:cubicBezTo>
                    <a:pt x="50" y="12"/>
                    <a:pt x="51" y="15"/>
                    <a:pt x="52" y="17"/>
                  </a:cubicBezTo>
                  <a:cubicBezTo>
                    <a:pt x="52" y="17"/>
                    <a:pt x="52" y="17"/>
                    <a:pt x="52" y="17"/>
                  </a:cubicBezTo>
                  <a:cubicBezTo>
                    <a:pt x="54" y="16"/>
                    <a:pt x="56" y="16"/>
                    <a:pt x="58" y="17"/>
                  </a:cubicBezTo>
                  <a:cubicBezTo>
                    <a:pt x="61" y="19"/>
                    <a:pt x="61" y="24"/>
                    <a:pt x="61" y="27"/>
                  </a:cubicBezTo>
                  <a:cubicBezTo>
                    <a:pt x="61" y="30"/>
                    <a:pt x="61" y="33"/>
                    <a:pt x="60" y="35"/>
                  </a:cubicBezTo>
                  <a:cubicBezTo>
                    <a:pt x="60" y="35"/>
                    <a:pt x="60" y="35"/>
                    <a:pt x="60" y="35"/>
                  </a:cubicBezTo>
                  <a:cubicBezTo>
                    <a:pt x="60" y="36"/>
                    <a:pt x="60" y="36"/>
                    <a:pt x="60" y="36"/>
                  </a:cubicBezTo>
                  <a:cubicBezTo>
                    <a:pt x="57" y="38"/>
                    <a:pt x="52" y="39"/>
                    <a:pt x="45" y="39"/>
                  </a:cubicBezTo>
                  <a:cubicBezTo>
                    <a:pt x="45" y="39"/>
                    <a:pt x="45" y="39"/>
                    <a:pt x="45" y="39"/>
                  </a:cubicBezTo>
                  <a:cubicBezTo>
                    <a:pt x="45" y="38"/>
                    <a:pt x="45" y="38"/>
                    <a:pt x="45" y="38"/>
                  </a:cubicBezTo>
                  <a:cubicBezTo>
                    <a:pt x="41" y="34"/>
                    <a:pt x="40" y="26"/>
                    <a:pt x="39" y="20"/>
                  </a:cubicBezTo>
                  <a:cubicBezTo>
                    <a:pt x="39" y="18"/>
                    <a:pt x="38" y="16"/>
                    <a:pt x="38" y="14"/>
                  </a:cubicBezTo>
                  <a:cubicBezTo>
                    <a:pt x="21" y="15"/>
                    <a:pt x="11" y="27"/>
                    <a:pt x="11" y="47"/>
                  </a:cubicBezTo>
                  <a:cubicBezTo>
                    <a:pt x="11" y="52"/>
                    <a:pt x="12" y="58"/>
                    <a:pt x="14" y="63"/>
                  </a:cubicBezTo>
                  <a:cubicBezTo>
                    <a:pt x="15" y="68"/>
                    <a:pt x="18" y="72"/>
                    <a:pt x="22" y="77"/>
                  </a:cubicBezTo>
                  <a:cubicBezTo>
                    <a:pt x="26" y="82"/>
                    <a:pt x="30" y="87"/>
                    <a:pt x="32" y="93"/>
                  </a:cubicBezTo>
                  <a:cubicBezTo>
                    <a:pt x="39" y="111"/>
                    <a:pt x="36" y="130"/>
                    <a:pt x="25" y="148"/>
                  </a:cubicBezTo>
                  <a:cubicBezTo>
                    <a:pt x="23" y="150"/>
                    <a:pt x="23" y="150"/>
                    <a:pt x="23" y="150"/>
                  </a:cubicBezTo>
                  <a:cubicBezTo>
                    <a:pt x="23" y="147"/>
                    <a:pt x="23" y="147"/>
                    <a:pt x="23" y="147"/>
                  </a:cubicBezTo>
                  <a:cubicBezTo>
                    <a:pt x="24" y="144"/>
                    <a:pt x="25" y="141"/>
                    <a:pt x="26" y="137"/>
                  </a:cubicBezTo>
                  <a:cubicBezTo>
                    <a:pt x="28" y="131"/>
                    <a:pt x="31" y="123"/>
                    <a:pt x="31" y="116"/>
                  </a:cubicBezTo>
                  <a:cubicBezTo>
                    <a:pt x="31" y="112"/>
                    <a:pt x="30" y="108"/>
                    <a:pt x="29" y="105"/>
                  </a:cubicBezTo>
                  <a:cubicBezTo>
                    <a:pt x="28" y="104"/>
                    <a:pt x="26" y="104"/>
                    <a:pt x="23" y="104"/>
                  </a:cubicBezTo>
                  <a:cubicBezTo>
                    <a:pt x="22" y="104"/>
                    <a:pt x="22" y="104"/>
                    <a:pt x="22" y="104"/>
                  </a:cubicBezTo>
                  <a:cubicBezTo>
                    <a:pt x="22" y="103"/>
                    <a:pt x="22" y="103"/>
                    <a:pt x="22" y="103"/>
                  </a:cubicBezTo>
                  <a:cubicBezTo>
                    <a:pt x="22" y="101"/>
                    <a:pt x="24" y="101"/>
                    <a:pt x="26" y="101"/>
                  </a:cubicBezTo>
                  <a:cubicBezTo>
                    <a:pt x="26" y="101"/>
                    <a:pt x="26" y="101"/>
                    <a:pt x="26" y="101"/>
                  </a:cubicBezTo>
                  <a:cubicBezTo>
                    <a:pt x="25" y="97"/>
                    <a:pt x="21" y="93"/>
                    <a:pt x="17" y="88"/>
                  </a:cubicBezTo>
                  <a:cubicBezTo>
                    <a:pt x="10" y="81"/>
                    <a:pt x="2" y="72"/>
                    <a:pt x="1" y="61"/>
                  </a:cubicBezTo>
                  <a:cubicBezTo>
                    <a:pt x="0" y="58"/>
                    <a:pt x="0" y="55"/>
                    <a:pt x="0" y="52"/>
                  </a:cubicBezTo>
                  <a:cubicBezTo>
                    <a:pt x="0" y="37"/>
                    <a:pt x="5" y="24"/>
                    <a:pt x="13" y="17"/>
                  </a:cubicBezTo>
                  <a:cubicBezTo>
                    <a:pt x="20" y="11"/>
                    <a:pt x="28" y="9"/>
                    <a:pt x="38" y="10"/>
                  </a:cubicBezTo>
                  <a:cubicBezTo>
                    <a:pt x="40" y="10"/>
                    <a:pt x="41" y="9"/>
                    <a:pt x="43" y="7"/>
                  </a:cubicBezTo>
                  <a:cubicBezTo>
                    <a:pt x="44" y="6"/>
                    <a:pt x="46" y="5"/>
                    <a:pt x="48" y="4"/>
                  </a:cubicBezTo>
                  <a:cubicBezTo>
                    <a:pt x="62" y="3"/>
                    <a:pt x="77" y="9"/>
                    <a:pt x="91" y="16"/>
                  </a:cubicBezTo>
                  <a:cubicBezTo>
                    <a:pt x="113" y="25"/>
                    <a:pt x="131" y="33"/>
                    <a:pt x="141" y="13"/>
                  </a:cubicBezTo>
                  <a:cubicBezTo>
                    <a:pt x="142" y="12"/>
                    <a:pt x="142" y="11"/>
                    <a:pt x="142" y="10"/>
                  </a:cubicBezTo>
                  <a:cubicBezTo>
                    <a:pt x="142" y="7"/>
                    <a:pt x="140" y="4"/>
                    <a:pt x="139" y="2"/>
                  </a:cubicBezTo>
                  <a:cubicBezTo>
                    <a:pt x="138" y="0"/>
                    <a:pt x="138" y="0"/>
                    <a:pt x="138" y="0"/>
                  </a:cubicBezTo>
                  <a:cubicBezTo>
                    <a:pt x="139" y="0"/>
                    <a:pt x="139" y="0"/>
                    <a:pt x="139" y="0"/>
                  </a:cubicBezTo>
                  <a:cubicBezTo>
                    <a:pt x="146" y="1"/>
                    <a:pt x="150" y="5"/>
                    <a:pt x="150" y="12"/>
                  </a:cubicBezTo>
                  <a:close/>
                  <a:moveTo>
                    <a:pt x="45" y="9"/>
                  </a:moveTo>
                  <a:cubicBezTo>
                    <a:pt x="47" y="9"/>
                    <a:pt x="47" y="9"/>
                    <a:pt x="47" y="9"/>
                  </a:cubicBezTo>
                  <a:cubicBezTo>
                    <a:pt x="56" y="7"/>
                    <a:pt x="68" y="13"/>
                    <a:pt x="82" y="20"/>
                  </a:cubicBezTo>
                  <a:cubicBezTo>
                    <a:pt x="100" y="30"/>
                    <a:pt x="120" y="41"/>
                    <a:pt x="138" y="33"/>
                  </a:cubicBezTo>
                  <a:cubicBezTo>
                    <a:pt x="142" y="31"/>
                    <a:pt x="148" y="20"/>
                    <a:pt x="148" y="12"/>
                  </a:cubicBezTo>
                  <a:cubicBezTo>
                    <a:pt x="148" y="8"/>
                    <a:pt x="147" y="3"/>
                    <a:pt x="141" y="2"/>
                  </a:cubicBezTo>
                  <a:cubicBezTo>
                    <a:pt x="142" y="4"/>
                    <a:pt x="143" y="7"/>
                    <a:pt x="143" y="10"/>
                  </a:cubicBezTo>
                  <a:cubicBezTo>
                    <a:pt x="143" y="11"/>
                    <a:pt x="143" y="13"/>
                    <a:pt x="143" y="14"/>
                  </a:cubicBezTo>
                  <a:cubicBezTo>
                    <a:pt x="143" y="14"/>
                    <a:pt x="143" y="14"/>
                    <a:pt x="143" y="14"/>
                  </a:cubicBezTo>
                  <a:cubicBezTo>
                    <a:pt x="132" y="35"/>
                    <a:pt x="112" y="26"/>
                    <a:pt x="91" y="17"/>
                  </a:cubicBezTo>
                  <a:cubicBezTo>
                    <a:pt x="76" y="11"/>
                    <a:pt x="62" y="5"/>
                    <a:pt x="48" y="6"/>
                  </a:cubicBezTo>
                  <a:cubicBezTo>
                    <a:pt x="46" y="6"/>
                    <a:pt x="45" y="7"/>
                    <a:pt x="44" y="9"/>
                  </a:cubicBezTo>
                  <a:cubicBezTo>
                    <a:pt x="42" y="10"/>
                    <a:pt x="41" y="11"/>
                    <a:pt x="39" y="12"/>
                  </a:cubicBezTo>
                  <a:cubicBezTo>
                    <a:pt x="38" y="12"/>
                    <a:pt x="38" y="12"/>
                    <a:pt x="38" y="12"/>
                  </a:cubicBezTo>
                  <a:cubicBezTo>
                    <a:pt x="38" y="12"/>
                    <a:pt x="38" y="12"/>
                    <a:pt x="38" y="12"/>
                  </a:cubicBezTo>
                  <a:cubicBezTo>
                    <a:pt x="29" y="10"/>
                    <a:pt x="20" y="13"/>
                    <a:pt x="14" y="18"/>
                  </a:cubicBezTo>
                  <a:cubicBezTo>
                    <a:pt x="6" y="25"/>
                    <a:pt x="2" y="37"/>
                    <a:pt x="2" y="52"/>
                  </a:cubicBezTo>
                  <a:cubicBezTo>
                    <a:pt x="2" y="55"/>
                    <a:pt x="2" y="58"/>
                    <a:pt x="2" y="60"/>
                  </a:cubicBezTo>
                  <a:cubicBezTo>
                    <a:pt x="4" y="72"/>
                    <a:pt x="11" y="80"/>
                    <a:pt x="18" y="87"/>
                  </a:cubicBezTo>
                  <a:cubicBezTo>
                    <a:pt x="23" y="92"/>
                    <a:pt x="27" y="97"/>
                    <a:pt x="28" y="102"/>
                  </a:cubicBezTo>
                  <a:cubicBezTo>
                    <a:pt x="28" y="102"/>
                    <a:pt x="28" y="102"/>
                    <a:pt x="28" y="102"/>
                  </a:cubicBezTo>
                  <a:cubicBezTo>
                    <a:pt x="27" y="102"/>
                    <a:pt x="27" y="102"/>
                    <a:pt x="27" y="102"/>
                  </a:cubicBezTo>
                  <a:cubicBezTo>
                    <a:pt x="27" y="102"/>
                    <a:pt x="27" y="102"/>
                    <a:pt x="27" y="102"/>
                  </a:cubicBezTo>
                  <a:cubicBezTo>
                    <a:pt x="28" y="103"/>
                    <a:pt x="29" y="103"/>
                    <a:pt x="30" y="104"/>
                  </a:cubicBezTo>
                  <a:cubicBezTo>
                    <a:pt x="31" y="104"/>
                    <a:pt x="31" y="104"/>
                    <a:pt x="31" y="104"/>
                  </a:cubicBezTo>
                  <a:cubicBezTo>
                    <a:pt x="31" y="104"/>
                    <a:pt x="31" y="104"/>
                    <a:pt x="31" y="104"/>
                  </a:cubicBezTo>
                  <a:cubicBezTo>
                    <a:pt x="32" y="108"/>
                    <a:pt x="32" y="112"/>
                    <a:pt x="32" y="116"/>
                  </a:cubicBezTo>
                  <a:cubicBezTo>
                    <a:pt x="32" y="124"/>
                    <a:pt x="30" y="131"/>
                    <a:pt x="28" y="138"/>
                  </a:cubicBezTo>
                  <a:cubicBezTo>
                    <a:pt x="27" y="140"/>
                    <a:pt x="26" y="141"/>
                    <a:pt x="26" y="143"/>
                  </a:cubicBezTo>
                  <a:cubicBezTo>
                    <a:pt x="35" y="127"/>
                    <a:pt x="37" y="110"/>
                    <a:pt x="31" y="93"/>
                  </a:cubicBezTo>
                  <a:cubicBezTo>
                    <a:pt x="28" y="88"/>
                    <a:pt x="25" y="83"/>
                    <a:pt x="21" y="78"/>
                  </a:cubicBezTo>
                  <a:cubicBezTo>
                    <a:pt x="17" y="73"/>
                    <a:pt x="14" y="69"/>
                    <a:pt x="12" y="64"/>
                  </a:cubicBezTo>
                  <a:cubicBezTo>
                    <a:pt x="12" y="63"/>
                    <a:pt x="12" y="62"/>
                    <a:pt x="11" y="61"/>
                  </a:cubicBezTo>
                  <a:cubicBezTo>
                    <a:pt x="13" y="71"/>
                    <a:pt x="17" y="79"/>
                    <a:pt x="23" y="84"/>
                  </a:cubicBezTo>
                  <a:cubicBezTo>
                    <a:pt x="26" y="86"/>
                    <a:pt x="26" y="86"/>
                    <a:pt x="26" y="86"/>
                  </a:cubicBezTo>
                  <a:cubicBezTo>
                    <a:pt x="23" y="85"/>
                    <a:pt x="23" y="85"/>
                    <a:pt x="23" y="85"/>
                  </a:cubicBezTo>
                  <a:cubicBezTo>
                    <a:pt x="10" y="82"/>
                    <a:pt x="4" y="64"/>
                    <a:pt x="4" y="49"/>
                  </a:cubicBezTo>
                  <a:cubicBezTo>
                    <a:pt x="4" y="34"/>
                    <a:pt x="9" y="21"/>
                    <a:pt x="18" y="16"/>
                  </a:cubicBezTo>
                  <a:cubicBezTo>
                    <a:pt x="19" y="17"/>
                    <a:pt x="19" y="17"/>
                    <a:pt x="19" y="17"/>
                  </a:cubicBezTo>
                  <a:cubicBezTo>
                    <a:pt x="15" y="21"/>
                    <a:pt x="12" y="28"/>
                    <a:pt x="10" y="37"/>
                  </a:cubicBezTo>
                  <a:cubicBezTo>
                    <a:pt x="13" y="22"/>
                    <a:pt x="23" y="14"/>
                    <a:pt x="38" y="13"/>
                  </a:cubicBezTo>
                  <a:cubicBezTo>
                    <a:pt x="39" y="13"/>
                    <a:pt x="39" y="13"/>
                    <a:pt x="39" y="13"/>
                  </a:cubicBezTo>
                  <a:cubicBezTo>
                    <a:pt x="39" y="13"/>
                    <a:pt x="39" y="13"/>
                    <a:pt x="39" y="13"/>
                  </a:cubicBezTo>
                  <a:cubicBezTo>
                    <a:pt x="40" y="15"/>
                    <a:pt x="40" y="18"/>
                    <a:pt x="40" y="20"/>
                  </a:cubicBezTo>
                  <a:cubicBezTo>
                    <a:pt x="41" y="23"/>
                    <a:pt x="41" y="26"/>
                    <a:pt x="42" y="29"/>
                  </a:cubicBezTo>
                  <a:cubicBezTo>
                    <a:pt x="42" y="29"/>
                    <a:pt x="42" y="29"/>
                    <a:pt x="42" y="29"/>
                  </a:cubicBezTo>
                  <a:cubicBezTo>
                    <a:pt x="43" y="28"/>
                    <a:pt x="44" y="27"/>
                    <a:pt x="44" y="27"/>
                  </a:cubicBezTo>
                  <a:cubicBezTo>
                    <a:pt x="46" y="27"/>
                    <a:pt x="47" y="28"/>
                    <a:pt x="48" y="29"/>
                  </a:cubicBezTo>
                  <a:cubicBezTo>
                    <a:pt x="50" y="31"/>
                    <a:pt x="52" y="32"/>
                    <a:pt x="54" y="31"/>
                  </a:cubicBezTo>
                  <a:cubicBezTo>
                    <a:pt x="55" y="31"/>
                    <a:pt x="55" y="31"/>
                    <a:pt x="55" y="31"/>
                  </a:cubicBezTo>
                  <a:cubicBezTo>
                    <a:pt x="55" y="32"/>
                    <a:pt x="55" y="32"/>
                    <a:pt x="55" y="32"/>
                  </a:cubicBezTo>
                  <a:cubicBezTo>
                    <a:pt x="54" y="35"/>
                    <a:pt x="53" y="36"/>
                    <a:pt x="52" y="37"/>
                  </a:cubicBezTo>
                  <a:cubicBezTo>
                    <a:pt x="48" y="38"/>
                    <a:pt x="43" y="32"/>
                    <a:pt x="42" y="30"/>
                  </a:cubicBezTo>
                  <a:cubicBezTo>
                    <a:pt x="42" y="30"/>
                    <a:pt x="42" y="30"/>
                    <a:pt x="42" y="30"/>
                  </a:cubicBezTo>
                  <a:cubicBezTo>
                    <a:pt x="43" y="33"/>
                    <a:pt x="44" y="35"/>
                    <a:pt x="46" y="37"/>
                  </a:cubicBezTo>
                  <a:cubicBezTo>
                    <a:pt x="52" y="38"/>
                    <a:pt x="56" y="37"/>
                    <a:pt x="59" y="35"/>
                  </a:cubicBezTo>
                  <a:cubicBezTo>
                    <a:pt x="60" y="32"/>
                    <a:pt x="60" y="30"/>
                    <a:pt x="60" y="27"/>
                  </a:cubicBezTo>
                  <a:cubicBezTo>
                    <a:pt x="60" y="23"/>
                    <a:pt x="59" y="20"/>
                    <a:pt x="57" y="18"/>
                  </a:cubicBezTo>
                  <a:cubicBezTo>
                    <a:pt x="56" y="18"/>
                    <a:pt x="55" y="18"/>
                    <a:pt x="53" y="18"/>
                  </a:cubicBezTo>
                  <a:cubicBezTo>
                    <a:pt x="56" y="19"/>
                    <a:pt x="58" y="22"/>
                    <a:pt x="58" y="25"/>
                  </a:cubicBezTo>
                  <a:cubicBezTo>
                    <a:pt x="58" y="26"/>
                    <a:pt x="58" y="26"/>
                    <a:pt x="57" y="27"/>
                  </a:cubicBezTo>
                  <a:cubicBezTo>
                    <a:pt x="57" y="27"/>
                    <a:pt x="57" y="27"/>
                    <a:pt x="57" y="27"/>
                  </a:cubicBezTo>
                  <a:cubicBezTo>
                    <a:pt x="56" y="27"/>
                    <a:pt x="56" y="27"/>
                    <a:pt x="56" y="27"/>
                  </a:cubicBezTo>
                  <a:cubicBezTo>
                    <a:pt x="53" y="24"/>
                    <a:pt x="52" y="21"/>
                    <a:pt x="51" y="19"/>
                  </a:cubicBezTo>
                  <a:cubicBezTo>
                    <a:pt x="49" y="18"/>
                    <a:pt x="49" y="18"/>
                    <a:pt x="49" y="18"/>
                  </a:cubicBezTo>
                  <a:cubicBezTo>
                    <a:pt x="50" y="18"/>
                    <a:pt x="50" y="18"/>
                    <a:pt x="50" y="18"/>
                  </a:cubicBezTo>
                  <a:cubicBezTo>
                    <a:pt x="50" y="17"/>
                    <a:pt x="50" y="17"/>
                    <a:pt x="50" y="17"/>
                  </a:cubicBezTo>
                  <a:cubicBezTo>
                    <a:pt x="49" y="15"/>
                    <a:pt x="49" y="12"/>
                    <a:pt x="46" y="10"/>
                  </a:cubicBezTo>
                  <a:lnTo>
                    <a:pt x="45" y="9"/>
                  </a:lnTo>
                  <a:close/>
                  <a:moveTo>
                    <a:pt x="57" y="25"/>
                  </a:moveTo>
                  <a:cubicBezTo>
                    <a:pt x="57" y="24"/>
                    <a:pt x="55" y="21"/>
                    <a:pt x="53" y="19"/>
                  </a:cubicBezTo>
                  <a:cubicBezTo>
                    <a:pt x="53" y="21"/>
                    <a:pt x="54" y="23"/>
                    <a:pt x="57" y="25"/>
                  </a:cubicBezTo>
                  <a:close/>
                  <a:moveTo>
                    <a:pt x="44" y="29"/>
                  </a:moveTo>
                  <a:cubicBezTo>
                    <a:pt x="45" y="32"/>
                    <a:pt x="49" y="36"/>
                    <a:pt x="51" y="35"/>
                  </a:cubicBezTo>
                  <a:cubicBezTo>
                    <a:pt x="52" y="35"/>
                    <a:pt x="53" y="34"/>
                    <a:pt x="53" y="33"/>
                  </a:cubicBezTo>
                  <a:cubicBezTo>
                    <a:pt x="51" y="33"/>
                    <a:pt x="49" y="32"/>
                    <a:pt x="47" y="30"/>
                  </a:cubicBezTo>
                  <a:cubicBezTo>
                    <a:pt x="46" y="30"/>
                    <a:pt x="45" y="29"/>
                    <a:pt x="45" y="29"/>
                  </a:cubicBezTo>
                  <a:cubicBezTo>
                    <a:pt x="44" y="29"/>
                    <a:pt x="44" y="29"/>
                    <a:pt x="44" y="29"/>
                  </a:cubicBezTo>
                  <a:close/>
                  <a:moveTo>
                    <a:pt x="5" y="49"/>
                  </a:moveTo>
                  <a:cubicBezTo>
                    <a:pt x="5" y="62"/>
                    <a:pt x="10" y="77"/>
                    <a:pt x="19" y="82"/>
                  </a:cubicBezTo>
                  <a:cubicBezTo>
                    <a:pt x="12" y="74"/>
                    <a:pt x="8" y="58"/>
                    <a:pt x="8" y="46"/>
                  </a:cubicBezTo>
                  <a:cubicBezTo>
                    <a:pt x="8" y="36"/>
                    <a:pt x="10" y="28"/>
                    <a:pt x="13" y="22"/>
                  </a:cubicBezTo>
                  <a:cubicBezTo>
                    <a:pt x="8" y="29"/>
                    <a:pt x="5" y="38"/>
                    <a:pt x="5" y="49"/>
                  </a:cubicBezTo>
                  <a:close/>
                  <a:moveTo>
                    <a:pt x="146" y="18"/>
                  </a:moveTo>
                  <a:cubicBezTo>
                    <a:pt x="146" y="18"/>
                    <a:pt x="146" y="18"/>
                    <a:pt x="146" y="18"/>
                  </a:cubicBezTo>
                  <a:cubicBezTo>
                    <a:pt x="146" y="21"/>
                    <a:pt x="139" y="31"/>
                    <a:pt x="134" y="33"/>
                  </a:cubicBezTo>
                  <a:cubicBezTo>
                    <a:pt x="134" y="33"/>
                    <a:pt x="134" y="33"/>
                    <a:pt x="134" y="33"/>
                  </a:cubicBezTo>
                  <a:cubicBezTo>
                    <a:pt x="103" y="35"/>
                    <a:pt x="85" y="24"/>
                    <a:pt x="66" y="10"/>
                  </a:cubicBezTo>
                  <a:cubicBezTo>
                    <a:pt x="63" y="8"/>
                    <a:pt x="63" y="8"/>
                    <a:pt x="63" y="8"/>
                  </a:cubicBezTo>
                  <a:cubicBezTo>
                    <a:pt x="67" y="9"/>
                    <a:pt x="67" y="9"/>
                    <a:pt x="67" y="9"/>
                  </a:cubicBezTo>
                  <a:cubicBezTo>
                    <a:pt x="73" y="10"/>
                    <a:pt x="80" y="13"/>
                    <a:pt x="88" y="17"/>
                  </a:cubicBezTo>
                  <a:cubicBezTo>
                    <a:pt x="108" y="26"/>
                    <a:pt x="131" y="36"/>
                    <a:pt x="144" y="16"/>
                  </a:cubicBezTo>
                  <a:cubicBezTo>
                    <a:pt x="145" y="16"/>
                    <a:pt x="145" y="16"/>
                    <a:pt x="145" y="16"/>
                  </a:cubicBezTo>
                  <a:cubicBezTo>
                    <a:pt x="145" y="16"/>
                    <a:pt x="145" y="16"/>
                    <a:pt x="145" y="16"/>
                  </a:cubicBezTo>
                  <a:cubicBezTo>
                    <a:pt x="146" y="16"/>
                    <a:pt x="146" y="16"/>
                    <a:pt x="146" y="18"/>
                  </a:cubicBezTo>
                  <a:close/>
                  <a:moveTo>
                    <a:pt x="133" y="31"/>
                  </a:moveTo>
                  <a:cubicBezTo>
                    <a:pt x="138" y="29"/>
                    <a:pt x="144" y="21"/>
                    <a:pt x="145" y="18"/>
                  </a:cubicBezTo>
                  <a:cubicBezTo>
                    <a:pt x="131" y="37"/>
                    <a:pt x="108" y="27"/>
                    <a:pt x="87" y="18"/>
                  </a:cubicBezTo>
                  <a:cubicBezTo>
                    <a:pt x="81" y="15"/>
                    <a:pt x="76" y="13"/>
                    <a:pt x="71" y="11"/>
                  </a:cubicBezTo>
                  <a:cubicBezTo>
                    <a:pt x="88" y="23"/>
                    <a:pt x="105" y="33"/>
                    <a:pt x="133" y="31"/>
                  </a:cubicBezTo>
                  <a:close/>
                  <a:moveTo>
                    <a:pt x="55" y="30"/>
                  </a:moveTo>
                  <a:cubicBezTo>
                    <a:pt x="54" y="30"/>
                    <a:pt x="54" y="30"/>
                    <a:pt x="54" y="30"/>
                  </a:cubicBezTo>
                  <a:cubicBezTo>
                    <a:pt x="47" y="29"/>
                    <a:pt x="42" y="25"/>
                    <a:pt x="42" y="17"/>
                  </a:cubicBezTo>
                  <a:cubicBezTo>
                    <a:pt x="42" y="16"/>
                    <a:pt x="42" y="16"/>
                    <a:pt x="42" y="16"/>
                  </a:cubicBezTo>
                  <a:cubicBezTo>
                    <a:pt x="43" y="16"/>
                    <a:pt x="43" y="16"/>
                    <a:pt x="43" y="16"/>
                  </a:cubicBezTo>
                  <a:cubicBezTo>
                    <a:pt x="50" y="17"/>
                    <a:pt x="53" y="23"/>
                    <a:pt x="55" y="29"/>
                  </a:cubicBezTo>
                  <a:lnTo>
                    <a:pt x="55" y="30"/>
                  </a:lnTo>
                  <a:close/>
                  <a:moveTo>
                    <a:pt x="43" y="17"/>
                  </a:moveTo>
                  <a:cubicBezTo>
                    <a:pt x="44" y="24"/>
                    <a:pt x="47" y="27"/>
                    <a:pt x="53" y="28"/>
                  </a:cubicBezTo>
                  <a:cubicBezTo>
                    <a:pt x="51" y="23"/>
                    <a:pt x="49" y="19"/>
                    <a:pt x="43" y="17"/>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21" name="Voľný tvar 49"/>
            <p:cNvSpPr>
              <a:spLocks noEditPoints="1"/>
            </p:cNvSpPr>
            <p:nvPr/>
          </p:nvSpPr>
          <p:spPr bwMode="auto">
            <a:xfrm>
              <a:off x="4162425" y="3344863"/>
              <a:ext cx="334963" cy="328613"/>
            </a:xfrm>
            <a:custGeom>
              <a:avLst/>
              <a:gdLst>
                <a:gd name="T0" fmla="*/ 61 w 149"/>
                <a:gd name="T1" fmla="*/ 17 h 146"/>
                <a:gd name="T2" fmla="*/ 70 w 149"/>
                <a:gd name="T3" fmla="*/ 13 h 146"/>
                <a:gd name="T4" fmla="*/ 67 w 149"/>
                <a:gd name="T5" fmla="*/ 22 h 146"/>
                <a:gd name="T6" fmla="*/ 71 w 149"/>
                <a:gd name="T7" fmla="*/ 8 h 146"/>
                <a:gd name="T8" fmla="*/ 77 w 149"/>
                <a:gd name="T9" fmla="*/ 20 h 146"/>
                <a:gd name="T10" fmla="*/ 146 w 149"/>
                <a:gd name="T11" fmla="*/ 39 h 146"/>
                <a:gd name="T12" fmla="*/ 125 w 149"/>
                <a:gd name="T13" fmla="*/ 103 h 146"/>
                <a:gd name="T14" fmla="*/ 146 w 149"/>
                <a:gd name="T15" fmla="*/ 99 h 146"/>
                <a:gd name="T16" fmla="*/ 148 w 149"/>
                <a:gd name="T17" fmla="*/ 120 h 146"/>
                <a:gd name="T18" fmla="*/ 129 w 149"/>
                <a:gd name="T19" fmla="*/ 119 h 146"/>
                <a:gd name="T20" fmla="*/ 141 w 149"/>
                <a:gd name="T21" fmla="*/ 143 h 146"/>
                <a:gd name="T22" fmla="*/ 124 w 149"/>
                <a:gd name="T23" fmla="*/ 108 h 146"/>
                <a:gd name="T24" fmla="*/ 121 w 149"/>
                <a:gd name="T25" fmla="*/ 76 h 146"/>
                <a:gd name="T26" fmla="*/ 132 w 149"/>
                <a:gd name="T27" fmla="*/ 18 h 146"/>
                <a:gd name="T28" fmla="*/ 46 w 149"/>
                <a:gd name="T29" fmla="*/ 31 h 146"/>
                <a:gd name="T30" fmla="*/ 0 w 149"/>
                <a:gd name="T31" fmla="*/ 27 h 146"/>
                <a:gd name="T32" fmla="*/ 60 w 149"/>
                <a:gd name="T33" fmla="*/ 24 h 146"/>
                <a:gd name="T34" fmla="*/ 58 w 149"/>
                <a:gd name="T35" fmla="*/ 11 h 146"/>
                <a:gd name="T36" fmla="*/ 68 w 149"/>
                <a:gd name="T37" fmla="*/ 8 h 146"/>
                <a:gd name="T38" fmla="*/ 61 w 149"/>
                <a:gd name="T39" fmla="*/ 17 h 146"/>
                <a:gd name="T40" fmla="*/ 58 w 149"/>
                <a:gd name="T41" fmla="*/ 27 h 146"/>
                <a:gd name="T42" fmla="*/ 31 w 149"/>
                <a:gd name="T43" fmla="*/ 25 h 146"/>
                <a:gd name="T44" fmla="*/ 58 w 149"/>
                <a:gd name="T45" fmla="*/ 27 h 146"/>
                <a:gd name="T46" fmla="*/ 101 w 149"/>
                <a:gd name="T47" fmla="*/ 11 h 146"/>
                <a:gd name="T48" fmla="*/ 88 w 149"/>
                <a:gd name="T49" fmla="*/ 20 h 146"/>
                <a:gd name="T50" fmla="*/ 101 w 149"/>
                <a:gd name="T51" fmla="*/ 11 h 146"/>
                <a:gd name="T52" fmla="*/ 142 w 149"/>
                <a:gd name="T53" fmla="*/ 32 h 146"/>
                <a:gd name="T54" fmla="*/ 141 w 149"/>
                <a:gd name="T55" fmla="*/ 34 h 146"/>
                <a:gd name="T56" fmla="*/ 122 w 149"/>
                <a:gd name="T57" fmla="*/ 95 h 146"/>
                <a:gd name="T58" fmla="*/ 142 w 149"/>
                <a:gd name="T59" fmla="*/ 32 h 146"/>
                <a:gd name="T60" fmla="*/ 145 w 149"/>
                <a:gd name="T61" fmla="*/ 119 h 146"/>
                <a:gd name="T62" fmla="*/ 142 w 149"/>
                <a:gd name="T63" fmla="*/ 106 h 146"/>
                <a:gd name="T64" fmla="*/ 132 w 149"/>
                <a:gd name="T65" fmla="*/ 106 h 146"/>
                <a:gd name="T66" fmla="*/ 145 w 149"/>
                <a:gd name="T67" fmla="*/ 119 h 146"/>
                <a:gd name="T68" fmla="*/ 146 w 149"/>
                <a:gd name="T69" fmla="*/ 103 h 146"/>
                <a:gd name="T70" fmla="*/ 134 w 149"/>
                <a:gd name="T71" fmla="*/ 103 h 146"/>
                <a:gd name="T72" fmla="*/ 146 w 149"/>
                <a:gd name="T73" fmla="*/ 10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9" h="146">
                  <a:moveTo>
                    <a:pt x="61" y="17"/>
                  </a:moveTo>
                  <a:cubicBezTo>
                    <a:pt x="64" y="17"/>
                    <a:pt x="67" y="9"/>
                    <a:pt x="70" y="13"/>
                  </a:cubicBezTo>
                  <a:cubicBezTo>
                    <a:pt x="68" y="15"/>
                    <a:pt x="65" y="17"/>
                    <a:pt x="67" y="22"/>
                  </a:cubicBezTo>
                  <a:cubicBezTo>
                    <a:pt x="78" y="22"/>
                    <a:pt x="72" y="11"/>
                    <a:pt x="71" y="8"/>
                  </a:cubicBezTo>
                  <a:cubicBezTo>
                    <a:pt x="75" y="4"/>
                    <a:pt x="81" y="15"/>
                    <a:pt x="77" y="20"/>
                  </a:cubicBezTo>
                  <a:cubicBezTo>
                    <a:pt x="103" y="0"/>
                    <a:pt x="144" y="7"/>
                    <a:pt x="146" y="39"/>
                  </a:cubicBezTo>
                  <a:cubicBezTo>
                    <a:pt x="148" y="63"/>
                    <a:pt x="123" y="79"/>
                    <a:pt x="125" y="103"/>
                  </a:cubicBezTo>
                  <a:cubicBezTo>
                    <a:pt x="130" y="105"/>
                    <a:pt x="138" y="94"/>
                    <a:pt x="146" y="99"/>
                  </a:cubicBezTo>
                  <a:cubicBezTo>
                    <a:pt x="149" y="104"/>
                    <a:pt x="147" y="114"/>
                    <a:pt x="148" y="120"/>
                  </a:cubicBezTo>
                  <a:cubicBezTo>
                    <a:pt x="142" y="125"/>
                    <a:pt x="135" y="122"/>
                    <a:pt x="129" y="119"/>
                  </a:cubicBezTo>
                  <a:cubicBezTo>
                    <a:pt x="129" y="131"/>
                    <a:pt x="129" y="143"/>
                    <a:pt x="141" y="143"/>
                  </a:cubicBezTo>
                  <a:cubicBezTo>
                    <a:pt x="120" y="146"/>
                    <a:pt x="125" y="125"/>
                    <a:pt x="124" y="108"/>
                  </a:cubicBezTo>
                  <a:cubicBezTo>
                    <a:pt x="123" y="95"/>
                    <a:pt x="118" y="88"/>
                    <a:pt x="121" y="76"/>
                  </a:cubicBezTo>
                  <a:cubicBezTo>
                    <a:pt x="125" y="57"/>
                    <a:pt x="149" y="40"/>
                    <a:pt x="132" y="18"/>
                  </a:cubicBezTo>
                  <a:cubicBezTo>
                    <a:pt x="101" y="5"/>
                    <a:pt x="76" y="33"/>
                    <a:pt x="46" y="31"/>
                  </a:cubicBezTo>
                  <a:cubicBezTo>
                    <a:pt x="31" y="30"/>
                    <a:pt x="16" y="16"/>
                    <a:pt x="0" y="27"/>
                  </a:cubicBezTo>
                  <a:cubicBezTo>
                    <a:pt x="14" y="12"/>
                    <a:pt x="37" y="23"/>
                    <a:pt x="60" y="24"/>
                  </a:cubicBezTo>
                  <a:cubicBezTo>
                    <a:pt x="62" y="22"/>
                    <a:pt x="58" y="15"/>
                    <a:pt x="58" y="11"/>
                  </a:cubicBezTo>
                  <a:cubicBezTo>
                    <a:pt x="61" y="10"/>
                    <a:pt x="64" y="4"/>
                    <a:pt x="68" y="8"/>
                  </a:cubicBezTo>
                  <a:cubicBezTo>
                    <a:pt x="67" y="9"/>
                    <a:pt x="59" y="9"/>
                    <a:pt x="61" y="17"/>
                  </a:cubicBezTo>
                  <a:close/>
                  <a:moveTo>
                    <a:pt x="58" y="27"/>
                  </a:moveTo>
                  <a:cubicBezTo>
                    <a:pt x="49" y="25"/>
                    <a:pt x="41" y="22"/>
                    <a:pt x="31" y="25"/>
                  </a:cubicBezTo>
                  <a:cubicBezTo>
                    <a:pt x="41" y="26"/>
                    <a:pt x="49" y="32"/>
                    <a:pt x="58" y="27"/>
                  </a:cubicBezTo>
                  <a:close/>
                  <a:moveTo>
                    <a:pt x="101" y="11"/>
                  </a:moveTo>
                  <a:cubicBezTo>
                    <a:pt x="98" y="14"/>
                    <a:pt x="85" y="15"/>
                    <a:pt x="88" y="20"/>
                  </a:cubicBezTo>
                  <a:cubicBezTo>
                    <a:pt x="90" y="15"/>
                    <a:pt x="104" y="16"/>
                    <a:pt x="101" y="11"/>
                  </a:cubicBezTo>
                  <a:close/>
                  <a:moveTo>
                    <a:pt x="142" y="32"/>
                  </a:moveTo>
                  <a:cubicBezTo>
                    <a:pt x="140" y="29"/>
                    <a:pt x="138" y="30"/>
                    <a:pt x="141" y="34"/>
                  </a:cubicBezTo>
                  <a:cubicBezTo>
                    <a:pt x="139" y="59"/>
                    <a:pt x="121" y="67"/>
                    <a:pt x="122" y="95"/>
                  </a:cubicBezTo>
                  <a:cubicBezTo>
                    <a:pt x="127" y="73"/>
                    <a:pt x="146" y="59"/>
                    <a:pt x="142" y="32"/>
                  </a:cubicBezTo>
                  <a:close/>
                  <a:moveTo>
                    <a:pt x="145" y="119"/>
                  </a:moveTo>
                  <a:cubicBezTo>
                    <a:pt x="145" y="113"/>
                    <a:pt x="145" y="109"/>
                    <a:pt x="142" y="106"/>
                  </a:cubicBezTo>
                  <a:cubicBezTo>
                    <a:pt x="139" y="106"/>
                    <a:pt x="135" y="106"/>
                    <a:pt x="132" y="106"/>
                  </a:cubicBezTo>
                  <a:cubicBezTo>
                    <a:pt x="126" y="113"/>
                    <a:pt x="134" y="121"/>
                    <a:pt x="145" y="119"/>
                  </a:cubicBezTo>
                  <a:close/>
                  <a:moveTo>
                    <a:pt x="146" y="103"/>
                  </a:moveTo>
                  <a:cubicBezTo>
                    <a:pt x="142" y="100"/>
                    <a:pt x="137" y="100"/>
                    <a:pt x="134" y="103"/>
                  </a:cubicBezTo>
                  <a:cubicBezTo>
                    <a:pt x="139" y="101"/>
                    <a:pt x="144" y="107"/>
                    <a:pt x="146" y="103"/>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22" name="Voľný tvar 50"/>
            <p:cNvSpPr>
              <a:spLocks noEditPoints="1"/>
            </p:cNvSpPr>
            <p:nvPr/>
          </p:nvSpPr>
          <p:spPr bwMode="auto">
            <a:xfrm>
              <a:off x="4162425" y="3359150"/>
              <a:ext cx="334963" cy="309563"/>
            </a:xfrm>
            <a:custGeom>
              <a:avLst/>
              <a:gdLst>
                <a:gd name="T0" fmla="*/ 69 w 149"/>
                <a:gd name="T1" fmla="*/ 3 h 138"/>
                <a:gd name="T2" fmla="*/ 64 w 149"/>
                <a:gd name="T3" fmla="*/ 7 h 138"/>
                <a:gd name="T4" fmla="*/ 70 w 149"/>
                <a:gd name="T5" fmla="*/ 7 h 138"/>
                <a:gd name="T6" fmla="*/ 70 w 149"/>
                <a:gd name="T7" fmla="*/ 3 h 138"/>
                <a:gd name="T8" fmla="*/ 73 w 149"/>
                <a:gd name="T9" fmla="*/ 1 h 138"/>
                <a:gd name="T10" fmla="*/ 147 w 149"/>
                <a:gd name="T11" fmla="*/ 33 h 138"/>
                <a:gd name="T12" fmla="*/ 142 w 149"/>
                <a:gd name="T13" fmla="*/ 91 h 138"/>
                <a:gd name="T14" fmla="*/ 149 w 149"/>
                <a:gd name="T15" fmla="*/ 114 h 138"/>
                <a:gd name="T16" fmla="*/ 130 w 149"/>
                <a:gd name="T17" fmla="*/ 114 h 138"/>
                <a:gd name="T18" fmla="*/ 137 w 149"/>
                <a:gd name="T19" fmla="*/ 138 h 138"/>
                <a:gd name="T20" fmla="*/ 122 w 149"/>
                <a:gd name="T21" fmla="*/ 94 h 138"/>
                <a:gd name="T22" fmla="*/ 129 w 149"/>
                <a:gd name="T23" fmla="*/ 51 h 138"/>
                <a:gd name="T24" fmla="*/ 49 w 149"/>
                <a:gd name="T25" fmla="*/ 26 h 138"/>
                <a:gd name="T26" fmla="*/ 1 w 149"/>
                <a:gd name="T27" fmla="*/ 21 h 138"/>
                <a:gd name="T28" fmla="*/ 39 w 149"/>
                <a:gd name="T29" fmla="*/ 15 h 138"/>
                <a:gd name="T30" fmla="*/ 58 w 149"/>
                <a:gd name="T31" fmla="*/ 5 h 138"/>
                <a:gd name="T32" fmla="*/ 67 w 149"/>
                <a:gd name="T33" fmla="*/ 2 h 138"/>
                <a:gd name="T34" fmla="*/ 60 w 149"/>
                <a:gd name="T35" fmla="*/ 10 h 138"/>
                <a:gd name="T36" fmla="*/ 77 w 149"/>
                <a:gd name="T37" fmla="*/ 14 h 138"/>
                <a:gd name="T38" fmla="*/ 73 w 149"/>
                <a:gd name="T39" fmla="*/ 15 h 138"/>
                <a:gd name="T40" fmla="*/ 68 w 149"/>
                <a:gd name="T41" fmla="*/ 8 h 138"/>
                <a:gd name="T42" fmla="*/ 61 w 149"/>
                <a:gd name="T43" fmla="*/ 12 h 138"/>
                <a:gd name="T44" fmla="*/ 60 w 149"/>
                <a:gd name="T45" fmla="*/ 19 h 138"/>
                <a:gd name="T46" fmla="*/ 7 w 149"/>
                <a:gd name="T47" fmla="*/ 17 h 138"/>
                <a:gd name="T48" fmla="*/ 40 w 149"/>
                <a:gd name="T49" fmla="*/ 17 h 138"/>
                <a:gd name="T50" fmla="*/ 60 w 149"/>
                <a:gd name="T51" fmla="*/ 20 h 138"/>
                <a:gd name="T52" fmla="*/ 31 w 149"/>
                <a:gd name="T53" fmla="*/ 20 h 138"/>
                <a:gd name="T54" fmla="*/ 49 w 149"/>
                <a:gd name="T55" fmla="*/ 24 h 138"/>
                <a:gd name="T56" fmla="*/ 87 w 149"/>
                <a:gd name="T57" fmla="*/ 12 h 138"/>
                <a:gd name="T58" fmla="*/ 77 w 149"/>
                <a:gd name="T59" fmla="*/ 14 h 138"/>
                <a:gd name="T60" fmla="*/ 124 w 149"/>
                <a:gd name="T61" fmla="*/ 97 h 138"/>
                <a:gd name="T62" fmla="*/ 101 w 149"/>
                <a:gd name="T63" fmla="*/ 4 h 138"/>
                <a:gd name="T64" fmla="*/ 89 w 149"/>
                <a:gd name="T65" fmla="*/ 14 h 138"/>
                <a:gd name="T66" fmla="*/ 133 w 149"/>
                <a:gd name="T67" fmla="*/ 12 h 138"/>
                <a:gd name="T68" fmla="*/ 131 w 149"/>
                <a:gd name="T69" fmla="*/ 55 h 138"/>
                <a:gd name="T70" fmla="*/ 140 w 149"/>
                <a:gd name="T71" fmla="*/ 24 h 138"/>
                <a:gd name="T72" fmla="*/ 123 w 149"/>
                <a:gd name="T73" fmla="*/ 89 h 138"/>
                <a:gd name="T74" fmla="*/ 135 w 149"/>
                <a:gd name="T75" fmla="*/ 137 h 138"/>
                <a:gd name="T76" fmla="*/ 141 w 149"/>
                <a:gd name="T77" fmla="*/ 116 h 138"/>
                <a:gd name="T78" fmla="*/ 147 w 149"/>
                <a:gd name="T79" fmla="*/ 98 h 138"/>
                <a:gd name="T80" fmla="*/ 131 w 149"/>
                <a:gd name="T81" fmla="*/ 99 h 138"/>
                <a:gd name="T82" fmla="*/ 146 w 149"/>
                <a:gd name="T83" fmla="*/ 94 h 138"/>
                <a:gd name="T84" fmla="*/ 88 w 149"/>
                <a:gd name="T85" fmla="*/ 12 h 138"/>
                <a:gd name="T86" fmla="*/ 95 w 149"/>
                <a:gd name="T87" fmla="*/ 9 h 138"/>
                <a:gd name="T88" fmla="*/ 40 w 149"/>
                <a:gd name="T89" fmla="*/ 19 h 138"/>
                <a:gd name="T90" fmla="*/ 56 w 149"/>
                <a:gd name="T91" fmla="*/ 21 h 138"/>
                <a:gd name="T92" fmla="*/ 141 w 149"/>
                <a:gd name="T93" fmla="*/ 28 h 138"/>
                <a:gd name="T94" fmla="*/ 131 w 149"/>
                <a:gd name="T95" fmla="*/ 66 h 138"/>
                <a:gd name="T96" fmla="*/ 141 w 149"/>
                <a:gd name="T97" fmla="*/ 97 h 138"/>
                <a:gd name="T98" fmla="*/ 143 w 149"/>
                <a:gd name="T99" fmla="*/ 100 h 138"/>
                <a:gd name="T100" fmla="*/ 130 w 149"/>
                <a:gd name="T101" fmla="*/ 108 h 138"/>
                <a:gd name="T102" fmla="*/ 131 w 149"/>
                <a:gd name="T103" fmla="*/ 107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9" h="138">
                  <a:moveTo>
                    <a:pt x="65" y="0"/>
                  </a:moveTo>
                  <a:cubicBezTo>
                    <a:pt x="66" y="0"/>
                    <a:pt x="68" y="1"/>
                    <a:pt x="69" y="2"/>
                  </a:cubicBezTo>
                  <a:cubicBezTo>
                    <a:pt x="69" y="2"/>
                    <a:pt x="69" y="2"/>
                    <a:pt x="69" y="2"/>
                  </a:cubicBezTo>
                  <a:cubicBezTo>
                    <a:pt x="69" y="3"/>
                    <a:pt x="69" y="3"/>
                    <a:pt x="69" y="3"/>
                  </a:cubicBezTo>
                  <a:cubicBezTo>
                    <a:pt x="68" y="3"/>
                    <a:pt x="68" y="3"/>
                    <a:pt x="67" y="4"/>
                  </a:cubicBezTo>
                  <a:cubicBezTo>
                    <a:pt x="65" y="4"/>
                    <a:pt x="63" y="4"/>
                    <a:pt x="62" y="6"/>
                  </a:cubicBezTo>
                  <a:cubicBezTo>
                    <a:pt x="62" y="7"/>
                    <a:pt x="61" y="8"/>
                    <a:pt x="62" y="10"/>
                  </a:cubicBezTo>
                  <a:cubicBezTo>
                    <a:pt x="63" y="9"/>
                    <a:pt x="63" y="8"/>
                    <a:pt x="64" y="7"/>
                  </a:cubicBezTo>
                  <a:cubicBezTo>
                    <a:pt x="66" y="6"/>
                    <a:pt x="67" y="5"/>
                    <a:pt x="68" y="5"/>
                  </a:cubicBezTo>
                  <a:cubicBezTo>
                    <a:pt x="69" y="5"/>
                    <a:pt x="70" y="5"/>
                    <a:pt x="70" y="6"/>
                  </a:cubicBezTo>
                  <a:cubicBezTo>
                    <a:pt x="71" y="6"/>
                    <a:pt x="71" y="6"/>
                    <a:pt x="71" y="6"/>
                  </a:cubicBezTo>
                  <a:cubicBezTo>
                    <a:pt x="70" y="7"/>
                    <a:pt x="70" y="7"/>
                    <a:pt x="70" y="7"/>
                  </a:cubicBezTo>
                  <a:cubicBezTo>
                    <a:pt x="70" y="8"/>
                    <a:pt x="69" y="8"/>
                    <a:pt x="69" y="9"/>
                  </a:cubicBezTo>
                  <a:cubicBezTo>
                    <a:pt x="68" y="11"/>
                    <a:pt x="67" y="12"/>
                    <a:pt x="67" y="16"/>
                  </a:cubicBezTo>
                  <a:cubicBezTo>
                    <a:pt x="70" y="16"/>
                    <a:pt x="71" y="15"/>
                    <a:pt x="72" y="14"/>
                  </a:cubicBezTo>
                  <a:cubicBezTo>
                    <a:pt x="74" y="11"/>
                    <a:pt x="71" y="5"/>
                    <a:pt x="70" y="3"/>
                  </a:cubicBezTo>
                  <a:cubicBezTo>
                    <a:pt x="70" y="2"/>
                    <a:pt x="70" y="2"/>
                    <a:pt x="70" y="2"/>
                  </a:cubicBezTo>
                  <a:cubicBezTo>
                    <a:pt x="71" y="2"/>
                    <a:pt x="71" y="2"/>
                    <a:pt x="71" y="2"/>
                  </a:cubicBezTo>
                  <a:cubicBezTo>
                    <a:pt x="71" y="1"/>
                    <a:pt x="72" y="1"/>
                    <a:pt x="73" y="1"/>
                  </a:cubicBezTo>
                  <a:cubicBezTo>
                    <a:pt x="73" y="1"/>
                    <a:pt x="73" y="1"/>
                    <a:pt x="73" y="1"/>
                  </a:cubicBezTo>
                  <a:cubicBezTo>
                    <a:pt x="75" y="1"/>
                    <a:pt x="77" y="3"/>
                    <a:pt x="78" y="5"/>
                  </a:cubicBezTo>
                  <a:cubicBezTo>
                    <a:pt x="79" y="7"/>
                    <a:pt x="79" y="9"/>
                    <a:pt x="79" y="11"/>
                  </a:cubicBezTo>
                  <a:cubicBezTo>
                    <a:pt x="88" y="5"/>
                    <a:pt x="99" y="2"/>
                    <a:pt x="110" y="2"/>
                  </a:cubicBezTo>
                  <a:cubicBezTo>
                    <a:pt x="131" y="2"/>
                    <a:pt x="145" y="14"/>
                    <a:pt x="147" y="33"/>
                  </a:cubicBezTo>
                  <a:cubicBezTo>
                    <a:pt x="148" y="45"/>
                    <a:pt x="142" y="55"/>
                    <a:pt x="137" y="65"/>
                  </a:cubicBezTo>
                  <a:cubicBezTo>
                    <a:pt x="131" y="75"/>
                    <a:pt x="125" y="85"/>
                    <a:pt x="126" y="97"/>
                  </a:cubicBezTo>
                  <a:cubicBezTo>
                    <a:pt x="127" y="97"/>
                    <a:pt x="130" y="96"/>
                    <a:pt x="132" y="95"/>
                  </a:cubicBezTo>
                  <a:cubicBezTo>
                    <a:pt x="135" y="93"/>
                    <a:pt x="138" y="91"/>
                    <a:pt x="142" y="91"/>
                  </a:cubicBezTo>
                  <a:cubicBezTo>
                    <a:pt x="144" y="91"/>
                    <a:pt x="145" y="92"/>
                    <a:pt x="147" y="93"/>
                  </a:cubicBezTo>
                  <a:cubicBezTo>
                    <a:pt x="147" y="93"/>
                    <a:pt x="147" y="93"/>
                    <a:pt x="147" y="93"/>
                  </a:cubicBezTo>
                  <a:cubicBezTo>
                    <a:pt x="149" y="96"/>
                    <a:pt x="149" y="101"/>
                    <a:pt x="149" y="106"/>
                  </a:cubicBezTo>
                  <a:cubicBezTo>
                    <a:pt x="148" y="109"/>
                    <a:pt x="148" y="112"/>
                    <a:pt x="149" y="114"/>
                  </a:cubicBezTo>
                  <a:cubicBezTo>
                    <a:pt x="149" y="115"/>
                    <a:pt x="149" y="115"/>
                    <a:pt x="149" y="115"/>
                  </a:cubicBezTo>
                  <a:cubicBezTo>
                    <a:pt x="148" y="115"/>
                    <a:pt x="148" y="115"/>
                    <a:pt x="148" y="115"/>
                  </a:cubicBezTo>
                  <a:cubicBezTo>
                    <a:pt x="146" y="117"/>
                    <a:pt x="143" y="118"/>
                    <a:pt x="141" y="118"/>
                  </a:cubicBezTo>
                  <a:cubicBezTo>
                    <a:pt x="137" y="118"/>
                    <a:pt x="134" y="116"/>
                    <a:pt x="130" y="114"/>
                  </a:cubicBezTo>
                  <a:cubicBezTo>
                    <a:pt x="130" y="115"/>
                    <a:pt x="130" y="115"/>
                    <a:pt x="130" y="115"/>
                  </a:cubicBezTo>
                  <a:cubicBezTo>
                    <a:pt x="130" y="126"/>
                    <a:pt x="130" y="136"/>
                    <a:pt x="141" y="136"/>
                  </a:cubicBezTo>
                  <a:cubicBezTo>
                    <a:pt x="141" y="138"/>
                    <a:pt x="141" y="138"/>
                    <a:pt x="141" y="138"/>
                  </a:cubicBezTo>
                  <a:cubicBezTo>
                    <a:pt x="139" y="138"/>
                    <a:pt x="138" y="138"/>
                    <a:pt x="137" y="138"/>
                  </a:cubicBezTo>
                  <a:cubicBezTo>
                    <a:pt x="123" y="138"/>
                    <a:pt x="123" y="125"/>
                    <a:pt x="123" y="112"/>
                  </a:cubicBezTo>
                  <a:cubicBezTo>
                    <a:pt x="123" y="108"/>
                    <a:pt x="123" y="105"/>
                    <a:pt x="123" y="102"/>
                  </a:cubicBezTo>
                  <a:cubicBezTo>
                    <a:pt x="123" y="99"/>
                    <a:pt x="122" y="96"/>
                    <a:pt x="122" y="94"/>
                  </a:cubicBezTo>
                  <a:cubicBezTo>
                    <a:pt x="122" y="94"/>
                    <a:pt x="122" y="94"/>
                    <a:pt x="122" y="94"/>
                  </a:cubicBezTo>
                  <a:cubicBezTo>
                    <a:pt x="122" y="93"/>
                    <a:pt x="122" y="93"/>
                    <a:pt x="122" y="93"/>
                  </a:cubicBezTo>
                  <a:cubicBezTo>
                    <a:pt x="121" y="92"/>
                    <a:pt x="121" y="91"/>
                    <a:pt x="121" y="90"/>
                  </a:cubicBezTo>
                  <a:cubicBezTo>
                    <a:pt x="120" y="84"/>
                    <a:pt x="118" y="78"/>
                    <a:pt x="120" y="70"/>
                  </a:cubicBezTo>
                  <a:cubicBezTo>
                    <a:pt x="122" y="64"/>
                    <a:pt x="125" y="57"/>
                    <a:pt x="129" y="51"/>
                  </a:cubicBezTo>
                  <a:cubicBezTo>
                    <a:pt x="136" y="39"/>
                    <a:pt x="143" y="27"/>
                    <a:pt x="132" y="13"/>
                  </a:cubicBezTo>
                  <a:cubicBezTo>
                    <a:pt x="126" y="11"/>
                    <a:pt x="121" y="10"/>
                    <a:pt x="115" y="10"/>
                  </a:cubicBezTo>
                  <a:cubicBezTo>
                    <a:pt x="104" y="10"/>
                    <a:pt x="93" y="14"/>
                    <a:pt x="83" y="18"/>
                  </a:cubicBezTo>
                  <a:cubicBezTo>
                    <a:pt x="72" y="22"/>
                    <a:pt x="61" y="26"/>
                    <a:pt x="49" y="26"/>
                  </a:cubicBezTo>
                  <a:cubicBezTo>
                    <a:pt x="48" y="26"/>
                    <a:pt x="47" y="26"/>
                    <a:pt x="45" y="26"/>
                  </a:cubicBezTo>
                  <a:cubicBezTo>
                    <a:pt x="40" y="25"/>
                    <a:pt x="35" y="23"/>
                    <a:pt x="30" y="22"/>
                  </a:cubicBezTo>
                  <a:cubicBezTo>
                    <a:pt x="25" y="19"/>
                    <a:pt x="19" y="17"/>
                    <a:pt x="13" y="17"/>
                  </a:cubicBezTo>
                  <a:cubicBezTo>
                    <a:pt x="9" y="17"/>
                    <a:pt x="4" y="19"/>
                    <a:pt x="1" y="21"/>
                  </a:cubicBezTo>
                  <a:cubicBezTo>
                    <a:pt x="0" y="20"/>
                    <a:pt x="0" y="20"/>
                    <a:pt x="0" y="20"/>
                  </a:cubicBezTo>
                  <a:cubicBezTo>
                    <a:pt x="5" y="15"/>
                    <a:pt x="11" y="13"/>
                    <a:pt x="20" y="13"/>
                  </a:cubicBezTo>
                  <a:cubicBezTo>
                    <a:pt x="20" y="13"/>
                    <a:pt x="20" y="13"/>
                    <a:pt x="20" y="13"/>
                  </a:cubicBezTo>
                  <a:cubicBezTo>
                    <a:pt x="26" y="13"/>
                    <a:pt x="33" y="14"/>
                    <a:pt x="39" y="15"/>
                  </a:cubicBezTo>
                  <a:cubicBezTo>
                    <a:pt x="46" y="16"/>
                    <a:pt x="53" y="17"/>
                    <a:pt x="59" y="17"/>
                  </a:cubicBezTo>
                  <a:cubicBezTo>
                    <a:pt x="61" y="16"/>
                    <a:pt x="60" y="13"/>
                    <a:pt x="59" y="10"/>
                  </a:cubicBezTo>
                  <a:cubicBezTo>
                    <a:pt x="58" y="8"/>
                    <a:pt x="58" y="7"/>
                    <a:pt x="58" y="5"/>
                  </a:cubicBezTo>
                  <a:cubicBezTo>
                    <a:pt x="58" y="5"/>
                    <a:pt x="58" y="5"/>
                    <a:pt x="58" y="5"/>
                  </a:cubicBezTo>
                  <a:cubicBezTo>
                    <a:pt x="58" y="4"/>
                    <a:pt x="58" y="4"/>
                    <a:pt x="58" y="4"/>
                  </a:cubicBezTo>
                  <a:cubicBezTo>
                    <a:pt x="59" y="4"/>
                    <a:pt x="59" y="3"/>
                    <a:pt x="60" y="3"/>
                  </a:cubicBezTo>
                  <a:cubicBezTo>
                    <a:pt x="62" y="1"/>
                    <a:pt x="63" y="0"/>
                    <a:pt x="65" y="0"/>
                  </a:cubicBezTo>
                  <a:close/>
                  <a:moveTo>
                    <a:pt x="67" y="2"/>
                  </a:moveTo>
                  <a:cubicBezTo>
                    <a:pt x="65" y="1"/>
                    <a:pt x="63" y="2"/>
                    <a:pt x="61" y="4"/>
                  </a:cubicBezTo>
                  <a:cubicBezTo>
                    <a:pt x="60" y="4"/>
                    <a:pt x="60" y="5"/>
                    <a:pt x="59" y="5"/>
                  </a:cubicBezTo>
                  <a:cubicBezTo>
                    <a:pt x="59" y="7"/>
                    <a:pt x="60" y="8"/>
                    <a:pt x="60" y="10"/>
                  </a:cubicBezTo>
                  <a:cubicBezTo>
                    <a:pt x="60" y="10"/>
                    <a:pt x="60" y="10"/>
                    <a:pt x="60" y="10"/>
                  </a:cubicBezTo>
                  <a:cubicBezTo>
                    <a:pt x="60" y="8"/>
                    <a:pt x="60" y="7"/>
                    <a:pt x="61" y="5"/>
                  </a:cubicBezTo>
                  <a:cubicBezTo>
                    <a:pt x="62" y="3"/>
                    <a:pt x="65" y="3"/>
                    <a:pt x="66" y="2"/>
                  </a:cubicBezTo>
                  <a:cubicBezTo>
                    <a:pt x="66" y="2"/>
                    <a:pt x="67" y="2"/>
                    <a:pt x="67" y="2"/>
                  </a:cubicBezTo>
                  <a:close/>
                  <a:moveTo>
                    <a:pt x="77" y="14"/>
                  </a:moveTo>
                  <a:cubicBezTo>
                    <a:pt x="76" y="13"/>
                    <a:pt x="76" y="13"/>
                    <a:pt x="76" y="13"/>
                  </a:cubicBezTo>
                  <a:cubicBezTo>
                    <a:pt x="78" y="11"/>
                    <a:pt x="78" y="8"/>
                    <a:pt x="77" y="6"/>
                  </a:cubicBezTo>
                  <a:cubicBezTo>
                    <a:pt x="75" y="3"/>
                    <a:pt x="73" y="1"/>
                    <a:pt x="72" y="2"/>
                  </a:cubicBezTo>
                  <a:cubicBezTo>
                    <a:pt x="73" y="5"/>
                    <a:pt x="76" y="11"/>
                    <a:pt x="73" y="15"/>
                  </a:cubicBezTo>
                  <a:cubicBezTo>
                    <a:pt x="72" y="16"/>
                    <a:pt x="70" y="17"/>
                    <a:pt x="67" y="17"/>
                  </a:cubicBezTo>
                  <a:cubicBezTo>
                    <a:pt x="66" y="17"/>
                    <a:pt x="66" y="17"/>
                    <a:pt x="66" y="17"/>
                  </a:cubicBezTo>
                  <a:cubicBezTo>
                    <a:pt x="66" y="17"/>
                    <a:pt x="66" y="17"/>
                    <a:pt x="66" y="17"/>
                  </a:cubicBezTo>
                  <a:cubicBezTo>
                    <a:pt x="65" y="12"/>
                    <a:pt x="66" y="10"/>
                    <a:pt x="68" y="8"/>
                  </a:cubicBezTo>
                  <a:cubicBezTo>
                    <a:pt x="68" y="8"/>
                    <a:pt x="68" y="7"/>
                    <a:pt x="69" y="7"/>
                  </a:cubicBezTo>
                  <a:cubicBezTo>
                    <a:pt x="69" y="6"/>
                    <a:pt x="68" y="6"/>
                    <a:pt x="68" y="6"/>
                  </a:cubicBezTo>
                  <a:cubicBezTo>
                    <a:pt x="67" y="6"/>
                    <a:pt x="66" y="7"/>
                    <a:pt x="65" y="8"/>
                  </a:cubicBezTo>
                  <a:cubicBezTo>
                    <a:pt x="64" y="10"/>
                    <a:pt x="63" y="11"/>
                    <a:pt x="61" y="12"/>
                  </a:cubicBezTo>
                  <a:cubicBezTo>
                    <a:pt x="61" y="12"/>
                    <a:pt x="61" y="12"/>
                    <a:pt x="61" y="12"/>
                  </a:cubicBezTo>
                  <a:cubicBezTo>
                    <a:pt x="61" y="14"/>
                    <a:pt x="62" y="17"/>
                    <a:pt x="60" y="18"/>
                  </a:cubicBezTo>
                  <a:cubicBezTo>
                    <a:pt x="60" y="19"/>
                    <a:pt x="60" y="19"/>
                    <a:pt x="60" y="19"/>
                  </a:cubicBezTo>
                  <a:cubicBezTo>
                    <a:pt x="60" y="19"/>
                    <a:pt x="60" y="19"/>
                    <a:pt x="60" y="19"/>
                  </a:cubicBezTo>
                  <a:cubicBezTo>
                    <a:pt x="53" y="18"/>
                    <a:pt x="46" y="17"/>
                    <a:pt x="39" y="16"/>
                  </a:cubicBezTo>
                  <a:cubicBezTo>
                    <a:pt x="32" y="15"/>
                    <a:pt x="26" y="14"/>
                    <a:pt x="20" y="14"/>
                  </a:cubicBezTo>
                  <a:cubicBezTo>
                    <a:pt x="20" y="14"/>
                    <a:pt x="20" y="14"/>
                    <a:pt x="20" y="14"/>
                  </a:cubicBezTo>
                  <a:cubicBezTo>
                    <a:pt x="15" y="14"/>
                    <a:pt x="11" y="15"/>
                    <a:pt x="7" y="17"/>
                  </a:cubicBezTo>
                  <a:cubicBezTo>
                    <a:pt x="9" y="16"/>
                    <a:pt x="11" y="16"/>
                    <a:pt x="13" y="16"/>
                  </a:cubicBezTo>
                  <a:cubicBezTo>
                    <a:pt x="18" y="16"/>
                    <a:pt x="24" y="18"/>
                    <a:pt x="29" y="19"/>
                  </a:cubicBezTo>
                  <a:cubicBezTo>
                    <a:pt x="31" y="19"/>
                    <a:pt x="31" y="19"/>
                    <a:pt x="31" y="19"/>
                  </a:cubicBezTo>
                  <a:cubicBezTo>
                    <a:pt x="34" y="18"/>
                    <a:pt x="37" y="17"/>
                    <a:pt x="40" y="17"/>
                  </a:cubicBezTo>
                  <a:cubicBezTo>
                    <a:pt x="40" y="17"/>
                    <a:pt x="40" y="17"/>
                    <a:pt x="40" y="17"/>
                  </a:cubicBezTo>
                  <a:cubicBezTo>
                    <a:pt x="45" y="17"/>
                    <a:pt x="49" y="18"/>
                    <a:pt x="54" y="19"/>
                  </a:cubicBezTo>
                  <a:cubicBezTo>
                    <a:pt x="55" y="19"/>
                    <a:pt x="57" y="20"/>
                    <a:pt x="58" y="20"/>
                  </a:cubicBezTo>
                  <a:cubicBezTo>
                    <a:pt x="60" y="20"/>
                    <a:pt x="60" y="20"/>
                    <a:pt x="60" y="20"/>
                  </a:cubicBezTo>
                  <a:cubicBezTo>
                    <a:pt x="59" y="21"/>
                    <a:pt x="59" y="21"/>
                    <a:pt x="59" y="21"/>
                  </a:cubicBezTo>
                  <a:cubicBezTo>
                    <a:pt x="56" y="23"/>
                    <a:pt x="53" y="24"/>
                    <a:pt x="50" y="24"/>
                  </a:cubicBezTo>
                  <a:cubicBezTo>
                    <a:pt x="47" y="24"/>
                    <a:pt x="43" y="23"/>
                    <a:pt x="40" y="22"/>
                  </a:cubicBezTo>
                  <a:cubicBezTo>
                    <a:pt x="37" y="21"/>
                    <a:pt x="34" y="20"/>
                    <a:pt x="31" y="20"/>
                  </a:cubicBezTo>
                  <a:cubicBezTo>
                    <a:pt x="30" y="20"/>
                    <a:pt x="30" y="20"/>
                    <a:pt x="30" y="20"/>
                  </a:cubicBezTo>
                  <a:cubicBezTo>
                    <a:pt x="30" y="20"/>
                    <a:pt x="31" y="20"/>
                    <a:pt x="31" y="20"/>
                  </a:cubicBezTo>
                  <a:cubicBezTo>
                    <a:pt x="36" y="22"/>
                    <a:pt x="41" y="24"/>
                    <a:pt x="46" y="24"/>
                  </a:cubicBezTo>
                  <a:cubicBezTo>
                    <a:pt x="47" y="24"/>
                    <a:pt x="48" y="24"/>
                    <a:pt x="49" y="24"/>
                  </a:cubicBezTo>
                  <a:cubicBezTo>
                    <a:pt x="61" y="24"/>
                    <a:pt x="72" y="20"/>
                    <a:pt x="82" y="16"/>
                  </a:cubicBezTo>
                  <a:cubicBezTo>
                    <a:pt x="84" y="16"/>
                    <a:pt x="86" y="15"/>
                    <a:pt x="88" y="14"/>
                  </a:cubicBezTo>
                  <a:cubicBezTo>
                    <a:pt x="88" y="14"/>
                    <a:pt x="88" y="14"/>
                    <a:pt x="88" y="14"/>
                  </a:cubicBezTo>
                  <a:cubicBezTo>
                    <a:pt x="87" y="13"/>
                    <a:pt x="87" y="12"/>
                    <a:pt x="87" y="12"/>
                  </a:cubicBezTo>
                  <a:cubicBezTo>
                    <a:pt x="88" y="10"/>
                    <a:pt x="91" y="9"/>
                    <a:pt x="94" y="7"/>
                  </a:cubicBezTo>
                  <a:cubicBezTo>
                    <a:pt x="97" y="7"/>
                    <a:pt x="99" y="6"/>
                    <a:pt x="100" y="5"/>
                  </a:cubicBezTo>
                  <a:cubicBezTo>
                    <a:pt x="101" y="4"/>
                    <a:pt x="101" y="4"/>
                    <a:pt x="101" y="4"/>
                  </a:cubicBezTo>
                  <a:cubicBezTo>
                    <a:pt x="92" y="6"/>
                    <a:pt x="84" y="9"/>
                    <a:pt x="77" y="14"/>
                  </a:cubicBezTo>
                  <a:close/>
                  <a:moveTo>
                    <a:pt x="126" y="98"/>
                  </a:moveTo>
                  <a:cubicBezTo>
                    <a:pt x="126" y="98"/>
                    <a:pt x="125" y="98"/>
                    <a:pt x="125" y="98"/>
                  </a:cubicBezTo>
                  <a:cubicBezTo>
                    <a:pt x="124" y="98"/>
                    <a:pt x="124" y="98"/>
                    <a:pt x="124" y="98"/>
                  </a:cubicBezTo>
                  <a:cubicBezTo>
                    <a:pt x="124" y="97"/>
                    <a:pt x="124" y="97"/>
                    <a:pt x="124" y="97"/>
                  </a:cubicBezTo>
                  <a:cubicBezTo>
                    <a:pt x="123" y="85"/>
                    <a:pt x="129" y="74"/>
                    <a:pt x="135" y="64"/>
                  </a:cubicBezTo>
                  <a:cubicBezTo>
                    <a:pt x="141" y="54"/>
                    <a:pt x="147" y="45"/>
                    <a:pt x="146" y="34"/>
                  </a:cubicBezTo>
                  <a:cubicBezTo>
                    <a:pt x="144" y="15"/>
                    <a:pt x="130" y="4"/>
                    <a:pt x="110" y="4"/>
                  </a:cubicBezTo>
                  <a:cubicBezTo>
                    <a:pt x="107" y="4"/>
                    <a:pt x="104" y="4"/>
                    <a:pt x="101" y="4"/>
                  </a:cubicBezTo>
                  <a:cubicBezTo>
                    <a:pt x="102" y="5"/>
                    <a:pt x="102" y="5"/>
                    <a:pt x="102" y="5"/>
                  </a:cubicBezTo>
                  <a:cubicBezTo>
                    <a:pt x="102" y="6"/>
                    <a:pt x="102" y="6"/>
                    <a:pt x="102" y="7"/>
                  </a:cubicBezTo>
                  <a:cubicBezTo>
                    <a:pt x="101" y="9"/>
                    <a:pt x="99" y="10"/>
                    <a:pt x="96" y="11"/>
                  </a:cubicBezTo>
                  <a:cubicBezTo>
                    <a:pt x="93" y="11"/>
                    <a:pt x="90" y="12"/>
                    <a:pt x="89" y="14"/>
                  </a:cubicBezTo>
                  <a:cubicBezTo>
                    <a:pt x="97" y="11"/>
                    <a:pt x="106" y="8"/>
                    <a:pt x="115" y="8"/>
                  </a:cubicBezTo>
                  <a:cubicBezTo>
                    <a:pt x="121" y="8"/>
                    <a:pt x="127" y="9"/>
                    <a:pt x="132" y="12"/>
                  </a:cubicBezTo>
                  <a:cubicBezTo>
                    <a:pt x="133" y="12"/>
                    <a:pt x="133" y="12"/>
                    <a:pt x="133" y="12"/>
                  </a:cubicBezTo>
                  <a:cubicBezTo>
                    <a:pt x="133" y="12"/>
                    <a:pt x="133" y="12"/>
                    <a:pt x="133" y="12"/>
                  </a:cubicBezTo>
                  <a:cubicBezTo>
                    <a:pt x="145" y="27"/>
                    <a:pt x="137" y="40"/>
                    <a:pt x="130" y="52"/>
                  </a:cubicBezTo>
                  <a:cubicBezTo>
                    <a:pt x="126" y="58"/>
                    <a:pt x="123" y="64"/>
                    <a:pt x="122" y="71"/>
                  </a:cubicBezTo>
                  <a:cubicBezTo>
                    <a:pt x="120" y="76"/>
                    <a:pt x="121" y="80"/>
                    <a:pt x="121" y="84"/>
                  </a:cubicBezTo>
                  <a:cubicBezTo>
                    <a:pt x="122" y="72"/>
                    <a:pt x="126" y="63"/>
                    <a:pt x="131" y="55"/>
                  </a:cubicBezTo>
                  <a:cubicBezTo>
                    <a:pt x="135" y="47"/>
                    <a:pt x="139" y="39"/>
                    <a:pt x="140" y="28"/>
                  </a:cubicBezTo>
                  <a:cubicBezTo>
                    <a:pt x="139" y="27"/>
                    <a:pt x="138" y="25"/>
                    <a:pt x="139" y="24"/>
                  </a:cubicBezTo>
                  <a:cubicBezTo>
                    <a:pt x="139" y="24"/>
                    <a:pt x="139" y="24"/>
                    <a:pt x="140" y="24"/>
                  </a:cubicBezTo>
                  <a:cubicBezTo>
                    <a:pt x="140" y="24"/>
                    <a:pt x="140" y="24"/>
                    <a:pt x="140" y="24"/>
                  </a:cubicBezTo>
                  <a:cubicBezTo>
                    <a:pt x="141" y="24"/>
                    <a:pt x="142" y="24"/>
                    <a:pt x="143" y="26"/>
                  </a:cubicBezTo>
                  <a:cubicBezTo>
                    <a:pt x="143" y="26"/>
                    <a:pt x="143" y="26"/>
                    <a:pt x="143" y="26"/>
                  </a:cubicBezTo>
                  <a:cubicBezTo>
                    <a:pt x="145" y="43"/>
                    <a:pt x="139" y="55"/>
                    <a:pt x="133" y="66"/>
                  </a:cubicBezTo>
                  <a:cubicBezTo>
                    <a:pt x="129" y="73"/>
                    <a:pt x="125" y="81"/>
                    <a:pt x="123" y="89"/>
                  </a:cubicBezTo>
                  <a:cubicBezTo>
                    <a:pt x="123" y="90"/>
                    <a:pt x="123" y="90"/>
                    <a:pt x="123" y="90"/>
                  </a:cubicBezTo>
                  <a:cubicBezTo>
                    <a:pt x="123" y="94"/>
                    <a:pt x="124" y="97"/>
                    <a:pt x="124" y="102"/>
                  </a:cubicBezTo>
                  <a:cubicBezTo>
                    <a:pt x="125" y="105"/>
                    <a:pt x="125" y="108"/>
                    <a:pt x="125" y="112"/>
                  </a:cubicBezTo>
                  <a:cubicBezTo>
                    <a:pt x="125" y="124"/>
                    <a:pt x="125" y="135"/>
                    <a:pt x="135" y="137"/>
                  </a:cubicBezTo>
                  <a:cubicBezTo>
                    <a:pt x="129" y="133"/>
                    <a:pt x="129" y="124"/>
                    <a:pt x="129" y="115"/>
                  </a:cubicBezTo>
                  <a:cubicBezTo>
                    <a:pt x="129" y="112"/>
                    <a:pt x="129" y="112"/>
                    <a:pt x="129" y="112"/>
                  </a:cubicBezTo>
                  <a:cubicBezTo>
                    <a:pt x="130" y="112"/>
                    <a:pt x="130" y="112"/>
                    <a:pt x="130" y="112"/>
                  </a:cubicBezTo>
                  <a:cubicBezTo>
                    <a:pt x="133" y="115"/>
                    <a:pt x="137" y="116"/>
                    <a:pt x="141" y="116"/>
                  </a:cubicBezTo>
                  <a:cubicBezTo>
                    <a:pt x="143" y="116"/>
                    <a:pt x="145" y="115"/>
                    <a:pt x="147" y="114"/>
                  </a:cubicBezTo>
                  <a:cubicBezTo>
                    <a:pt x="147" y="112"/>
                    <a:pt x="147" y="109"/>
                    <a:pt x="147" y="106"/>
                  </a:cubicBezTo>
                  <a:cubicBezTo>
                    <a:pt x="147" y="103"/>
                    <a:pt x="147" y="100"/>
                    <a:pt x="147" y="98"/>
                  </a:cubicBezTo>
                  <a:cubicBezTo>
                    <a:pt x="147" y="98"/>
                    <a:pt x="147" y="98"/>
                    <a:pt x="147" y="98"/>
                  </a:cubicBezTo>
                  <a:cubicBezTo>
                    <a:pt x="146" y="99"/>
                    <a:pt x="145" y="99"/>
                    <a:pt x="144" y="99"/>
                  </a:cubicBezTo>
                  <a:cubicBezTo>
                    <a:pt x="143" y="99"/>
                    <a:pt x="142" y="99"/>
                    <a:pt x="141" y="99"/>
                  </a:cubicBezTo>
                  <a:cubicBezTo>
                    <a:pt x="138" y="98"/>
                    <a:pt x="136" y="97"/>
                    <a:pt x="134" y="98"/>
                  </a:cubicBezTo>
                  <a:cubicBezTo>
                    <a:pt x="131" y="99"/>
                    <a:pt x="131" y="99"/>
                    <a:pt x="131" y="99"/>
                  </a:cubicBezTo>
                  <a:cubicBezTo>
                    <a:pt x="133" y="97"/>
                    <a:pt x="133" y="97"/>
                    <a:pt x="133" y="97"/>
                  </a:cubicBezTo>
                  <a:cubicBezTo>
                    <a:pt x="137" y="93"/>
                    <a:pt x="142" y="93"/>
                    <a:pt x="147" y="97"/>
                  </a:cubicBezTo>
                  <a:cubicBezTo>
                    <a:pt x="147" y="97"/>
                    <a:pt x="147" y="97"/>
                    <a:pt x="147" y="97"/>
                  </a:cubicBezTo>
                  <a:cubicBezTo>
                    <a:pt x="147" y="96"/>
                    <a:pt x="146" y="95"/>
                    <a:pt x="146" y="94"/>
                  </a:cubicBezTo>
                  <a:cubicBezTo>
                    <a:pt x="145" y="93"/>
                    <a:pt x="143" y="93"/>
                    <a:pt x="142" y="93"/>
                  </a:cubicBezTo>
                  <a:cubicBezTo>
                    <a:pt x="139" y="93"/>
                    <a:pt x="136" y="94"/>
                    <a:pt x="133" y="96"/>
                  </a:cubicBezTo>
                  <a:cubicBezTo>
                    <a:pt x="130" y="97"/>
                    <a:pt x="128" y="98"/>
                    <a:pt x="126" y="98"/>
                  </a:cubicBezTo>
                  <a:close/>
                  <a:moveTo>
                    <a:pt x="88" y="12"/>
                  </a:moveTo>
                  <a:cubicBezTo>
                    <a:pt x="90" y="11"/>
                    <a:pt x="93" y="10"/>
                    <a:pt x="95" y="9"/>
                  </a:cubicBezTo>
                  <a:cubicBezTo>
                    <a:pt x="98" y="8"/>
                    <a:pt x="100" y="8"/>
                    <a:pt x="101" y="7"/>
                  </a:cubicBezTo>
                  <a:cubicBezTo>
                    <a:pt x="101" y="7"/>
                    <a:pt x="101" y="6"/>
                    <a:pt x="101" y="6"/>
                  </a:cubicBezTo>
                  <a:cubicBezTo>
                    <a:pt x="99" y="7"/>
                    <a:pt x="97" y="8"/>
                    <a:pt x="95" y="9"/>
                  </a:cubicBezTo>
                  <a:cubicBezTo>
                    <a:pt x="92" y="10"/>
                    <a:pt x="89" y="11"/>
                    <a:pt x="88" y="12"/>
                  </a:cubicBezTo>
                  <a:close/>
                  <a:moveTo>
                    <a:pt x="56" y="21"/>
                  </a:moveTo>
                  <a:cubicBezTo>
                    <a:pt x="55" y="21"/>
                    <a:pt x="54" y="21"/>
                    <a:pt x="53" y="20"/>
                  </a:cubicBezTo>
                  <a:cubicBezTo>
                    <a:pt x="49" y="19"/>
                    <a:pt x="45" y="19"/>
                    <a:pt x="40" y="19"/>
                  </a:cubicBezTo>
                  <a:cubicBezTo>
                    <a:pt x="39" y="19"/>
                    <a:pt x="37" y="19"/>
                    <a:pt x="35" y="19"/>
                  </a:cubicBezTo>
                  <a:cubicBezTo>
                    <a:pt x="37" y="20"/>
                    <a:pt x="38" y="20"/>
                    <a:pt x="40" y="20"/>
                  </a:cubicBezTo>
                  <a:cubicBezTo>
                    <a:pt x="44" y="21"/>
                    <a:pt x="47" y="22"/>
                    <a:pt x="50" y="22"/>
                  </a:cubicBezTo>
                  <a:cubicBezTo>
                    <a:pt x="52" y="22"/>
                    <a:pt x="54" y="22"/>
                    <a:pt x="56" y="21"/>
                  </a:cubicBezTo>
                  <a:close/>
                  <a:moveTo>
                    <a:pt x="141" y="27"/>
                  </a:moveTo>
                  <a:cubicBezTo>
                    <a:pt x="141" y="26"/>
                    <a:pt x="141" y="26"/>
                    <a:pt x="140" y="25"/>
                  </a:cubicBezTo>
                  <a:cubicBezTo>
                    <a:pt x="141" y="26"/>
                    <a:pt x="141" y="27"/>
                    <a:pt x="141" y="27"/>
                  </a:cubicBezTo>
                  <a:cubicBezTo>
                    <a:pt x="141" y="28"/>
                    <a:pt x="141" y="28"/>
                    <a:pt x="141" y="28"/>
                  </a:cubicBezTo>
                  <a:cubicBezTo>
                    <a:pt x="141" y="28"/>
                    <a:pt x="141" y="28"/>
                    <a:pt x="141" y="28"/>
                  </a:cubicBezTo>
                  <a:cubicBezTo>
                    <a:pt x="141" y="40"/>
                    <a:pt x="136" y="48"/>
                    <a:pt x="132" y="56"/>
                  </a:cubicBezTo>
                  <a:cubicBezTo>
                    <a:pt x="128" y="64"/>
                    <a:pt x="123" y="72"/>
                    <a:pt x="123" y="84"/>
                  </a:cubicBezTo>
                  <a:cubicBezTo>
                    <a:pt x="125" y="77"/>
                    <a:pt x="128" y="71"/>
                    <a:pt x="131" y="66"/>
                  </a:cubicBezTo>
                  <a:cubicBezTo>
                    <a:pt x="138" y="54"/>
                    <a:pt x="144" y="43"/>
                    <a:pt x="141" y="27"/>
                  </a:cubicBezTo>
                  <a:close/>
                  <a:moveTo>
                    <a:pt x="145" y="98"/>
                  </a:moveTo>
                  <a:cubicBezTo>
                    <a:pt x="142" y="95"/>
                    <a:pt x="139" y="95"/>
                    <a:pt x="136" y="96"/>
                  </a:cubicBezTo>
                  <a:cubicBezTo>
                    <a:pt x="138" y="96"/>
                    <a:pt x="140" y="97"/>
                    <a:pt x="141" y="97"/>
                  </a:cubicBezTo>
                  <a:cubicBezTo>
                    <a:pt x="143" y="98"/>
                    <a:pt x="144" y="98"/>
                    <a:pt x="145" y="98"/>
                  </a:cubicBezTo>
                  <a:close/>
                  <a:moveTo>
                    <a:pt x="132" y="100"/>
                  </a:moveTo>
                  <a:cubicBezTo>
                    <a:pt x="142" y="100"/>
                    <a:pt x="142" y="100"/>
                    <a:pt x="142" y="100"/>
                  </a:cubicBezTo>
                  <a:cubicBezTo>
                    <a:pt x="143" y="100"/>
                    <a:pt x="143" y="100"/>
                    <a:pt x="143" y="100"/>
                  </a:cubicBezTo>
                  <a:cubicBezTo>
                    <a:pt x="146" y="102"/>
                    <a:pt x="146" y="108"/>
                    <a:pt x="146" y="113"/>
                  </a:cubicBezTo>
                  <a:cubicBezTo>
                    <a:pt x="146" y="114"/>
                    <a:pt x="146" y="114"/>
                    <a:pt x="146" y="114"/>
                  </a:cubicBezTo>
                  <a:cubicBezTo>
                    <a:pt x="145" y="114"/>
                    <a:pt x="145" y="114"/>
                    <a:pt x="145" y="114"/>
                  </a:cubicBezTo>
                  <a:cubicBezTo>
                    <a:pt x="138" y="115"/>
                    <a:pt x="132" y="112"/>
                    <a:pt x="130" y="108"/>
                  </a:cubicBezTo>
                  <a:cubicBezTo>
                    <a:pt x="129" y="105"/>
                    <a:pt x="129" y="102"/>
                    <a:pt x="132" y="100"/>
                  </a:cubicBezTo>
                  <a:close/>
                  <a:moveTo>
                    <a:pt x="142" y="101"/>
                  </a:moveTo>
                  <a:cubicBezTo>
                    <a:pt x="133" y="101"/>
                    <a:pt x="133" y="101"/>
                    <a:pt x="133" y="101"/>
                  </a:cubicBezTo>
                  <a:cubicBezTo>
                    <a:pt x="131" y="103"/>
                    <a:pt x="130" y="105"/>
                    <a:pt x="131" y="107"/>
                  </a:cubicBezTo>
                  <a:cubicBezTo>
                    <a:pt x="133" y="111"/>
                    <a:pt x="138" y="113"/>
                    <a:pt x="144" y="112"/>
                  </a:cubicBezTo>
                  <a:cubicBezTo>
                    <a:pt x="145" y="106"/>
                    <a:pt x="144" y="103"/>
                    <a:pt x="142" y="101"/>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23" name="Voľný tvar 51"/>
            <p:cNvSpPr>
              <a:spLocks noEditPoints="1"/>
            </p:cNvSpPr>
            <p:nvPr/>
          </p:nvSpPr>
          <p:spPr bwMode="auto">
            <a:xfrm>
              <a:off x="4205288" y="5753100"/>
              <a:ext cx="303213" cy="344488"/>
            </a:xfrm>
            <a:custGeom>
              <a:avLst/>
              <a:gdLst>
                <a:gd name="T0" fmla="*/ 47 w 135"/>
                <a:gd name="T1" fmla="*/ 133 h 153"/>
                <a:gd name="T2" fmla="*/ 91 w 135"/>
                <a:gd name="T3" fmla="*/ 114 h 153"/>
                <a:gd name="T4" fmla="*/ 47 w 135"/>
                <a:gd name="T5" fmla="*/ 138 h 153"/>
                <a:gd name="T6" fmla="*/ 0 w 135"/>
                <a:gd name="T7" fmla="*/ 124 h 153"/>
                <a:gd name="T8" fmla="*/ 4 w 135"/>
                <a:gd name="T9" fmla="*/ 133 h 153"/>
                <a:gd name="T10" fmla="*/ 97 w 135"/>
                <a:gd name="T11" fmla="*/ 109 h 153"/>
                <a:gd name="T12" fmla="*/ 100 w 135"/>
                <a:gd name="T13" fmla="*/ 94 h 153"/>
                <a:gd name="T14" fmla="*/ 125 w 135"/>
                <a:gd name="T15" fmla="*/ 22 h 153"/>
                <a:gd name="T16" fmla="*/ 101 w 135"/>
                <a:gd name="T17" fmla="*/ 15 h 153"/>
                <a:gd name="T18" fmla="*/ 114 w 135"/>
                <a:gd name="T19" fmla="*/ 5 h 153"/>
                <a:gd name="T20" fmla="*/ 132 w 135"/>
                <a:gd name="T21" fmla="*/ 30 h 153"/>
                <a:gd name="T22" fmla="*/ 107 w 135"/>
                <a:gd name="T23" fmla="*/ 106 h 153"/>
                <a:gd name="T24" fmla="*/ 100 w 135"/>
                <a:gd name="T25" fmla="*/ 137 h 153"/>
                <a:gd name="T26" fmla="*/ 95 w 135"/>
                <a:gd name="T27" fmla="*/ 113 h 153"/>
                <a:gd name="T28" fmla="*/ 47 w 135"/>
                <a:gd name="T29" fmla="*/ 133 h 153"/>
                <a:gd name="T30" fmla="*/ 102 w 135"/>
                <a:gd name="T31" fmla="*/ 107 h 153"/>
                <a:gd name="T32" fmla="*/ 128 w 135"/>
                <a:gd name="T33" fmla="*/ 36 h 153"/>
                <a:gd name="T34" fmla="*/ 102 w 135"/>
                <a:gd name="T35" fmla="*/ 107 h 153"/>
                <a:gd name="T36" fmla="*/ 114 w 135"/>
                <a:gd name="T37" fmla="*/ 110 h 153"/>
                <a:gd name="T38" fmla="*/ 118 w 135"/>
                <a:gd name="T39" fmla="*/ 128 h 153"/>
                <a:gd name="T40" fmla="*/ 114 w 135"/>
                <a:gd name="T41" fmla="*/ 110 h 153"/>
                <a:gd name="T42" fmla="*/ 104 w 135"/>
                <a:gd name="T43" fmla="*/ 110 h 153"/>
                <a:gd name="T44" fmla="*/ 102 w 135"/>
                <a:gd name="T45" fmla="*/ 131 h 153"/>
                <a:gd name="T46" fmla="*/ 115 w 135"/>
                <a:gd name="T47" fmla="*/ 133 h 153"/>
                <a:gd name="T48" fmla="*/ 104 w 135"/>
                <a:gd name="T49" fmla="*/ 11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5" h="153">
                  <a:moveTo>
                    <a:pt x="47" y="133"/>
                  </a:moveTo>
                  <a:cubicBezTo>
                    <a:pt x="62" y="133"/>
                    <a:pt x="76" y="119"/>
                    <a:pt x="91" y="114"/>
                  </a:cubicBezTo>
                  <a:cubicBezTo>
                    <a:pt x="82" y="120"/>
                    <a:pt x="63" y="134"/>
                    <a:pt x="47" y="138"/>
                  </a:cubicBezTo>
                  <a:cubicBezTo>
                    <a:pt x="28" y="143"/>
                    <a:pt x="0" y="144"/>
                    <a:pt x="0" y="124"/>
                  </a:cubicBezTo>
                  <a:cubicBezTo>
                    <a:pt x="6" y="123"/>
                    <a:pt x="1" y="132"/>
                    <a:pt x="4" y="133"/>
                  </a:cubicBezTo>
                  <a:cubicBezTo>
                    <a:pt x="38" y="148"/>
                    <a:pt x="65" y="113"/>
                    <a:pt x="97" y="109"/>
                  </a:cubicBezTo>
                  <a:cubicBezTo>
                    <a:pt x="98" y="104"/>
                    <a:pt x="100" y="100"/>
                    <a:pt x="100" y="94"/>
                  </a:cubicBezTo>
                  <a:cubicBezTo>
                    <a:pt x="109" y="85"/>
                    <a:pt x="131" y="46"/>
                    <a:pt x="125" y="22"/>
                  </a:cubicBezTo>
                  <a:cubicBezTo>
                    <a:pt x="123" y="12"/>
                    <a:pt x="109" y="0"/>
                    <a:pt x="101" y="15"/>
                  </a:cubicBezTo>
                  <a:cubicBezTo>
                    <a:pt x="97" y="9"/>
                    <a:pt x="107" y="4"/>
                    <a:pt x="114" y="5"/>
                  </a:cubicBezTo>
                  <a:cubicBezTo>
                    <a:pt x="125" y="6"/>
                    <a:pt x="131" y="18"/>
                    <a:pt x="132" y="30"/>
                  </a:cubicBezTo>
                  <a:cubicBezTo>
                    <a:pt x="135" y="56"/>
                    <a:pt x="111" y="90"/>
                    <a:pt x="107" y="106"/>
                  </a:cubicBezTo>
                  <a:cubicBezTo>
                    <a:pt x="133" y="105"/>
                    <a:pt x="126" y="153"/>
                    <a:pt x="100" y="137"/>
                  </a:cubicBezTo>
                  <a:cubicBezTo>
                    <a:pt x="97" y="130"/>
                    <a:pt x="98" y="120"/>
                    <a:pt x="95" y="113"/>
                  </a:cubicBezTo>
                  <a:cubicBezTo>
                    <a:pt x="78" y="113"/>
                    <a:pt x="63" y="127"/>
                    <a:pt x="47" y="133"/>
                  </a:cubicBezTo>
                  <a:close/>
                  <a:moveTo>
                    <a:pt x="102" y="107"/>
                  </a:moveTo>
                  <a:cubicBezTo>
                    <a:pt x="112" y="84"/>
                    <a:pt x="130" y="63"/>
                    <a:pt x="128" y="36"/>
                  </a:cubicBezTo>
                  <a:cubicBezTo>
                    <a:pt x="126" y="65"/>
                    <a:pt x="105" y="83"/>
                    <a:pt x="102" y="107"/>
                  </a:cubicBezTo>
                  <a:close/>
                  <a:moveTo>
                    <a:pt x="114" y="110"/>
                  </a:moveTo>
                  <a:cubicBezTo>
                    <a:pt x="117" y="118"/>
                    <a:pt x="121" y="121"/>
                    <a:pt x="118" y="128"/>
                  </a:cubicBezTo>
                  <a:cubicBezTo>
                    <a:pt x="128" y="125"/>
                    <a:pt x="119" y="112"/>
                    <a:pt x="114" y="110"/>
                  </a:cubicBezTo>
                  <a:close/>
                  <a:moveTo>
                    <a:pt x="104" y="110"/>
                  </a:moveTo>
                  <a:cubicBezTo>
                    <a:pt x="100" y="114"/>
                    <a:pt x="100" y="125"/>
                    <a:pt x="102" y="131"/>
                  </a:cubicBezTo>
                  <a:cubicBezTo>
                    <a:pt x="108" y="132"/>
                    <a:pt x="110" y="135"/>
                    <a:pt x="115" y="133"/>
                  </a:cubicBezTo>
                  <a:cubicBezTo>
                    <a:pt x="120" y="121"/>
                    <a:pt x="114" y="111"/>
                    <a:pt x="104" y="110"/>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sp>
          <p:nvSpPr>
            <p:cNvPr id="124" name="Voľný tvar 52"/>
            <p:cNvSpPr>
              <a:spLocks noEditPoints="1"/>
            </p:cNvSpPr>
            <p:nvPr/>
          </p:nvSpPr>
          <p:spPr bwMode="auto">
            <a:xfrm>
              <a:off x="4202113" y="5762625"/>
              <a:ext cx="306388" cy="311150"/>
            </a:xfrm>
            <a:custGeom>
              <a:avLst/>
              <a:gdLst>
                <a:gd name="T0" fmla="*/ 0 w 136"/>
                <a:gd name="T1" fmla="*/ 120 h 138"/>
                <a:gd name="T2" fmla="*/ 4 w 136"/>
                <a:gd name="T3" fmla="*/ 120 h 138"/>
                <a:gd name="T4" fmla="*/ 23 w 136"/>
                <a:gd name="T5" fmla="*/ 132 h 138"/>
                <a:gd name="T6" fmla="*/ 97 w 136"/>
                <a:gd name="T7" fmla="*/ 104 h 138"/>
                <a:gd name="T8" fmla="*/ 100 w 136"/>
                <a:gd name="T9" fmla="*/ 90 h 138"/>
                <a:gd name="T10" fmla="*/ 103 w 136"/>
                <a:gd name="T11" fmla="*/ 11 h 138"/>
                <a:gd name="T12" fmla="*/ 101 w 136"/>
                <a:gd name="T13" fmla="*/ 6 h 138"/>
                <a:gd name="T14" fmla="*/ 134 w 136"/>
                <a:gd name="T15" fmla="*/ 26 h 138"/>
                <a:gd name="T16" fmla="*/ 125 w 136"/>
                <a:gd name="T17" fmla="*/ 119 h 138"/>
                <a:gd name="T18" fmla="*/ 100 w 136"/>
                <a:gd name="T19" fmla="*/ 133 h 138"/>
                <a:gd name="T20" fmla="*/ 96 w 136"/>
                <a:gd name="T21" fmla="*/ 110 h 138"/>
                <a:gd name="T22" fmla="*/ 87 w 136"/>
                <a:gd name="T23" fmla="*/ 115 h 138"/>
                <a:gd name="T24" fmla="*/ 5 w 136"/>
                <a:gd name="T25" fmla="*/ 129 h 138"/>
                <a:gd name="T26" fmla="*/ 48 w 136"/>
                <a:gd name="T27" fmla="*/ 134 h 138"/>
                <a:gd name="T28" fmla="*/ 48 w 136"/>
                <a:gd name="T29" fmla="*/ 129 h 138"/>
                <a:gd name="T30" fmla="*/ 65 w 136"/>
                <a:gd name="T31" fmla="*/ 120 h 138"/>
                <a:gd name="T32" fmla="*/ 97 w 136"/>
                <a:gd name="T33" fmla="*/ 108 h 138"/>
                <a:gd name="T34" fmla="*/ 97 w 136"/>
                <a:gd name="T35" fmla="*/ 109 h 138"/>
                <a:gd name="T36" fmla="*/ 111 w 136"/>
                <a:gd name="T37" fmla="*/ 135 h 138"/>
                <a:gd name="T38" fmla="*/ 118 w 136"/>
                <a:gd name="T39" fmla="*/ 125 h 138"/>
                <a:gd name="T40" fmla="*/ 117 w 136"/>
                <a:gd name="T41" fmla="*/ 129 h 138"/>
                <a:gd name="T42" fmla="*/ 108 w 136"/>
                <a:gd name="T43" fmla="*/ 129 h 138"/>
                <a:gd name="T44" fmla="*/ 103 w 136"/>
                <a:gd name="T45" fmla="*/ 128 h 138"/>
                <a:gd name="T46" fmla="*/ 105 w 136"/>
                <a:gd name="T47" fmla="*/ 105 h 138"/>
                <a:gd name="T48" fmla="*/ 118 w 136"/>
                <a:gd name="T49" fmla="*/ 124 h 138"/>
                <a:gd name="T50" fmla="*/ 114 w 136"/>
                <a:gd name="T51" fmla="*/ 105 h 138"/>
                <a:gd name="T52" fmla="*/ 108 w 136"/>
                <a:gd name="T53" fmla="*/ 102 h 138"/>
                <a:gd name="T54" fmla="*/ 115 w 136"/>
                <a:gd name="T55" fmla="*/ 82 h 138"/>
                <a:gd name="T56" fmla="*/ 102 w 136"/>
                <a:gd name="T57" fmla="*/ 7 h 138"/>
                <a:gd name="T58" fmla="*/ 127 w 136"/>
                <a:gd name="T59" fmla="*/ 18 h 138"/>
                <a:gd name="T60" fmla="*/ 98 w 136"/>
                <a:gd name="T61" fmla="*/ 105 h 138"/>
                <a:gd name="T62" fmla="*/ 23 w 136"/>
                <a:gd name="T63" fmla="*/ 133 h 138"/>
                <a:gd name="T64" fmla="*/ 104 w 136"/>
                <a:gd name="T65" fmla="*/ 127 h 138"/>
                <a:gd name="T66" fmla="*/ 115 w 136"/>
                <a:gd name="T67" fmla="*/ 113 h 138"/>
                <a:gd name="T68" fmla="*/ 89 w 136"/>
                <a:gd name="T69" fmla="*/ 110 h 138"/>
                <a:gd name="T70" fmla="*/ 74 w 136"/>
                <a:gd name="T71" fmla="*/ 118 h 138"/>
                <a:gd name="T72" fmla="*/ 4 w 136"/>
                <a:gd name="T73" fmla="*/ 127 h 138"/>
                <a:gd name="T74" fmla="*/ 2 w 136"/>
                <a:gd name="T75" fmla="*/ 121 h 138"/>
                <a:gd name="T76" fmla="*/ 120 w 136"/>
                <a:gd name="T77" fmla="*/ 123 h 138"/>
                <a:gd name="T78" fmla="*/ 102 w 136"/>
                <a:gd name="T79" fmla="*/ 108 h 138"/>
                <a:gd name="T80" fmla="*/ 128 w 136"/>
                <a:gd name="T81" fmla="*/ 32 h 138"/>
                <a:gd name="T82" fmla="*/ 104 w 136"/>
                <a:gd name="T83" fmla="*/ 103 h 138"/>
                <a:gd name="T84" fmla="*/ 116 w 136"/>
                <a:gd name="T85" fmla="*/ 72 h 138"/>
                <a:gd name="T86" fmla="*/ 128 w 136"/>
                <a:gd name="T87" fmla="*/ 4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6" h="138">
                  <a:moveTo>
                    <a:pt x="26" y="138"/>
                  </a:moveTo>
                  <a:cubicBezTo>
                    <a:pt x="16" y="138"/>
                    <a:pt x="9" y="136"/>
                    <a:pt x="5" y="131"/>
                  </a:cubicBezTo>
                  <a:cubicBezTo>
                    <a:pt x="2" y="129"/>
                    <a:pt x="0" y="125"/>
                    <a:pt x="0" y="120"/>
                  </a:cubicBezTo>
                  <a:cubicBezTo>
                    <a:pt x="0" y="120"/>
                    <a:pt x="0" y="120"/>
                    <a:pt x="0" y="120"/>
                  </a:cubicBezTo>
                  <a:cubicBezTo>
                    <a:pt x="1" y="119"/>
                    <a:pt x="1" y="119"/>
                    <a:pt x="1" y="119"/>
                  </a:cubicBezTo>
                  <a:cubicBezTo>
                    <a:pt x="2" y="119"/>
                    <a:pt x="3" y="119"/>
                    <a:pt x="4" y="120"/>
                  </a:cubicBezTo>
                  <a:cubicBezTo>
                    <a:pt x="5" y="121"/>
                    <a:pt x="5" y="123"/>
                    <a:pt x="5" y="124"/>
                  </a:cubicBezTo>
                  <a:cubicBezTo>
                    <a:pt x="5" y="126"/>
                    <a:pt x="5" y="128"/>
                    <a:pt x="6" y="128"/>
                  </a:cubicBezTo>
                  <a:cubicBezTo>
                    <a:pt x="11" y="131"/>
                    <a:pt x="17" y="132"/>
                    <a:pt x="23" y="132"/>
                  </a:cubicBezTo>
                  <a:cubicBezTo>
                    <a:pt x="37" y="132"/>
                    <a:pt x="49" y="125"/>
                    <a:pt x="63" y="118"/>
                  </a:cubicBezTo>
                  <a:cubicBezTo>
                    <a:pt x="74" y="112"/>
                    <a:pt x="85" y="106"/>
                    <a:pt x="97" y="104"/>
                  </a:cubicBezTo>
                  <a:cubicBezTo>
                    <a:pt x="97" y="104"/>
                    <a:pt x="97" y="104"/>
                    <a:pt x="97" y="104"/>
                  </a:cubicBezTo>
                  <a:cubicBezTo>
                    <a:pt x="99" y="100"/>
                    <a:pt x="100" y="96"/>
                    <a:pt x="100" y="90"/>
                  </a:cubicBezTo>
                  <a:cubicBezTo>
                    <a:pt x="100" y="90"/>
                    <a:pt x="100" y="90"/>
                    <a:pt x="100" y="90"/>
                  </a:cubicBezTo>
                  <a:cubicBezTo>
                    <a:pt x="100" y="90"/>
                    <a:pt x="100" y="90"/>
                    <a:pt x="100" y="90"/>
                  </a:cubicBezTo>
                  <a:cubicBezTo>
                    <a:pt x="109" y="81"/>
                    <a:pt x="132" y="42"/>
                    <a:pt x="125" y="18"/>
                  </a:cubicBezTo>
                  <a:cubicBezTo>
                    <a:pt x="124" y="12"/>
                    <a:pt x="117" y="4"/>
                    <a:pt x="111" y="4"/>
                  </a:cubicBezTo>
                  <a:cubicBezTo>
                    <a:pt x="108" y="4"/>
                    <a:pt x="105" y="7"/>
                    <a:pt x="103" y="11"/>
                  </a:cubicBezTo>
                  <a:cubicBezTo>
                    <a:pt x="102" y="12"/>
                    <a:pt x="102" y="12"/>
                    <a:pt x="102" y="12"/>
                  </a:cubicBezTo>
                  <a:cubicBezTo>
                    <a:pt x="101" y="11"/>
                    <a:pt x="101" y="11"/>
                    <a:pt x="101" y="11"/>
                  </a:cubicBezTo>
                  <a:cubicBezTo>
                    <a:pt x="100" y="9"/>
                    <a:pt x="100" y="8"/>
                    <a:pt x="101" y="6"/>
                  </a:cubicBezTo>
                  <a:cubicBezTo>
                    <a:pt x="103" y="2"/>
                    <a:pt x="109" y="0"/>
                    <a:pt x="114" y="0"/>
                  </a:cubicBezTo>
                  <a:cubicBezTo>
                    <a:pt x="114" y="0"/>
                    <a:pt x="114" y="0"/>
                    <a:pt x="115" y="0"/>
                  </a:cubicBezTo>
                  <a:cubicBezTo>
                    <a:pt x="127" y="1"/>
                    <a:pt x="133" y="14"/>
                    <a:pt x="134" y="26"/>
                  </a:cubicBezTo>
                  <a:cubicBezTo>
                    <a:pt x="136" y="44"/>
                    <a:pt x="125" y="66"/>
                    <a:pt x="117" y="83"/>
                  </a:cubicBezTo>
                  <a:cubicBezTo>
                    <a:pt x="113" y="90"/>
                    <a:pt x="110" y="96"/>
                    <a:pt x="109" y="101"/>
                  </a:cubicBezTo>
                  <a:cubicBezTo>
                    <a:pt x="120" y="101"/>
                    <a:pt x="125" y="110"/>
                    <a:pt x="125" y="119"/>
                  </a:cubicBezTo>
                  <a:cubicBezTo>
                    <a:pt x="125" y="128"/>
                    <a:pt x="120" y="137"/>
                    <a:pt x="111" y="137"/>
                  </a:cubicBezTo>
                  <a:cubicBezTo>
                    <a:pt x="107" y="137"/>
                    <a:pt x="104" y="136"/>
                    <a:pt x="100" y="134"/>
                  </a:cubicBezTo>
                  <a:cubicBezTo>
                    <a:pt x="100" y="133"/>
                    <a:pt x="100" y="133"/>
                    <a:pt x="100" y="133"/>
                  </a:cubicBezTo>
                  <a:cubicBezTo>
                    <a:pt x="100" y="133"/>
                    <a:pt x="100" y="133"/>
                    <a:pt x="100" y="133"/>
                  </a:cubicBezTo>
                  <a:cubicBezTo>
                    <a:pt x="98" y="130"/>
                    <a:pt x="98" y="125"/>
                    <a:pt x="97" y="120"/>
                  </a:cubicBezTo>
                  <a:cubicBezTo>
                    <a:pt x="97" y="116"/>
                    <a:pt x="97" y="113"/>
                    <a:pt x="96" y="110"/>
                  </a:cubicBezTo>
                  <a:cubicBezTo>
                    <a:pt x="95" y="110"/>
                    <a:pt x="95" y="110"/>
                    <a:pt x="94" y="110"/>
                  </a:cubicBezTo>
                  <a:cubicBezTo>
                    <a:pt x="92" y="111"/>
                    <a:pt x="92" y="111"/>
                    <a:pt x="92" y="111"/>
                  </a:cubicBezTo>
                  <a:cubicBezTo>
                    <a:pt x="91" y="112"/>
                    <a:pt x="89" y="113"/>
                    <a:pt x="87" y="115"/>
                  </a:cubicBezTo>
                  <a:cubicBezTo>
                    <a:pt x="77" y="121"/>
                    <a:pt x="61" y="132"/>
                    <a:pt x="48" y="135"/>
                  </a:cubicBezTo>
                  <a:cubicBezTo>
                    <a:pt x="41" y="137"/>
                    <a:pt x="33" y="138"/>
                    <a:pt x="26" y="138"/>
                  </a:cubicBezTo>
                  <a:close/>
                  <a:moveTo>
                    <a:pt x="5" y="129"/>
                  </a:moveTo>
                  <a:cubicBezTo>
                    <a:pt x="5" y="130"/>
                    <a:pt x="5" y="130"/>
                    <a:pt x="6" y="130"/>
                  </a:cubicBezTo>
                  <a:cubicBezTo>
                    <a:pt x="10" y="134"/>
                    <a:pt x="17" y="137"/>
                    <a:pt x="26" y="137"/>
                  </a:cubicBezTo>
                  <a:cubicBezTo>
                    <a:pt x="33" y="137"/>
                    <a:pt x="41" y="135"/>
                    <a:pt x="48" y="134"/>
                  </a:cubicBezTo>
                  <a:cubicBezTo>
                    <a:pt x="61" y="130"/>
                    <a:pt x="76" y="120"/>
                    <a:pt x="86" y="114"/>
                  </a:cubicBezTo>
                  <a:cubicBezTo>
                    <a:pt x="82" y="115"/>
                    <a:pt x="78" y="117"/>
                    <a:pt x="75" y="119"/>
                  </a:cubicBezTo>
                  <a:cubicBezTo>
                    <a:pt x="66" y="124"/>
                    <a:pt x="57" y="129"/>
                    <a:pt x="48" y="129"/>
                  </a:cubicBezTo>
                  <a:cubicBezTo>
                    <a:pt x="44" y="129"/>
                    <a:pt x="44" y="129"/>
                    <a:pt x="44" y="129"/>
                  </a:cubicBezTo>
                  <a:cubicBezTo>
                    <a:pt x="48" y="128"/>
                    <a:pt x="48" y="128"/>
                    <a:pt x="48" y="128"/>
                  </a:cubicBezTo>
                  <a:cubicBezTo>
                    <a:pt x="54" y="126"/>
                    <a:pt x="59" y="123"/>
                    <a:pt x="65" y="120"/>
                  </a:cubicBezTo>
                  <a:cubicBezTo>
                    <a:pt x="75" y="114"/>
                    <a:pt x="85" y="108"/>
                    <a:pt x="96" y="108"/>
                  </a:cubicBezTo>
                  <a:cubicBezTo>
                    <a:pt x="96" y="108"/>
                    <a:pt x="96" y="108"/>
                    <a:pt x="96" y="108"/>
                  </a:cubicBezTo>
                  <a:cubicBezTo>
                    <a:pt x="97" y="108"/>
                    <a:pt x="97" y="108"/>
                    <a:pt x="97" y="108"/>
                  </a:cubicBezTo>
                  <a:cubicBezTo>
                    <a:pt x="97" y="108"/>
                    <a:pt x="97" y="108"/>
                    <a:pt x="97" y="108"/>
                  </a:cubicBezTo>
                  <a:cubicBezTo>
                    <a:pt x="97" y="108"/>
                    <a:pt x="97" y="108"/>
                    <a:pt x="97" y="108"/>
                  </a:cubicBezTo>
                  <a:cubicBezTo>
                    <a:pt x="97" y="109"/>
                    <a:pt x="97" y="109"/>
                    <a:pt x="97" y="109"/>
                  </a:cubicBezTo>
                  <a:cubicBezTo>
                    <a:pt x="98" y="112"/>
                    <a:pt x="99" y="116"/>
                    <a:pt x="99" y="120"/>
                  </a:cubicBezTo>
                  <a:cubicBezTo>
                    <a:pt x="99" y="124"/>
                    <a:pt x="100" y="129"/>
                    <a:pt x="101" y="132"/>
                  </a:cubicBezTo>
                  <a:cubicBezTo>
                    <a:pt x="104" y="134"/>
                    <a:pt x="108" y="135"/>
                    <a:pt x="111" y="135"/>
                  </a:cubicBezTo>
                  <a:cubicBezTo>
                    <a:pt x="118" y="135"/>
                    <a:pt x="122" y="129"/>
                    <a:pt x="123" y="123"/>
                  </a:cubicBezTo>
                  <a:cubicBezTo>
                    <a:pt x="122" y="124"/>
                    <a:pt x="121" y="125"/>
                    <a:pt x="119" y="125"/>
                  </a:cubicBezTo>
                  <a:cubicBezTo>
                    <a:pt x="118" y="125"/>
                    <a:pt x="118" y="125"/>
                    <a:pt x="118" y="125"/>
                  </a:cubicBezTo>
                  <a:cubicBezTo>
                    <a:pt x="118" y="127"/>
                    <a:pt x="117" y="128"/>
                    <a:pt x="117" y="129"/>
                  </a:cubicBezTo>
                  <a:cubicBezTo>
                    <a:pt x="117" y="129"/>
                    <a:pt x="117" y="129"/>
                    <a:pt x="117" y="129"/>
                  </a:cubicBezTo>
                  <a:cubicBezTo>
                    <a:pt x="117" y="129"/>
                    <a:pt x="117" y="129"/>
                    <a:pt x="117" y="129"/>
                  </a:cubicBezTo>
                  <a:cubicBezTo>
                    <a:pt x="115" y="130"/>
                    <a:pt x="114" y="130"/>
                    <a:pt x="113" y="130"/>
                  </a:cubicBezTo>
                  <a:cubicBezTo>
                    <a:pt x="113" y="130"/>
                    <a:pt x="113" y="130"/>
                    <a:pt x="113" y="130"/>
                  </a:cubicBezTo>
                  <a:cubicBezTo>
                    <a:pt x="111" y="130"/>
                    <a:pt x="109" y="130"/>
                    <a:pt x="108" y="129"/>
                  </a:cubicBezTo>
                  <a:cubicBezTo>
                    <a:pt x="106" y="129"/>
                    <a:pt x="105" y="128"/>
                    <a:pt x="103" y="128"/>
                  </a:cubicBezTo>
                  <a:cubicBezTo>
                    <a:pt x="103" y="128"/>
                    <a:pt x="103" y="128"/>
                    <a:pt x="103" y="128"/>
                  </a:cubicBezTo>
                  <a:cubicBezTo>
                    <a:pt x="103" y="128"/>
                    <a:pt x="103" y="128"/>
                    <a:pt x="103" y="128"/>
                  </a:cubicBezTo>
                  <a:cubicBezTo>
                    <a:pt x="100" y="122"/>
                    <a:pt x="100" y="110"/>
                    <a:pt x="104" y="105"/>
                  </a:cubicBezTo>
                  <a:cubicBezTo>
                    <a:pt x="105" y="105"/>
                    <a:pt x="105" y="105"/>
                    <a:pt x="105" y="105"/>
                  </a:cubicBezTo>
                  <a:cubicBezTo>
                    <a:pt x="105" y="105"/>
                    <a:pt x="105" y="105"/>
                    <a:pt x="105" y="105"/>
                  </a:cubicBezTo>
                  <a:cubicBezTo>
                    <a:pt x="110" y="106"/>
                    <a:pt x="114" y="108"/>
                    <a:pt x="116" y="112"/>
                  </a:cubicBezTo>
                  <a:cubicBezTo>
                    <a:pt x="118" y="116"/>
                    <a:pt x="119" y="120"/>
                    <a:pt x="118" y="124"/>
                  </a:cubicBezTo>
                  <a:cubicBezTo>
                    <a:pt x="118" y="124"/>
                    <a:pt x="118" y="124"/>
                    <a:pt x="118" y="124"/>
                  </a:cubicBezTo>
                  <a:cubicBezTo>
                    <a:pt x="121" y="119"/>
                    <a:pt x="119" y="116"/>
                    <a:pt x="117" y="112"/>
                  </a:cubicBezTo>
                  <a:cubicBezTo>
                    <a:pt x="116" y="110"/>
                    <a:pt x="115" y="109"/>
                    <a:pt x="114" y="106"/>
                  </a:cubicBezTo>
                  <a:cubicBezTo>
                    <a:pt x="114" y="105"/>
                    <a:pt x="114" y="105"/>
                    <a:pt x="114" y="105"/>
                  </a:cubicBezTo>
                  <a:cubicBezTo>
                    <a:pt x="115" y="105"/>
                    <a:pt x="115" y="105"/>
                    <a:pt x="115" y="105"/>
                  </a:cubicBezTo>
                  <a:cubicBezTo>
                    <a:pt x="117" y="106"/>
                    <a:pt x="121" y="109"/>
                    <a:pt x="123" y="113"/>
                  </a:cubicBezTo>
                  <a:cubicBezTo>
                    <a:pt x="121" y="107"/>
                    <a:pt x="116" y="102"/>
                    <a:pt x="108" y="102"/>
                  </a:cubicBezTo>
                  <a:cubicBezTo>
                    <a:pt x="107" y="102"/>
                    <a:pt x="107" y="102"/>
                    <a:pt x="107" y="102"/>
                  </a:cubicBezTo>
                  <a:cubicBezTo>
                    <a:pt x="107" y="101"/>
                    <a:pt x="107" y="101"/>
                    <a:pt x="107" y="101"/>
                  </a:cubicBezTo>
                  <a:cubicBezTo>
                    <a:pt x="108" y="97"/>
                    <a:pt x="112" y="90"/>
                    <a:pt x="115" y="82"/>
                  </a:cubicBezTo>
                  <a:cubicBezTo>
                    <a:pt x="124" y="65"/>
                    <a:pt x="134" y="44"/>
                    <a:pt x="133" y="26"/>
                  </a:cubicBezTo>
                  <a:cubicBezTo>
                    <a:pt x="131" y="15"/>
                    <a:pt x="126" y="3"/>
                    <a:pt x="115" y="2"/>
                  </a:cubicBezTo>
                  <a:cubicBezTo>
                    <a:pt x="110" y="1"/>
                    <a:pt x="104" y="4"/>
                    <a:pt x="102" y="7"/>
                  </a:cubicBezTo>
                  <a:cubicBezTo>
                    <a:pt x="102" y="7"/>
                    <a:pt x="102" y="8"/>
                    <a:pt x="102" y="9"/>
                  </a:cubicBezTo>
                  <a:cubicBezTo>
                    <a:pt x="105" y="4"/>
                    <a:pt x="109" y="3"/>
                    <a:pt x="111" y="3"/>
                  </a:cubicBezTo>
                  <a:cubicBezTo>
                    <a:pt x="118" y="3"/>
                    <a:pt x="125" y="11"/>
                    <a:pt x="127" y="18"/>
                  </a:cubicBezTo>
                  <a:cubicBezTo>
                    <a:pt x="133" y="42"/>
                    <a:pt x="110" y="81"/>
                    <a:pt x="101" y="91"/>
                  </a:cubicBezTo>
                  <a:cubicBezTo>
                    <a:pt x="102" y="96"/>
                    <a:pt x="100" y="100"/>
                    <a:pt x="99" y="104"/>
                  </a:cubicBezTo>
                  <a:cubicBezTo>
                    <a:pt x="98" y="105"/>
                    <a:pt x="98" y="105"/>
                    <a:pt x="98" y="105"/>
                  </a:cubicBezTo>
                  <a:cubicBezTo>
                    <a:pt x="98" y="105"/>
                    <a:pt x="98" y="105"/>
                    <a:pt x="98" y="105"/>
                  </a:cubicBezTo>
                  <a:cubicBezTo>
                    <a:pt x="86" y="107"/>
                    <a:pt x="75" y="113"/>
                    <a:pt x="64" y="119"/>
                  </a:cubicBezTo>
                  <a:cubicBezTo>
                    <a:pt x="51" y="126"/>
                    <a:pt x="37" y="133"/>
                    <a:pt x="23" y="133"/>
                  </a:cubicBezTo>
                  <a:cubicBezTo>
                    <a:pt x="17" y="133"/>
                    <a:pt x="11" y="132"/>
                    <a:pt x="5" y="129"/>
                  </a:cubicBezTo>
                  <a:cubicBezTo>
                    <a:pt x="5" y="129"/>
                    <a:pt x="5" y="129"/>
                    <a:pt x="5" y="129"/>
                  </a:cubicBezTo>
                  <a:close/>
                  <a:moveTo>
                    <a:pt x="104" y="127"/>
                  </a:moveTo>
                  <a:cubicBezTo>
                    <a:pt x="106" y="127"/>
                    <a:pt x="107" y="127"/>
                    <a:pt x="108" y="128"/>
                  </a:cubicBezTo>
                  <a:cubicBezTo>
                    <a:pt x="111" y="129"/>
                    <a:pt x="113" y="129"/>
                    <a:pt x="116" y="128"/>
                  </a:cubicBezTo>
                  <a:cubicBezTo>
                    <a:pt x="118" y="123"/>
                    <a:pt x="118" y="117"/>
                    <a:pt x="115" y="113"/>
                  </a:cubicBezTo>
                  <a:cubicBezTo>
                    <a:pt x="113" y="110"/>
                    <a:pt x="109" y="107"/>
                    <a:pt x="105" y="107"/>
                  </a:cubicBezTo>
                  <a:cubicBezTo>
                    <a:pt x="102" y="111"/>
                    <a:pt x="102" y="121"/>
                    <a:pt x="104" y="127"/>
                  </a:cubicBezTo>
                  <a:close/>
                  <a:moveTo>
                    <a:pt x="89" y="110"/>
                  </a:moveTo>
                  <a:cubicBezTo>
                    <a:pt x="81" y="112"/>
                    <a:pt x="73" y="117"/>
                    <a:pt x="65" y="121"/>
                  </a:cubicBezTo>
                  <a:cubicBezTo>
                    <a:pt x="61" y="123"/>
                    <a:pt x="57" y="125"/>
                    <a:pt x="53" y="127"/>
                  </a:cubicBezTo>
                  <a:cubicBezTo>
                    <a:pt x="60" y="126"/>
                    <a:pt x="67" y="122"/>
                    <a:pt x="74" y="118"/>
                  </a:cubicBezTo>
                  <a:cubicBezTo>
                    <a:pt x="79" y="115"/>
                    <a:pt x="84" y="112"/>
                    <a:pt x="89" y="110"/>
                  </a:cubicBezTo>
                  <a:close/>
                  <a:moveTo>
                    <a:pt x="2" y="121"/>
                  </a:moveTo>
                  <a:cubicBezTo>
                    <a:pt x="2" y="123"/>
                    <a:pt x="3" y="125"/>
                    <a:pt x="4" y="127"/>
                  </a:cubicBezTo>
                  <a:cubicBezTo>
                    <a:pt x="3" y="127"/>
                    <a:pt x="3" y="125"/>
                    <a:pt x="3" y="124"/>
                  </a:cubicBezTo>
                  <a:cubicBezTo>
                    <a:pt x="3" y="123"/>
                    <a:pt x="4" y="122"/>
                    <a:pt x="3" y="121"/>
                  </a:cubicBezTo>
                  <a:cubicBezTo>
                    <a:pt x="3" y="121"/>
                    <a:pt x="3" y="121"/>
                    <a:pt x="2" y="121"/>
                  </a:cubicBezTo>
                  <a:close/>
                  <a:moveTo>
                    <a:pt x="116" y="108"/>
                  </a:moveTo>
                  <a:cubicBezTo>
                    <a:pt x="117" y="109"/>
                    <a:pt x="118" y="110"/>
                    <a:pt x="118" y="111"/>
                  </a:cubicBezTo>
                  <a:cubicBezTo>
                    <a:pt x="120" y="115"/>
                    <a:pt x="122" y="118"/>
                    <a:pt x="120" y="123"/>
                  </a:cubicBezTo>
                  <a:cubicBezTo>
                    <a:pt x="122" y="122"/>
                    <a:pt x="123" y="121"/>
                    <a:pt x="123" y="119"/>
                  </a:cubicBezTo>
                  <a:cubicBezTo>
                    <a:pt x="123" y="115"/>
                    <a:pt x="119" y="110"/>
                    <a:pt x="116" y="108"/>
                  </a:cubicBezTo>
                  <a:close/>
                  <a:moveTo>
                    <a:pt x="102" y="108"/>
                  </a:moveTo>
                  <a:cubicBezTo>
                    <a:pt x="103" y="103"/>
                    <a:pt x="103" y="103"/>
                    <a:pt x="103" y="103"/>
                  </a:cubicBezTo>
                  <a:cubicBezTo>
                    <a:pt x="104" y="92"/>
                    <a:pt x="109" y="82"/>
                    <a:pt x="114" y="72"/>
                  </a:cubicBezTo>
                  <a:cubicBezTo>
                    <a:pt x="121" y="60"/>
                    <a:pt x="127" y="47"/>
                    <a:pt x="128" y="32"/>
                  </a:cubicBezTo>
                  <a:cubicBezTo>
                    <a:pt x="130" y="32"/>
                    <a:pt x="130" y="32"/>
                    <a:pt x="130" y="32"/>
                  </a:cubicBezTo>
                  <a:cubicBezTo>
                    <a:pt x="131" y="51"/>
                    <a:pt x="122" y="68"/>
                    <a:pt x="114" y="84"/>
                  </a:cubicBezTo>
                  <a:cubicBezTo>
                    <a:pt x="110" y="90"/>
                    <a:pt x="107" y="97"/>
                    <a:pt x="104" y="103"/>
                  </a:cubicBezTo>
                  <a:lnTo>
                    <a:pt x="102" y="108"/>
                  </a:lnTo>
                  <a:close/>
                  <a:moveTo>
                    <a:pt x="128" y="44"/>
                  </a:moveTo>
                  <a:cubicBezTo>
                    <a:pt x="125" y="54"/>
                    <a:pt x="120" y="63"/>
                    <a:pt x="116" y="72"/>
                  </a:cubicBezTo>
                  <a:cubicBezTo>
                    <a:pt x="111" y="81"/>
                    <a:pt x="107" y="89"/>
                    <a:pt x="105" y="97"/>
                  </a:cubicBezTo>
                  <a:cubicBezTo>
                    <a:pt x="108" y="92"/>
                    <a:pt x="110" y="88"/>
                    <a:pt x="112" y="83"/>
                  </a:cubicBezTo>
                  <a:cubicBezTo>
                    <a:pt x="119" y="71"/>
                    <a:pt x="126" y="58"/>
                    <a:pt x="128" y="44"/>
                  </a:cubicBezTo>
                  <a:close/>
                </a:path>
              </a:pathLst>
            </a:custGeom>
            <a:grpFill/>
            <a:ln>
              <a:noFill/>
            </a:ln>
          </p:spPr>
          <p:txBody>
            <a:bodyPr vert="horz" wrap="square" lIns="91440" tIns="45720" rIns="91440" bIns="45720" numCol="1" rtlCol="0" anchor="t" anchorCtr="0" compatLnSpc="1">
              <a:prstTxWarp prst="textNoShape">
                <a:avLst/>
              </a:prstTxWarp>
            </a:bodyPr>
            <a:lstStyle/>
            <a:p>
              <a:pPr rtl="0"/>
              <a:endParaRPr/>
            </a:p>
          </p:txBody>
        </p:sp>
      </p:grpSp>
      <p:sp>
        <p:nvSpPr>
          <p:cNvPr id="125" name="Zástupný obrázok 33" descr="Prázdny zástupný objekt na pridanie obrázka. Kliknite na zástupný objekt a vyberte požadovaný obrázok."/>
          <p:cNvSpPr>
            <a:spLocks noGrp="1" noChangeAspect="1"/>
          </p:cNvSpPr>
          <p:nvPr>
            <p:ph type="pic" sz="quarter" idx="19"/>
          </p:nvPr>
        </p:nvSpPr>
        <p:spPr>
          <a:xfrm>
            <a:off x="5546780" y="3456066"/>
            <a:ext cx="2993366" cy="2305338"/>
          </a:xfrm>
          <a:solidFill>
            <a:schemeClr val="bg2"/>
          </a:solidFill>
          <a:ln w="38100">
            <a:solidFill>
              <a:schemeClr val="bg1"/>
            </a:solidFill>
          </a:ln>
        </p:spPr>
        <p:txBody>
          <a:bodyPr rtlCol="0"/>
          <a:lstStyle>
            <a:lvl1pPr marL="0" indent="0" algn="ctr" rtl="0">
              <a:buNone/>
              <a:defRPr/>
            </a:lvl1pPr>
          </a:lstStyle>
          <a:p>
            <a:pPr rtl="0"/>
            <a:r>
              <a:rPr lang="sk-SK"/>
              <a:t>Ak chcete pridať obrázok, kliknite na ikonu</a:t>
            </a:r>
            <a:endParaRPr dirty="0"/>
          </a:p>
        </p:txBody>
      </p:sp>
      <p:sp>
        <p:nvSpPr>
          <p:cNvPr id="126" name="Zástupný text 3"/>
          <p:cNvSpPr>
            <a:spLocks noGrp="1"/>
          </p:cNvSpPr>
          <p:nvPr>
            <p:ph type="body" sz="half" idx="21"/>
          </p:nvPr>
        </p:nvSpPr>
        <p:spPr>
          <a:xfrm>
            <a:off x="9066214" y="2484992"/>
            <a:ext cx="2286000" cy="3248729"/>
          </a:xfrm>
        </p:spPr>
        <p:txBody>
          <a:bodyPr rtlCol="0" anchor="t" anchorCtr="0">
            <a:normAutofit/>
          </a:bodyPr>
          <a:lstStyle>
            <a:lvl1pPr marL="0" indent="0" algn="l" rtl="0">
              <a:spcBef>
                <a:spcPts val="1600"/>
              </a:spcBef>
              <a:buNone/>
              <a:defRPr sz="1600"/>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sk-SK"/>
              <a:t>Kliknite sem a upravte štýly predlohy textu.</a:t>
            </a:r>
          </a:p>
        </p:txBody>
      </p:sp>
      <p:sp>
        <p:nvSpPr>
          <p:cNvPr id="8" name="Zástupné číslo snímky 7"/>
          <p:cNvSpPr>
            <a:spLocks noGrp="1"/>
          </p:cNvSpPr>
          <p:nvPr>
            <p:ph type="sldNum" sz="quarter" idx="12"/>
          </p:nvPr>
        </p:nvSpPr>
        <p:spPr/>
        <p:txBody>
          <a:bodyPr rtlCol="0"/>
          <a:lstStyle/>
          <a:p>
            <a:pPr rtl="0"/>
            <a:fld id="{022B156B-59AE-415F-B24B-8756D48BB977}" type="slidenum">
              <a:rPr/>
              <a:pPr rtl="0"/>
              <a:t>‹#›</a:t>
            </a:fld>
            <a:endParaRPr/>
          </a:p>
        </p:txBody>
      </p:sp>
      <p:sp>
        <p:nvSpPr>
          <p:cNvPr id="7" name="Zástupná päta 6"/>
          <p:cNvSpPr>
            <a:spLocks noGrp="1"/>
          </p:cNvSpPr>
          <p:nvPr>
            <p:ph type="ftr" sz="quarter" idx="11"/>
          </p:nvPr>
        </p:nvSpPr>
        <p:spPr/>
        <p:txBody>
          <a:bodyPr rtlCol="0"/>
          <a:lstStyle/>
          <a:p>
            <a:pPr rtl="0"/>
            <a:endParaRPr/>
          </a:p>
        </p:txBody>
      </p:sp>
      <p:sp>
        <p:nvSpPr>
          <p:cNvPr id="6" name="Zástupný dátum 5"/>
          <p:cNvSpPr>
            <a:spLocks noGrp="1"/>
          </p:cNvSpPr>
          <p:nvPr>
            <p:ph type="dt" sz="half" idx="10"/>
          </p:nvPr>
        </p:nvSpPr>
        <p:spPr/>
        <p:txBody>
          <a:bodyPr rtlCol="0"/>
          <a:lstStyle/>
          <a:p>
            <a:pPr rtl="0"/>
            <a:r>
              <a:rPr lang="en-US"/>
              <a:t>24.8.2016</a:t>
            </a:r>
            <a:endParaRPr/>
          </a:p>
        </p:txBody>
      </p:sp>
    </p:spTree>
    <p:extLst>
      <p:ext uri="{BB962C8B-B14F-4D97-AF65-F5344CB8AC3E}">
        <p14:creationId xmlns:p14="http://schemas.microsoft.com/office/powerpoint/2010/main" val="787425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Obsah s popisom">
    <p:spTree>
      <p:nvGrpSpPr>
        <p:cNvPr id="1" name=""/>
        <p:cNvGrpSpPr/>
        <p:nvPr/>
      </p:nvGrpSpPr>
      <p:grpSpPr>
        <a:xfrm>
          <a:off x="0" y="0"/>
          <a:ext cx="0" cy="0"/>
          <a:chOff x="0" y="0"/>
          <a:chExt cx="0" cy="0"/>
        </a:xfrm>
      </p:grpSpPr>
      <p:sp>
        <p:nvSpPr>
          <p:cNvPr id="2" name="Nadpis 1"/>
          <p:cNvSpPr>
            <a:spLocks noGrp="1"/>
          </p:cNvSpPr>
          <p:nvPr>
            <p:ph type="title"/>
          </p:nvPr>
        </p:nvSpPr>
        <p:spPr>
          <a:xfrm>
            <a:off x="7511732" y="1330347"/>
            <a:ext cx="3840480" cy="2103120"/>
          </a:xfrm>
        </p:spPr>
        <p:txBody>
          <a:bodyPr rtlCol="0" anchor="b">
            <a:normAutofit/>
          </a:bodyPr>
          <a:lstStyle>
            <a:lvl1pPr algn="l" rtl="0">
              <a:defRPr sz="3600"/>
            </a:lvl1pPr>
          </a:lstStyle>
          <a:p>
            <a:pPr rtl="0"/>
            <a:r>
              <a:rPr lang="sk-SK"/>
              <a:t>Kliknite sem a upravte štýl predlohy nadpisov.</a:t>
            </a:r>
            <a:endParaRPr dirty="0"/>
          </a:p>
        </p:txBody>
      </p:sp>
      <p:sp>
        <p:nvSpPr>
          <p:cNvPr id="3" name="Zástupný obsah 2"/>
          <p:cNvSpPr>
            <a:spLocks noGrp="1"/>
          </p:cNvSpPr>
          <p:nvPr>
            <p:ph idx="1"/>
          </p:nvPr>
        </p:nvSpPr>
        <p:spPr>
          <a:xfrm>
            <a:off x="836613" y="914400"/>
            <a:ext cx="6172201" cy="5029200"/>
          </a:xfrm>
        </p:spPr>
        <p:txBody>
          <a:bodyPr rtlCol="0">
            <a:normAutofit/>
          </a:bodyPr>
          <a:lstStyle>
            <a:lvl1pPr algn="l" rtl="0">
              <a:defRPr sz="2400"/>
            </a:lvl1pPr>
            <a:lvl2pPr algn="l" rtl="0">
              <a:defRPr sz="2000"/>
            </a:lvl2pPr>
            <a:lvl3pPr algn="l" rtl="0">
              <a:defRPr sz="1800"/>
            </a:lvl3pPr>
            <a:lvl4pPr algn="l" rtl="0">
              <a:defRPr sz="1600"/>
            </a:lvl4pPr>
            <a:lvl5pPr algn="l" rtl="0">
              <a:defRPr sz="1600"/>
            </a:lvl5pPr>
            <a:lvl6pPr algn="l" rtl="0">
              <a:defRPr sz="2000"/>
            </a:lvl6pPr>
            <a:lvl7pPr algn="l" rtl="0">
              <a:defRPr sz="2000"/>
            </a:lvl7pPr>
            <a:lvl8pPr algn="l" rtl="0">
              <a:defRPr sz="2000"/>
            </a:lvl8pPr>
            <a:lvl9pPr algn="l" rtl="0">
              <a:defRPr sz="2000"/>
            </a:lvl9pPr>
          </a:lstStyle>
          <a:p>
            <a:pPr lvl="0" rtl="0"/>
            <a:r>
              <a:rPr lang="sk-SK"/>
              <a:t>Kliknite sem a upravte štýly predlohy textu.</a:t>
            </a:r>
          </a:p>
          <a:p>
            <a:pPr lvl="1" rtl="0"/>
            <a:r>
              <a:rPr lang="sk-SK"/>
              <a:t>Druhá úroveň</a:t>
            </a:r>
          </a:p>
          <a:p>
            <a:pPr lvl="2" rtl="0"/>
            <a:r>
              <a:rPr lang="sk-SK"/>
              <a:t>Tretia úroveň</a:t>
            </a:r>
          </a:p>
          <a:p>
            <a:pPr lvl="3" rtl="0"/>
            <a:r>
              <a:rPr lang="sk-SK"/>
              <a:t>Štvrtá úroveň</a:t>
            </a:r>
          </a:p>
          <a:p>
            <a:pPr lvl="4" rtl="0"/>
            <a:r>
              <a:rPr lang="sk-SK"/>
              <a:t>Piata úroveň</a:t>
            </a:r>
            <a:endParaRPr dirty="0"/>
          </a:p>
        </p:txBody>
      </p:sp>
      <p:sp>
        <p:nvSpPr>
          <p:cNvPr id="4" name="Zástupný text 3"/>
          <p:cNvSpPr>
            <a:spLocks noGrp="1"/>
          </p:cNvSpPr>
          <p:nvPr>
            <p:ph type="body" sz="half" idx="2"/>
          </p:nvPr>
        </p:nvSpPr>
        <p:spPr>
          <a:xfrm>
            <a:off x="7511732" y="3555523"/>
            <a:ext cx="3840480" cy="2388077"/>
          </a:xfrm>
        </p:spPr>
        <p:txBody>
          <a:bodyPr rtlCol="0">
            <a:normAutofit/>
          </a:bodyPr>
          <a:lstStyle>
            <a:lvl1pPr marL="0" indent="0" algn="l" rtl="0">
              <a:buNone/>
              <a:defRPr sz="1800"/>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sk-SK"/>
              <a:t>Kliknite sem a upravte štýly predlohy textu.</a:t>
            </a:r>
          </a:p>
        </p:txBody>
      </p:sp>
      <p:sp>
        <p:nvSpPr>
          <p:cNvPr id="7" name="Zástupné číslo snímky 6"/>
          <p:cNvSpPr>
            <a:spLocks noGrp="1"/>
          </p:cNvSpPr>
          <p:nvPr>
            <p:ph type="sldNum" sz="quarter" idx="12"/>
          </p:nvPr>
        </p:nvSpPr>
        <p:spPr>
          <a:xfrm>
            <a:off x="1065213" y="6019801"/>
            <a:ext cx="762000" cy="228600"/>
          </a:xfrm>
        </p:spPr>
        <p:txBody>
          <a:bodyPr rtlCol="0"/>
          <a:lstStyle>
            <a:lvl1pPr algn="l" rtl="0">
              <a:defRPr/>
            </a:lvl1pPr>
          </a:lstStyle>
          <a:p>
            <a:pPr rtl="0"/>
            <a:fld id="{022B156B-59AE-415F-B24B-8756D48BB977}" type="slidenum">
              <a:rPr/>
              <a:pPr rtl="0"/>
              <a:t>‹#›</a:t>
            </a:fld>
            <a:endParaRPr/>
          </a:p>
        </p:txBody>
      </p:sp>
      <p:sp>
        <p:nvSpPr>
          <p:cNvPr id="6" name="Zástupná päta 5"/>
          <p:cNvSpPr>
            <a:spLocks noGrp="1"/>
          </p:cNvSpPr>
          <p:nvPr>
            <p:ph type="ftr" sz="quarter" idx="11"/>
          </p:nvPr>
        </p:nvSpPr>
        <p:spPr/>
        <p:txBody>
          <a:bodyPr rtlCol="0"/>
          <a:lstStyle/>
          <a:p>
            <a:pPr rtl="0"/>
            <a:endParaRPr/>
          </a:p>
        </p:txBody>
      </p:sp>
      <p:sp>
        <p:nvSpPr>
          <p:cNvPr id="5" name="Zástupný dátum 4"/>
          <p:cNvSpPr>
            <a:spLocks noGrp="1"/>
          </p:cNvSpPr>
          <p:nvPr>
            <p:ph type="dt" sz="half" idx="10"/>
          </p:nvPr>
        </p:nvSpPr>
        <p:spPr>
          <a:xfrm>
            <a:off x="8075611" y="6019801"/>
            <a:ext cx="1396260" cy="228600"/>
          </a:xfrm>
        </p:spPr>
        <p:txBody>
          <a:bodyPr rtlCol="0"/>
          <a:lstStyle/>
          <a:p>
            <a:pPr rtl="0"/>
            <a:r>
              <a:rPr lang="en-US"/>
              <a:t>24.8.2016</a:t>
            </a:r>
            <a:endParaRPr/>
          </a:p>
        </p:txBody>
      </p:sp>
    </p:spTree>
    <p:extLst>
      <p:ext uri="{BB962C8B-B14F-4D97-AF65-F5344CB8AC3E}">
        <p14:creationId xmlns:p14="http://schemas.microsoft.com/office/powerpoint/2010/main" val="1239762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Obrázok s popisom">
    <p:spTree>
      <p:nvGrpSpPr>
        <p:cNvPr id="1" name=""/>
        <p:cNvGrpSpPr/>
        <p:nvPr/>
      </p:nvGrpSpPr>
      <p:grpSpPr>
        <a:xfrm>
          <a:off x="0" y="0"/>
          <a:ext cx="0" cy="0"/>
          <a:chOff x="0" y="0"/>
          <a:chExt cx="0" cy="0"/>
        </a:xfrm>
      </p:grpSpPr>
      <p:sp>
        <p:nvSpPr>
          <p:cNvPr id="2" name="Nadpis 1"/>
          <p:cNvSpPr>
            <a:spLocks noGrp="1"/>
          </p:cNvSpPr>
          <p:nvPr>
            <p:ph type="title"/>
          </p:nvPr>
        </p:nvSpPr>
        <p:spPr>
          <a:xfrm>
            <a:off x="7492891" y="1330347"/>
            <a:ext cx="3840480" cy="2103120"/>
          </a:xfrm>
        </p:spPr>
        <p:txBody>
          <a:bodyPr rtlCol="0" anchor="b">
            <a:normAutofit/>
          </a:bodyPr>
          <a:lstStyle>
            <a:lvl1pPr algn="l" rtl="0">
              <a:defRPr sz="3600"/>
            </a:lvl1pPr>
          </a:lstStyle>
          <a:p>
            <a:pPr rtl="0"/>
            <a:r>
              <a:rPr lang="sk-SK"/>
              <a:t>Kliknite sem a upravte štýl predlohy nadpisov.</a:t>
            </a:r>
            <a:endParaRPr dirty="0"/>
          </a:p>
        </p:txBody>
      </p:sp>
      <p:grpSp>
        <p:nvGrpSpPr>
          <p:cNvPr id="8" name="Skupina 7"/>
          <p:cNvGrpSpPr/>
          <p:nvPr/>
        </p:nvGrpSpPr>
        <p:grpSpPr>
          <a:xfrm>
            <a:off x="595546" y="781398"/>
            <a:ext cx="6433398" cy="5053665"/>
            <a:chOff x="5162444" y="781398"/>
            <a:chExt cx="6433398" cy="5053665"/>
          </a:xfrm>
        </p:grpSpPr>
        <p:sp>
          <p:nvSpPr>
            <p:cNvPr id="9" name="Voľný tvar 42"/>
            <p:cNvSpPr>
              <a:spLocks/>
            </p:cNvSpPr>
            <p:nvPr/>
          </p:nvSpPr>
          <p:spPr bwMode="auto">
            <a:xfrm rot="16200000" flipV="1">
              <a:off x="3342557" y="3275021"/>
              <a:ext cx="3827994" cy="17568"/>
            </a:xfrm>
            <a:custGeom>
              <a:avLst/>
              <a:gdLst>
                <a:gd name="T0" fmla="*/ 0 w 1216"/>
                <a:gd name="T1" fmla="*/ 2 h 5"/>
                <a:gd name="T2" fmla="*/ 304 w 1216"/>
                <a:gd name="T3" fmla="*/ 1 h 5"/>
                <a:gd name="T4" fmla="*/ 456 w 1216"/>
                <a:gd name="T5" fmla="*/ 2 h 5"/>
                <a:gd name="T6" fmla="*/ 608 w 1216"/>
                <a:gd name="T7" fmla="*/ 1 h 5"/>
                <a:gd name="T8" fmla="*/ 912 w 1216"/>
                <a:gd name="T9" fmla="*/ 0 h 5"/>
                <a:gd name="T10" fmla="*/ 1064 w 1216"/>
                <a:gd name="T11" fmla="*/ 1 h 5"/>
                <a:gd name="T12" fmla="*/ 1216 w 1216"/>
                <a:gd name="T13" fmla="*/ 2 h 5"/>
                <a:gd name="T14" fmla="*/ 1216 w 1216"/>
                <a:gd name="T15" fmla="*/ 2 h 5"/>
                <a:gd name="T16" fmla="*/ 1064 w 1216"/>
                <a:gd name="T17" fmla="*/ 4 h 5"/>
                <a:gd name="T18" fmla="*/ 912 w 1216"/>
                <a:gd name="T19" fmla="*/ 4 h 5"/>
                <a:gd name="T20" fmla="*/ 608 w 1216"/>
                <a:gd name="T21" fmla="*/ 3 h 5"/>
                <a:gd name="T22" fmla="*/ 456 w 1216"/>
                <a:gd name="T23" fmla="*/ 3 h 5"/>
                <a:gd name="T24" fmla="*/ 304 w 1216"/>
                <a:gd name="T25" fmla="*/ 4 h 5"/>
                <a:gd name="T26" fmla="*/ 0 w 1216"/>
                <a:gd name="T27"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16" h="5">
                  <a:moveTo>
                    <a:pt x="0" y="2"/>
                  </a:moveTo>
                  <a:cubicBezTo>
                    <a:pt x="101" y="1"/>
                    <a:pt x="202" y="0"/>
                    <a:pt x="304" y="1"/>
                  </a:cubicBezTo>
                  <a:cubicBezTo>
                    <a:pt x="354" y="1"/>
                    <a:pt x="405" y="2"/>
                    <a:pt x="456" y="2"/>
                  </a:cubicBezTo>
                  <a:cubicBezTo>
                    <a:pt x="506" y="2"/>
                    <a:pt x="557" y="1"/>
                    <a:pt x="608" y="1"/>
                  </a:cubicBezTo>
                  <a:cubicBezTo>
                    <a:pt x="709" y="1"/>
                    <a:pt x="810" y="0"/>
                    <a:pt x="912" y="0"/>
                  </a:cubicBezTo>
                  <a:cubicBezTo>
                    <a:pt x="962" y="0"/>
                    <a:pt x="1013" y="1"/>
                    <a:pt x="1064" y="1"/>
                  </a:cubicBezTo>
                  <a:cubicBezTo>
                    <a:pt x="1114" y="1"/>
                    <a:pt x="1165" y="1"/>
                    <a:pt x="1216" y="2"/>
                  </a:cubicBezTo>
                  <a:cubicBezTo>
                    <a:pt x="1216" y="2"/>
                    <a:pt x="1216" y="2"/>
                    <a:pt x="1216" y="2"/>
                  </a:cubicBezTo>
                  <a:cubicBezTo>
                    <a:pt x="1165" y="3"/>
                    <a:pt x="1114" y="3"/>
                    <a:pt x="1064" y="4"/>
                  </a:cubicBezTo>
                  <a:cubicBezTo>
                    <a:pt x="1013" y="4"/>
                    <a:pt x="962" y="4"/>
                    <a:pt x="912" y="4"/>
                  </a:cubicBezTo>
                  <a:cubicBezTo>
                    <a:pt x="810" y="5"/>
                    <a:pt x="709" y="4"/>
                    <a:pt x="608" y="3"/>
                  </a:cubicBezTo>
                  <a:cubicBezTo>
                    <a:pt x="557" y="3"/>
                    <a:pt x="506" y="3"/>
                    <a:pt x="456" y="3"/>
                  </a:cubicBezTo>
                  <a:cubicBezTo>
                    <a:pt x="405" y="3"/>
                    <a:pt x="354" y="4"/>
                    <a:pt x="304" y="4"/>
                  </a:cubicBezTo>
                  <a:cubicBezTo>
                    <a:pt x="202" y="4"/>
                    <a:pt x="101" y="4"/>
                    <a:pt x="0" y="2"/>
                  </a:cubicBezTo>
                  <a:close/>
                </a:path>
              </a:pathLst>
            </a:custGeom>
            <a:solidFill>
              <a:schemeClr val="tx1">
                <a:lumMod val="50000"/>
              </a:schemeClr>
            </a:solidFill>
            <a:ln>
              <a:noFill/>
            </a:ln>
          </p:spPr>
          <p:txBody>
            <a:bodyPr vert="horz" wrap="square" lIns="91440" tIns="45720" rIns="91440" bIns="45720" numCol="1" rtlCol="0" anchor="t" anchorCtr="0" compatLnSpc="1">
              <a:prstTxWarp prst="textNoShape">
                <a:avLst/>
              </a:prstTxWarp>
            </a:bodyPr>
            <a:lstStyle/>
            <a:p>
              <a:pPr rtl="0"/>
              <a:endParaRPr/>
            </a:p>
          </p:txBody>
        </p:sp>
        <p:sp>
          <p:nvSpPr>
            <p:cNvPr id="10" name="Voľný tvar 43"/>
            <p:cNvSpPr>
              <a:spLocks/>
            </p:cNvSpPr>
            <p:nvPr/>
          </p:nvSpPr>
          <p:spPr bwMode="auto">
            <a:xfrm rot="16200000" flipV="1">
              <a:off x="9565728" y="3299447"/>
              <a:ext cx="3836876" cy="17568"/>
            </a:xfrm>
            <a:custGeom>
              <a:avLst/>
              <a:gdLst>
                <a:gd name="T0" fmla="*/ 0 w 1219"/>
                <a:gd name="T1" fmla="*/ 2 h 5"/>
                <a:gd name="T2" fmla="*/ 304 w 1219"/>
                <a:gd name="T3" fmla="*/ 1 h 5"/>
                <a:gd name="T4" fmla="*/ 457 w 1219"/>
                <a:gd name="T5" fmla="*/ 2 h 5"/>
                <a:gd name="T6" fmla="*/ 609 w 1219"/>
                <a:gd name="T7" fmla="*/ 1 h 5"/>
                <a:gd name="T8" fmla="*/ 914 w 1219"/>
                <a:gd name="T9" fmla="*/ 0 h 5"/>
                <a:gd name="T10" fmla="*/ 1067 w 1219"/>
                <a:gd name="T11" fmla="*/ 1 h 5"/>
                <a:gd name="T12" fmla="*/ 1219 w 1219"/>
                <a:gd name="T13" fmla="*/ 2 h 5"/>
                <a:gd name="T14" fmla="*/ 1219 w 1219"/>
                <a:gd name="T15" fmla="*/ 3 h 5"/>
                <a:gd name="T16" fmla="*/ 1067 w 1219"/>
                <a:gd name="T17" fmla="*/ 4 h 5"/>
                <a:gd name="T18" fmla="*/ 914 w 1219"/>
                <a:gd name="T19" fmla="*/ 4 h 5"/>
                <a:gd name="T20" fmla="*/ 609 w 1219"/>
                <a:gd name="T21" fmla="*/ 3 h 5"/>
                <a:gd name="T22" fmla="*/ 457 w 1219"/>
                <a:gd name="T23" fmla="*/ 3 h 5"/>
                <a:gd name="T24" fmla="*/ 304 w 1219"/>
                <a:gd name="T25" fmla="*/ 4 h 5"/>
                <a:gd name="T26" fmla="*/ 0 w 1219"/>
                <a:gd name="T27" fmla="*/ 3 h 5"/>
                <a:gd name="T28" fmla="*/ 0 w 1219"/>
                <a:gd name="T29"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19" h="5">
                  <a:moveTo>
                    <a:pt x="0" y="2"/>
                  </a:moveTo>
                  <a:cubicBezTo>
                    <a:pt x="101" y="1"/>
                    <a:pt x="203" y="0"/>
                    <a:pt x="304" y="1"/>
                  </a:cubicBezTo>
                  <a:cubicBezTo>
                    <a:pt x="355" y="1"/>
                    <a:pt x="406" y="2"/>
                    <a:pt x="457" y="2"/>
                  </a:cubicBezTo>
                  <a:cubicBezTo>
                    <a:pt x="508" y="2"/>
                    <a:pt x="559" y="1"/>
                    <a:pt x="609" y="1"/>
                  </a:cubicBezTo>
                  <a:cubicBezTo>
                    <a:pt x="711" y="1"/>
                    <a:pt x="813" y="0"/>
                    <a:pt x="914" y="0"/>
                  </a:cubicBezTo>
                  <a:cubicBezTo>
                    <a:pt x="965" y="0"/>
                    <a:pt x="1016" y="1"/>
                    <a:pt x="1067" y="1"/>
                  </a:cubicBezTo>
                  <a:cubicBezTo>
                    <a:pt x="1117" y="1"/>
                    <a:pt x="1168" y="1"/>
                    <a:pt x="1219" y="2"/>
                  </a:cubicBezTo>
                  <a:cubicBezTo>
                    <a:pt x="1219" y="3"/>
                    <a:pt x="1219" y="3"/>
                    <a:pt x="1219" y="3"/>
                  </a:cubicBezTo>
                  <a:cubicBezTo>
                    <a:pt x="1168" y="3"/>
                    <a:pt x="1117" y="4"/>
                    <a:pt x="1067" y="4"/>
                  </a:cubicBezTo>
                  <a:cubicBezTo>
                    <a:pt x="1016" y="4"/>
                    <a:pt x="965" y="4"/>
                    <a:pt x="914" y="4"/>
                  </a:cubicBezTo>
                  <a:cubicBezTo>
                    <a:pt x="813" y="5"/>
                    <a:pt x="711" y="4"/>
                    <a:pt x="609" y="3"/>
                  </a:cubicBezTo>
                  <a:cubicBezTo>
                    <a:pt x="559" y="3"/>
                    <a:pt x="508" y="3"/>
                    <a:pt x="457" y="3"/>
                  </a:cubicBezTo>
                  <a:cubicBezTo>
                    <a:pt x="406" y="3"/>
                    <a:pt x="355" y="4"/>
                    <a:pt x="304" y="4"/>
                  </a:cubicBezTo>
                  <a:cubicBezTo>
                    <a:pt x="203" y="4"/>
                    <a:pt x="101" y="4"/>
                    <a:pt x="0" y="3"/>
                  </a:cubicBezTo>
                  <a:lnTo>
                    <a:pt x="0" y="2"/>
                  </a:lnTo>
                  <a:close/>
                </a:path>
              </a:pathLst>
            </a:custGeom>
            <a:solidFill>
              <a:schemeClr val="tx1">
                <a:lumMod val="50000"/>
              </a:schemeClr>
            </a:solidFill>
            <a:ln>
              <a:noFill/>
            </a:ln>
          </p:spPr>
          <p:txBody>
            <a:bodyPr vert="horz" wrap="square" lIns="91440" tIns="45720" rIns="91440" bIns="45720" numCol="1" rtlCol="0" anchor="t" anchorCtr="0" compatLnSpc="1">
              <a:prstTxWarp prst="textNoShape">
                <a:avLst/>
              </a:prstTxWarp>
            </a:bodyPr>
            <a:lstStyle/>
            <a:p>
              <a:pPr rtl="0"/>
              <a:endParaRPr/>
            </a:p>
          </p:txBody>
        </p:sp>
        <p:grpSp>
          <p:nvGrpSpPr>
            <p:cNvPr id="11" name="Skupina 10"/>
            <p:cNvGrpSpPr/>
            <p:nvPr/>
          </p:nvGrpSpPr>
          <p:grpSpPr>
            <a:xfrm>
              <a:off x="5814205" y="859113"/>
              <a:ext cx="5129146" cy="4880471"/>
              <a:chOff x="7856559" y="859113"/>
              <a:chExt cx="3086791" cy="4880471"/>
            </a:xfrm>
          </p:grpSpPr>
          <p:sp>
            <p:nvSpPr>
              <p:cNvPr id="20" name="Voľný tvar 41"/>
              <p:cNvSpPr>
                <a:spLocks/>
              </p:cNvSpPr>
              <p:nvPr/>
            </p:nvSpPr>
            <p:spPr bwMode="auto">
              <a:xfrm rot="16200000" flipV="1">
                <a:off x="9392183" y="4188416"/>
                <a:ext cx="15544" cy="3086791"/>
              </a:xfrm>
              <a:custGeom>
                <a:avLst/>
                <a:gdLst>
                  <a:gd name="T0" fmla="*/ 3 w 5"/>
                  <a:gd name="T1" fmla="*/ 0 h 868"/>
                  <a:gd name="T2" fmla="*/ 4 w 5"/>
                  <a:gd name="T3" fmla="*/ 217 h 868"/>
                  <a:gd name="T4" fmla="*/ 3 w 5"/>
                  <a:gd name="T5" fmla="*/ 326 h 868"/>
                  <a:gd name="T6" fmla="*/ 4 w 5"/>
                  <a:gd name="T7" fmla="*/ 434 h 868"/>
                  <a:gd name="T8" fmla="*/ 4 w 5"/>
                  <a:gd name="T9" fmla="*/ 651 h 868"/>
                  <a:gd name="T10" fmla="*/ 4 w 5"/>
                  <a:gd name="T11" fmla="*/ 760 h 868"/>
                  <a:gd name="T12" fmla="*/ 3 w 5"/>
                  <a:gd name="T13" fmla="*/ 868 h 868"/>
                  <a:gd name="T14" fmla="*/ 2 w 5"/>
                  <a:gd name="T15" fmla="*/ 868 h 868"/>
                  <a:gd name="T16" fmla="*/ 1 w 5"/>
                  <a:gd name="T17" fmla="*/ 760 h 868"/>
                  <a:gd name="T18" fmla="*/ 0 w 5"/>
                  <a:gd name="T19" fmla="*/ 651 h 868"/>
                  <a:gd name="T20" fmla="*/ 1 w 5"/>
                  <a:gd name="T21" fmla="*/ 434 h 868"/>
                  <a:gd name="T22" fmla="*/ 2 w 5"/>
                  <a:gd name="T23" fmla="*/ 326 h 868"/>
                  <a:gd name="T24" fmla="*/ 1 w 5"/>
                  <a:gd name="T25" fmla="*/ 217 h 868"/>
                  <a:gd name="T26" fmla="*/ 2 w 5"/>
                  <a:gd name="T27" fmla="*/ 0 h 868"/>
                  <a:gd name="T28" fmla="*/ 3 w 5"/>
                  <a:gd name="T29" fmla="*/ 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 h="868">
                    <a:moveTo>
                      <a:pt x="3" y="0"/>
                    </a:moveTo>
                    <a:cubicBezTo>
                      <a:pt x="4" y="73"/>
                      <a:pt x="4" y="145"/>
                      <a:pt x="4" y="217"/>
                    </a:cubicBezTo>
                    <a:cubicBezTo>
                      <a:pt x="4" y="253"/>
                      <a:pt x="3" y="290"/>
                      <a:pt x="3" y="326"/>
                    </a:cubicBezTo>
                    <a:cubicBezTo>
                      <a:pt x="3" y="362"/>
                      <a:pt x="3" y="398"/>
                      <a:pt x="4" y="434"/>
                    </a:cubicBezTo>
                    <a:cubicBezTo>
                      <a:pt x="4" y="507"/>
                      <a:pt x="5" y="579"/>
                      <a:pt x="4" y="651"/>
                    </a:cubicBezTo>
                    <a:cubicBezTo>
                      <a:pt x="5" y="687"/>
                      <a:pt x="4" y="724"/>
                      <a:pt x="4" y="760"/>
                    </a:cubicBezTo>
                    <a:cubicBezTo>
                      <a:pt x="4" y="796"/>
                      <a:pt x="3" y="832"/>
                      <a:pt x="3" y="868"/>
                    </a:cubicBezTo>
                    <a:cubicBezTo>
                      <a:pt x="2" y="868"/>
                      <a:pt x="2" y="868"/>
                      <a:pt x="2" y="868"/>
                    </a:cubicBezTo>
                    <a:cubicBezTo>
                      <a:pt x="2" y="832"/>
                      <a:pt x="1" y="796"/>
                      <a:pt x="1" y="760"/>
                    </a:cubicBezTo>
                    <a:cubicBezTo>
                      <a:pt x="1" y="724"/>
                      <a:pt x="0" y="687"/>
                      <a:pt x="0" y="651"/>
                    </a:cubicBezTo>
                    <a:cubicBezTo>
                      <a:pt x="0" y="579"/>
                      <a:pt x="1" y="507"/>
                      <a:pt x="1" y="434"/>
                    </a:cubicBezTo>
                    <a:cubicBezTo>
                      <a:pt x="2" y="398"/>
                      <a:pt x="2" y="362"/>
                      <a:pt x="2" y="326"/>
                    </a:cubicBezTo>
                    <a:cubicBezTo>
                      <a:pt x="2" y="290"/>
                      <a:pt x="1" y="253"/>
                      <a:pt x="1" y="217"/>
                    </a:cubicBezTo>
                    <a:cubicBezTo>
                      <a:pt x="0" y="145"/>
                      <a:pt x="1" y="73"/>
                      <a:pt x="2" y="0"/>
                    </a:cubicBezTo>
                    <a:lnTo>
                      <a:pt x="3" y="0"/>
                    </a:lnTo>
                    <a:close/>
                  </a:path>
                </a:pathLst>
              </a:custGeom>
              <a:solidFill>
                <a:schemeClr val="tx1">
                  <a:lumMod val="50000"/>
                </a:schemeClr>
              </a:solidFill>
              <a:ln>
                <a:noFill/>
              </a:ln>
            </p:spPr>
            <p:txBody>
              <a:bodyPr vert="horz" wrap="square" lIns="91440" tIns="45720" rIns="91440" bIns="45720" numCol="1" rtlCol="0" anchor="t" anchorCtr="0" compatLnSpc="1">
                <a:prstTxWarp prst="textNoShape">
                  <a:avLst/>
                </a:prstTxWarp>
              </a:bodyPr>
              <a:lstStyle/>
              <a:p>
                <a:pPr rtl="0"/>
                <a:endParaRPr/>
              </a:p>
            </p:txBody>
          </p:sp>
          <p:sp>
            <p:nvSpPr>
              <p:cNvPr id="21" name="Voľný tvar 44"/>
              <p:cNvSpPr>
                <a:spLocks/>
              </p:cNvSpPr>
              <p:nvPr/>
            </p:nvSpPr>
            <p:spPr bwMode="auto">
              <a:xfrm rot="16200000" flipV="1">
                <a:off x="9366943" y="-651271"/>
                <a:ext cx="13322" cy="3034090"/>
              </a:xfrm>
              <a:custGeom>
                <a:avLst/>
                <a:gdLst>
                  <a:gd name="T0" fmla="*/ 2 w 4"/>
                  <a:gd name="T1" fmla="*/ 853 h 853"/>
                  <a:gd name="T2" fmla="*/ 0 w 4"/>
                  <a:gd name="T3" fmla="*/ 640 h 853"/>
                  <a:gd name="T4" fmla="*/ 1 w 4"/>
                  <a:gd name="T5" fmla="*/ 533 h 853"/>
                  <a:gd name="T6" fmla="*/ 1 w 4"/>
                  <a:gd name="T7" fmla="*/ 427 h 853"/>
                  <a:gd name="T8" fmla="*/ 0 w 4"/>
                  <a:gd name="T9" fmla="*/ 213 h 853"/>
                  <a:gd name="T10" fmla="*/ 0 w 4"/>
                  <a:gd name="T11" fmla="*/ 107 h 853"/>
                  <a:gd name="T12" fmla="*/ 2 w 4"/>
                  <a:gd name="T13" fmla="*/ 0 h 853"/>
                  <a:gd name="T14" fmla="*/ 2 w 4"/>
                  <a:gd name="T15" fmla="*/ 0 h 853"/>
                  <a:gd name="T16" fmla="*/ 3 w 4"/>
                  <a:gd name="T17" fmla="*/ 107 h 853"/>
                  <a:gd name="T18" fmla="*/ 4 w 4"/>
                  <a:gd name="T19" fmla="*/ 213 h 853"/>
                  <a:gd name="T20" fmla="*/ 3 w 4"/>
                  <a:gd name="T21" fmla="*/ 427 h 853"/>
                  <a:gd name="T22" fmla="*/ 2 w 4"/>
                  <a:gd name="T23" fmla="*/ 533 h 853"/>
                  <a:gd name="T24" fmla="*/ 3 w 4"/>
                  <a:gd name="T25" fmla="*/ 640 h 853"/>
                  <a:gd name="T26" fmla="*/ 2 w 4"/>
                  <a:gd name="T27" fmla="*/ 853 h 8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 h="853">
                    <a:moveTo>
                      <a:pt x="2" y="853"/>
                    </a:moveTo>
                    <a:cubicBezTo>
                      <a:pt x="0" y="782"/>
                      <a:pt x="0" y="711"/>
                      <a:pt x="0" y="640"/>
                    </a:cubicBezTo>
                    <a:cubicBezTo>
                      <a:pt x="0" y="604"/>
                      <a:pt x="1" y="569"/>
                      <a:pt x="1" y="533"/>
                    </a:cubicBezTo>
                    <a:cubicBezTo>
                      <a:pt x="1" y="498"/>
                      <a:pt x="1" y="462"/>
                      <a:pt x="1" y="427"/>
                    </a:cubicBezTo>
                    <a:cubicBezTo>
                      <a:pt x="0" y="356"/>
                      <a:pt x="0" y="284"/>
                      <a:pt x="0" y="213"/>
                    </a:cubicBezTo>
                    <a:cubicBezTo>
                      <a:pt x="0" y="178"/>
                      <a:pt x="0" y="142"/>
                      <a:pt x="0" y="107"/>
                    </a:cubicBezTo>
                    <a:cubicBezTo>
                      <a:pt x="1" y="71"/>
                      <a:pt x="1" y="36"/>
                      <a:pt x="2" y="0"/>
                    </a:cubicBezTo>
                    <a:cubicBezTo>
                      <a:pt x="2" y="0"/>
                      <a:pt x="2" y="0"/>
                      <a:pt x="2" y="0"/>
                    </a:cubicBezTo>
                    <a:cubicBezTo>
                      <a:pt x="3" y="36"/>
                      <a:pt x="3" y="71"/>
                      <a:pt x="3" y="107"/>
                    </a:cubicBezTo>
                    <a:cubicBezTo>
                      <a:pt x="4" y="142"/>
                      <a:pt x="4" y="178"/>
                      <a:pt x="4" y="213"/>
                    </a:cubicBezTo>
                    <a:cubicBezTo>
                      <a:pt x="4" y="284"/>
                      <a:pt x="3" y="356"/>
                      <a:pt x="3" y="427"/>
                    </a:cubicBezTo>
                    <a:cubicBezTo>
                      <a:pt x="3" y="462"/>
                      <a:pt x="2" y="498"/>
                      <a:pt x="2" y="533"/>
                    </a:cubicBezTo>
                    <a:cubicBezTo>
                      <a:pt x="3" y="569"/>
                      <a:pt x="3" y="604"/>
                      <a:pt x="3" y="640"/>
                    </a:cubicBezTo>
                    <a:cubicBezTo>
                      <a:pt x="4" y="711"/>
                      <a:pt x="3" y="782"/>
                      <a:pt x="2" y="853"/>
                    </a:cubicBezTo>
                    <a:close/>
                  </a:path>
                </a:pathLst>
              </a:custGeom>
              <a:solidFill>
                <a:schemeClr val="tx1">
                  <a:lumMod val="50000"/>
                </a:schemeClr>
              </a:solidFill>
              <a:ln>
                <a:noFill/>
              </a:ln>
            </p:spPr>
            <p:txBody>
              <a:bodyPr vert="horz" wrap="square" lIns="91440" tIns="45720" rIns="91440" bIns="45720" numCol="1" rtlCol="0" anchor="t" anchorCtr="0" compatLnSpc="1">
                <a:prstTxWarp prst="textNoShape">
                  <a:avLst/>
                </a:prstTxWarp>
              </a:bodyPr>
              <a:lstStyle/>
              <a:p>
                <a:pPr rtl="0"/>
                <a:endParaRPr/>
              </a:p>
            </p:txBody>
          </p:sp>
        </p:grpSp>
        <p:sp>
          <p:nvSpPr>
            <p:cNvPr id="12" name="Voľný tvar 45"/>
            <p:cNvSpPr>
              <a:spLocks noEditPoints="1"/>
            </p:cNvSpPr>
            <p:nvPr/>
          </p:nvSpPr>
          <p:spPr bwMode="auto">
            <a:xfrm rot="16200000" flipV="1">
              <a:off x="5186001" y="5323012"/>
              <a:ext cx="477390" cy="524504"/>
            </a:xfrm>
            <a:custGeom>
              <a:avLst/>
              <a:gdLst>
                <a:gd name="T0" fmla="*/ 127 w 152"/>
                <a:gd name="T1" fmla="*/ 122 h 148"/>
                <a:gd name="T2" fmla="*/ 84 w 152"/>
                <a:gd name="T3" fmla="*/ 134 h 148"/>
                <a:gd name="T4" fmla="*/ 112 w 152"/>
                <a:gd name="T5" fmla="*/ 131 h 148"/>
                <a:gd name="T6" fmla="*/ 48 w 152"/>
                <a:gd name="T7" fmla="*/ 142 h 148"/>
                <a:gd name="T8" fmla="*/ 4 w 152"/>
                <a:gd name="T9" fmla="*/ 95 h 148"/>
                <a:gd name="T10" fmla="*/ 20 w 152"/>
                <a:gd name="T11" fmla="*/ 61 h 148"/>
                <a:gd name="T12" fmla="*/ 26 w 152"/>
                <a:gd name="T13" fmla="*/ 58 h 148"/>
                <a:gd name="T14" fmla="*/ 31 w 152"/>
                <a:gd name="T15" fmla="*/ 23 h 148"/>
                <a:gd name="T16" fmla="*/ 19 w 152"/>
                <a:gd name="T17" fmla="*/ 0 h 148"/>
                <a:gd name="T18" fmla="*/ 33 w 152"/>
                <a:gd name="T19" fmla="*/ 57 h 148"/>
                <a:gd name="T20" fmla="*/ 41 w 152"/>
                <a:gd name="T21" fmla="*/ 63 h 148"/>
                <a:gd name="T22" fmla="*/ 36 w 152"/>
                <a:gd name="T23" fmla="*/ 80 h 148"/>
                <a:gd name="T24" fmla="*/ 26 w 152"/>
                <a:gd name="T25" fmla="*/ 67 h 148"/>
                <a:gd name="T26" fmla="*/ 64 w 152"/>
                <a:gd name="T27" fmla="*/ 132 h 148"/>
                <a:gd name="T28" fmla="*/ 84 w 152"/>
                <a:gd name="T29" fmla="*/ 112 h 148"/>
                <a:gd name="T30" fmla="*/ 77 w 152"/>
                <a:gd name="T31" fmla="*/ 131 h 148"/>
                <a:gd name="T32" fmla="*/ 152 w 152"/>
                <a:gd name="T33" fmla="*/ 129 h 148"/>
                <a:gd name="T34" fmla="*/ 114 w 152"/>
                <a:gd name="T35" fmla="*/ 131 h 148"/>
                <a:gd name="T36" fmla="*/ 127 w 152"/>
                <a:gd name="T37" fmla="*/ 122 h 148"/>
                <a:gd name="T38" fmla="*/ 74 w 152"/>
                <a:gd name="T39" fmla="*/ 128 h 148"/>
                <a:gd name="T40" fmla="*/ 68 w 152"/>
                <a:gd name="T41" fmla="*/ 112 h 148"/>
                <a:gd name="T42" fmla="*/ 66 w 152"/>
                <a:gd name="T43" fmla="*/ 117 h 148"/>
                <a:gd name="T44" fmla="*/ 66 w 152"/>
                <a:gd name="T45" fmla="*/ 125 h 148"/>
                <a:gd name="T46" fmla="*/ 73 w 152"/>
                <a:gd name="T47" fmla="*/ 128 h 148"/>
                <a:gd name="T48" fmla="*/ 74 w 152"/>
                <a:gd name="T49" fmla="*/ 114 h 148"/>
                <a:gd name="T50" fmla="*/ 74 w 152"/>
                <a:gd name="T51" fmla="*/ 128 h 148"/>
                <a:gd name="T52" fmla="*/ 9 w 152"/>
                <a:gd name="T53" fmla="*/ 88 h 148"/>
                <a:gd name="T54" fmla="*/ 56 w 152"/>
                <a:gd name="T55" fmla="*/ 135 h 148"/>
                <a:gd name="T56" fmla="*/ 9 w 152"/>
                <a:gd name="T57" fmla="*/ 88 h 148"/>
                <a:gd name="T58" fmla="*/ 37 w 152"/>
                <a:gd name="T59" fmla="*/ 61 h 148"/>
                <a:gd name="T60" fmla="*/ 31 w 152"/>
                <a:gd name="T61" fmla="*/ 77 h 148"/>
                <a:gd name="T62" fmla="*/ 37 w 152"/>
                <a:gd name="T63" fmla="*/ 61 h 148"/>
                <a:gd name="T64" fmla="*/ 30 w 152"/>
                <a:gd name="T65" fmla="*/ 57 h 148"/>
                <a:gd name="T66" fmla="*/ 33 w 152"/>
                <a:gd name="T67" fmla="*/ 31 h 148"/>
                <a:gd name="T68" fmla="*/ 30 w 152"/>
                <a:gd name="T69" fmla="*/ 57 h 148"/>
                <a:gd name="T70" fmla="*/ 30 w 152"/>
                <a:gd name="T71" fmla="*/ 61 h 148"/>
                <a:gd name="T72" fmla="*/ 30 w 152"/>
                <a:gd name="T73" fmla="*/ 74 h 148"/>
                <a:gd name="T74" fmla="*/ 30 w 152"/>
                <a:gd name="T75" fmla="*/ 61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2" h="148">
                  <a:moveTo>
                    <a:pt x="127" y="122"/>
                  </a:moveTo>
                  <a:cubicBezTo>
                    <a:pt x="115" y="118"/>
                    <a:pt x="99" y="137"/>
                    <a:pt x="84" y="134"/>
                  </a:cubicBezTo>
                  <a:cubicBezTo>
                    <a:pt x="92" y="142"/>
                    <a:pt x="106" y="130"/>
                    <a:pt x="112" y="131"/>
                  </a:cubicBezTo>
                  <a:cubicBezTo>
                    <a:pt x="95" y="147"/>
                    <a:pt x="66" y="127"/>
                    <a:pt x="48" y="142"/>
                  </a:cubicBezTo>
                  <a:cubicBezTo>
                    <a:pt x="19" y="142"/>
                    <a:pt x="1" y="123"/>
                    <a:pt x="4" y="95"/>
                  </a:cubicBezTo>
                  <a:cubicBezTo>
                    <a:pt x="6" y="82"/>
                    <a:pt x="19" y="74"/>
                    <a:pt x="20" y="61"/>
                  </a:cubicBezTo>
                  <a:cubicBezTo>
                    <a:pt x="23" y="58"/>
                    <a:pt x="22" y="60"/>
                    <a:pt x="26" y="58"/>
                  </a:cubicBezTo>
                  <a:cubicBezTo>
                    <a:pt x="25" y="45"/>
                    <a:pt x="33" y="34"/>
                    <a:pt x="31" y="23"/>
                  </a:cubicBezTo>
                  <a:cubicBezTo>
                    <a:pt x="30" y="12"/>
                    <a:pt x="19" y="8"/>
                    <a:pt x="19" y="0"/>
                  </a:cubicBezTo>
                  <a:cubicBezTo>
                    <a:pt x="36" y="7"/>
                    <a:pt x="41" y="36"/>
                    <a:pt x="33" y="57"/>
                  </a:cubicBezTo>
                  <a:cubicBezTo>
                    <a:pt x="34" y="60"/>
                    <a:pt x="40" y="59"/>
                    <a:pt x="41" y="63"/>
                  </a:cubicBezTo>
                  <a:cubicBezTo>
                    <a:pt x="43" y="69"/>
                    <a:pt x="40" y="75"/>
                    <a:pt x="36" y="80"/>
                  </a:cubicBezTo>
                  <a:cubicBezTo>
                    <a:pt x="27" y="79"/>
                    <a:pt x="20" y="74"/>
                    <a:pt x="26" y="67"/>
                  </a:cubicBezTo>
                  <a:cubicBezTo>
                    <a:pt x="1" y="88"/>
                    <a:pt x="14" y="148"/>
                    <a:pt x="64" y="132"/>
                  </a:cubicBezTo>
                  <a:cubicBezTo>
                    <a:pt x="54" y="118"/>
                    <a:pt x="73" y="97"/>
                    <a:pt x="84" y="112"/>
                  </a:cubicBezTo>
                  <a:cubicBezTo>
                    <a:pt x="86" y="123"/>
                    <a:pt x="81" y="126"/>
                    <a:pt x="77" y="131"/>
                  </a:cubicBezTo>
                  <a:cubicBezTo>
                    <a:pt x="101" y="137"/>
                    <a:pt x="133" y="102"/>
                    <a:pt x="152" y="129"/>
                  </a:cubicBezTo>
                  <a:cubicBezTo>
                    <a:pt x="143" y="117"/>
                    <a:pt x="124" y="124"/>
                    <a:pt x="114" y="131"/>
                  </a:cubicBezTo>
                  <a:cubicBezTo>
                    <a:pt x="116" y="126"/>
                    <a:pt x="123" y="126"/>
                    <a:pt x="127" y="122"/>
                  </a:cubicBezTo>
                  <a:close/>
                  <a:moveTo>
                    <a:pt x="74" y="128"/>
                  </a:moveTo>
                  <a:cubicBezTo>
                    <a:pt x="91" y="127"/>
                    <a:pt x="78" y="98"/>
                    <a:pt x="68" y="112"/>
                  </a:cubicBezTo>
                  <a:cubicBezTo>
                    <a:pt x="75" y="112"/>
                    <a:pt x="69" y="117"/>
                    <a:pt x="66" y="117"/>
                  </a:cubicBezTo>
                  <a:cubicBezTo>
                    <a:pt x="66" y="119"/>
                    <a:pt x="66" y="122"/>
                    <a:pt x="66" y="125"/>
                  </a:cubicBezTo>
                  <a:cubicBezTo>
                    <a:pt x="68" y="126"/>
                    <a:pt x="69" y="128"/>
                    <a:pt x="73" y="128"/>
                  </a:cubicBezTo>
                  <a:cubicBezTo>
                    <a:pt x="75" y="124"/>
                    <a:pt x="80" y="117"/>
                    <a:pt x="74" y="114"/>
                  </a:cubicBezTo>
                  <a:cubicBezTo>
                    <a:pt x="84" y="115"/>
                    <a:pt x="78" y="125"/>
                    <a:pt x="74" y="128"/>
                  </a:cubicBezTo>
                  <a:close/>
                  <a:moveTo>
                    <a:pt x="9" y="88"/>
                  </a:moveTo>
                  <a:cubicBezTo>
                    <a:pt x="0" y="121"/>
                    <a:pt x="28" y="148"/>
                    <a:pt x="56" y="135"/>
                  </a:cubicBezTo>
                  <a:cubicBezTo>
                    <a:pt x="20" y="145"/>
                    <a:pt x="13" y="115"/>
                    <a:pt x="9" y="88"/>
                  </a:cubicBezTo>
                  <a:close/>
                  <a:moveTo>
                    <a:pt x="37" y="61"/>
                  </a:moveTo>
                  <a:cubicBezTo>
                    <a:pt x="38" y="69"/>
                    <a:pt x="34" y="72"/>
                    <a:pt x="31" y="77"/>
                  </a:cubicBezTo>
                  <a:cubicBezTo>
                    <a:pt x="40" y="78"/>
                    <a:pt x="42" y="66"/>
                    <a:pt x="37" y="61"/>
                  </a:cubicBezTo>
                  <a:close/>
                  <a:moveTo>
                    <a:pt x="30" y="57"/>
                  </a:moveTo>
                  <a:cubicBezTo>
                    <a:pt x="30" y="49"/>
                    <a:pt x="38" y="40"/>
                    <a:pt x="33" y="31"/>
                  </a:cubicBezTo>
                  <a:cubicBezTo>
                    <a:pt x="34" y="41"/>
                    <a:pt x="26" y="49"/>
                    <a:pt x="30" y="57"/>
                  </a:cubicBezTo>
                  <a:close/>
                  <a:moveTo>
                    <a:pt x="30" y="61"/>
                  </a:moveTo>
                  <a:cubicBezTo>
                    <a:pt x="28" y="63"/>
                    <a:pt x="27" y="72"/>
                    <a:pt x="30" y="74"/>
                  </a:cubicBezTo>
                  <a:cubicBezTo>
                    <a:pt x="33" y="70"/>
                    <a:pt x="36" y="63"/>
                    <a:pt x="30" y="61"/>
                  </a:cubicBezTo>
                  <a:close/>
                </a:path>
              </a:pathLst>
            </a:custGeom>
            <a:solidFill>
              <a:schemeClr val="tx1">
                <a:lumMod val="50000"/>
              </a:schemeClr>
            </a:solidFill>
            <a:ln>
              <a:noFill/>
            </a:ln>
          </p:spPr>
          <p:txBody>
            <a:bodyPr vert="horz" wrap="square" lIns="91440" tIns="45720" rIns="91440" bIns="45720" numCol="1" rtlCol="0" anchor="t" anchorCtr="0" compatLnSpc="1">
              <a:prstTxWarp prst="textNoShape">
                <a:avLst/>
              </a:prstTxWarp>
            </a:bodyPr>
            <a:lstStyle/>
            <a:p>
              <a:pPr rtl="0"/>
              <a:endParaRPr/>
            </a:p>
          </p:txBody>
        </p:sp>
        <p:sp>
          <p:nvSpPr>
            <p:cNvPr id="13" name="Voľný tvar 46"/>
            <p:cNvSpPr>
              <a:spLocks noEditPoints="1"/>
            </p:cNvSpPr>
            <p:nvPr/>
          </p:nvSpPr>
          <p:spPr bwMode="auto">
            <a:xfrm rot="16200000" flipV="1">
              <a:off x="5197295" y="5324846"/>
              <a:ext cx="477390" cy="511956"/>
            </a:xfrm>
            <a:custGeom>
              <a:avLst/>
              <a:gdLst>
                <a:gd name="T0" fmla="*/ 2 w 151"/>
                <a:gd name="T1" fmla="*/ 96 h 144"/>
                <a:gd name="T2" fmla="*/ 21 w 151"/>
                <a:gd name="T3" fmla="*/ 59 h 144"/>
                <a:gd name="T4" fmla="*/ 22 w 151"/>
                <a:gd name="T5" fmla="*/ 12 h 144"/>
                <a:gd name="T6" fmla="*/ 32 w 151"/>
                <a:gd name="T7" fmla="*/ 58 h 144"/>
                <a:gd name="T8" fmla="*/ 34 w 151"/>
                <a:gd name="T9" fmla="*/ 81 h 144"/>
                <a:gd name="T10" fmla="*/ 15 w 151"/>
                <a:gd name="T11" fmla="*/ 112 h 144"/>
                <a:gd name="T12" fmla="*/ 73 w 151"/>
                <a:gd name="T13" fmla="*/ 107 h 144"/>
                <a:gd name="T14" fmla="*/ 76 w 151"/>
                <a:gd name="T15" fmla="*/ 131 h 144"/>
                <a:gd name="T16" fmla="*/ 151 w 151"/>
                <a:gd name="T17" fmla="*/ 130 h 144"/>
                <a:gd name="T18" fmla="*/ 110 w 151"/>
                <a:gd name="T19" fmla="*/ 134 h 144"/>
                <a:gd name="T20" fmla="*/ 66 w 151"/>
                <a:gd name="T21" fmla="*/ 138 h 144"/>
                <a:gd name="T22" fmla="*/ 12 w 151"/>
                <a:gd name="T23" fmla="*/ 128 h 144"/>
                <a:gd name="T24" fmla="*/ 86 w 151"/>
                <a:gd name="T25" fmla="*/ 138 h 144"/>
                <a:gd name="T26" fmla="*/ 86 w 151"/>
                <a:gd name="T27" fmla="*/ 134 h 144"/>
                <a:gd name="T28" fmla="*/ 75 w 151"/>
                <a:gd name="T29" fmla="*/ 133 h 144"/>
                <a:gd name="T30" fmla="*/ 77 w 151"/>
                <a:gd name="T31" fmla="*/ 128 h 144"/>
                <a:gd name="T32" fmla="*/ 66 w 151"/>
                <a:gd name="T33" fmla="*/ 128 h 144"/>
                <a:gd name="T34" fmla="*/ 64 w 151"/>
                <a:gd name="T35" fmla="*/ 117 h 144"/>
                <a:gd name="T36" fmla="*/ 65 w 151"/>
                <a:gd name="T37" fmla="*/ 114 h 144"/>
                <a:gd name="T38" fmla="*/ 63 w 151"/>
                <a:gd name="T39" fmla="*/ 133 h 144"/>
                <a:gd name="T40" fmla="*/ 54 w 151"/>
                <a:gd name="T41" fmla="*/ 137 h 144"/>
                <a:gd name="T42" fmla="*/ 7 w 151"/>
                <a:gd name="T43" fmla="*/ 86 h 144"/>
                <a:gd name="T44" fmla="*/ 41 w 151"/>
                <a:gd name="T45" fmla="*/ 139 h 144"/>
                <a:gd name="T46" fmla="*/ 92 w 151"/>
                <a:gd name="T47" fmla="*/ 138 h 144"/>
                <a:gd name="T48" fmla="*/ 41 w 151"/>
                <a:gd name="T49" fmla="*/ 137 h 144"/>
                <a:gd name="T50" fmla="*/ 26 w 151"/>
                <a:gd name="T51" fmla="*/ 65 h 144"/>
                <a:gd name="T52" fmla="*/ 32 w 151"/>
                <a:gd name="T53" fmla="*/ 64 h 144"/>
                <a:gd name="T54" fmla="*/ 26 w 151"/>
                <a:gd name="T55" fmla="*/ 72 h 144"/>
                <a:gd name="T56" fmla="*/ 33 w 151"/>
                <a:gd name="T57" fmla="*/ 80 h 144"/>
                <a:gd name="T58" fmla="*/ 38 w 151"/>
                <a:gd name="T59" fmla="*/ 73 h 144"/>
                <a:gd name="T60" fmla="*/ 28 w 151"/>
                <a:gd name="T61" fmla="*/ 78 h 144"/>
                <a:gd name="T62" fmla="*/ 34 w 151"/>
                <a:gd name="T63" fmla="*/ 61 h 144"/>
                <a:gd name="T64" fmla="*/ 18 w 151"/>
                <a:gd name="T65" fmla="*/ 2 h 144"/>
                <a:gd name="T66" fmla="*/ 31 w 151"/>
                <a:gd name="T67" fmla="*/ 32 h 144"/>
                <a:gd name="T68" fmla="*/ 27 w 151"/>
                <a:gd name="T69" fmla="*/ 58 h 144"/>
                <a:gd name="T70" fmla="*/ 28 w 151"/>
                <a:gd name="T71" fmla="*/ 42 h 144"/>
                <a:gd name="T72" fmla="*/ 21 w 151"/>
                <a:gd name="T73" fmla="*/ 61 h 144"/>
                <a:gd name="T74" fmla="*/ 7 w 151"/>
                <a:gd name="T75" fmla="*/ 86 h 144"/>
                <a:gd name="T76" fmla="*/ 110 w 151"/>
                <a:gd name="T77" fmla="*/ 131 h 144"/>
                <a:gd name="T78" fmla="*/ 121 w 151"/>
                <a:gd name="T79" fmla="*/ 123 h 144"/>
                <a:gd name="T80" fmla="*/ 67 w 151"/>
                <a:gd name="T81" fmla="*/ 127 h 144"/>
                <a:gd name="T82" fmla="*/ 74 w 151"/>
                <a:gd name="T83" fmla="*/ 118 h 144"/>
                <a:gd name="T84" fmla="*/ 64 w 151"/>
                <a:gd name="T85" fmla="*/ 118 h 144"/>
                <a:gd name="T86" fmla="*/ 75 w 151"/>
                <a:gd name="T87" fmla="*/ 118 h 144"/>
                <a:gd name="T88" fmla="*/ 70 w 151"/>
                <a:gd name="T89" fmla="*/ 114 h 144"/>
                <a:gd name="T90" fmla="*/ 79 w 151"/>
                <a:gd name="T91" fmla="*/ 120 h 144"/>
                <a:gd name="T92" fmla="*/ 122 w 151"/>
                <a:gd name="T93" fmla="*/ 122 h 144"/>
                <a:gd name="T94" fmla="*/ 123 w 151"/>
                <a:gd name="T95" fmla="*/ 125 h 144"/>
                <a:gd name="T96" fmla="*/ 122 w 151"/>
                <a:gd name="T97" fmla="*/ 122 h 144"/>
                <a:gd name="T98" fmla="*/ 81 w 151"/>
                <a:gd name="T99" fmla="*/ 114 h 144"/>
                <a:gd name="T100" fmla="*/ 32 w 151"/>
                <a:gd name="T101" fmla="*/ 74 h 144"/>
                <a:gd name="T102" fmla="*/ 28 w 151"/>
                <a:gd name="T103" fmla="*/ 63 h 144"/>
                <a:gd name="T104" fmla="*/ 28 w 151"/>
                <a:gd name="T105" fmla="*/ 63 h 144"/>
                <a:gd name="T106" fmla="*/ 29 w 151"/>
                <a:gd name="T107" fmla="*/ 4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1" h="144">
                  <a:moveTo>
                    <a:pt x="47" y="144"/>
                  </a:moveTo>
                  <a:cubicBezTo>
                    <a:pt x="46" y="144"/>
                    <a:pt x="46" y="144"/>
                    <a:pt x="46" y="144"/>
                  </a:cubicBezTo>
                  <a:cubicBezTo>
                    <a:pt x="32" y="144"/>
                    <a:pt x="19" y="139"/>
                    <a:pt x="11" y="129"/>
                  </a:cubicBezTo>
                  <a:cubicBezTo>
                    <a:pt x="3" y="121"/>
                    <a:pt x="0" y="109"/>
                    <a:pt x="2" y="96"/>
                  </a:cubicBezTo>
                  <a:cubicBezTo>
                    <a:pt x="3" y="90"/>
                    <a:pt x="6" y="84"/>
                    <a:pt x="10" y="79"/>
                  </a:cubicBezTo>
                  <a:cubicBezTo>
                    <a:pt x="13" y="73"/>
                    <a:pt x="17" y="68"/>
                    <a:pt x="17" y="62"/>
                  </a:cubicBezTo>
                  <a:cubicBezTo>
                    <a:pt x="17" y="62"/>
                    <a:pt x="17" y="62"/>
                    <a:pt x="17" y="62"/>
                  </a:cubicBezTo>
                  <a:cubicBezTo>
                    <a:pt x="19" y="60"/>
                    <a:pt x="20" y="59"/>
                    <a:pt x="21" y="59"/>
                  </a:cubicBezTo>
                  <a:cubicBezTo>
                    <a:pt x="21" y="59"/>
                    <a:pt x="22" y="59"/>
                    <a:pt x="23" y="59"/>
                  </a:cubicBezTo>
                  <a:cubicBezTo>
                    <a:pt x="23" y="53"/>
                    <a:pt x="24" y="47"/>
                    <a:pt x="26" y="41"/>
                  </a:cubicBezTo>
                  <a:cubicBezTo>
                    <a:pt x="28" y="35"/>
                    <a:pt x="30" y="30"/>
                    <a:pt x="29" y="24"/>
                  </a:cubicBezTo>
                  <a:cubicBezTo>
                    <a:pt x="28" y="19"/>
                    <a:pt x="25" y="15"/>
                    <a:pt x="22" y="12"/>
                  </a:cubicBezTo>
                  <a:cubicBezTo>
                    <a:pt x="19" y="8"/>
                    <a:pt x="16" y="5"/>
                    <a:pt x="16" y="1"/>
                  </a:cubicBezTo>
                  <a:cubicBezTo>
                    <a:pt x="16" y="0"/>
                    <a:pt x="16" y="0"/>
                    <a:pt x="16" y="0"/>
                  </a:cubicBezTo>
                  <a:cubicBezTo>
                    <a:pt x="17" y="0"/>
                    <a:pt x="17" y="0"/>
                    <a:pt x="17" y="0"/>
                  </a:cubicBezTo>
                  <a:cubicBezTo>
                    <a:pt x="35" y="8"/>
                    <a:pt x="40" y="37"/>
                    <a:pt x="32" y="58"/>
                  </a:cubicBezTo>
                  <a:cubicBezTo>
                    <a:pt x="32" y="59"/>
                    <a:pt x="34" y="59"/>
                    <a:pt x="35" y="60"/>
                  </a:cubicBezTo>
                  <a:cubicBezTo>
                    <a:pt x="37" y="61"/>
                    <a:pt x="39" y="61"/>
                    <a:pt x="40" y="63"/>
                  </a:cubicBezTo>
                  <a:cubicBezTo>
                    <a:pt x="43" y="72"/>
                    <a:pt x="37" y="78"/>
                    <a:pt x="34" y="81"/>
                  </a:cubicBezTo>
                  <a:cubicBezTo>
                    <a:pt x="34" y="81"/>
                    <a:pt x="34" y="81"/>
                    <a:pt x="34" y="81"/>
                  </a:cubicBezTo>
                  <a:cubicBezTo>
                    <a:pt x="34" y="81"/>
                    <a:pt x="34" y="81"/>
                    <a:pt x="34" y="81"/>
                  </a:cubicBezTo>
                  <a:cubicBezTo>
                    <a:pt x="28" y="81"/>
                    <a:pt x="23" y="79"/>
                    <a:pt x="22" y="76"/>
                  </a:cubicBezTo>
                  <a:cubicBezTo>
                    <a:pt x="21" y="75"/>
                    <a:pt x="21" y="73"/>
                    <a:pt x="21" y="71"/>
                  </a:cubicBezTo>
                  <a:cubicBezTo>
                    <a:pt x="12" y="82"/>
                    <a:pt x="10" y="98"/>
                    <a:pt x="15" y="112"/>
                  </a:cubicBezTo>
                  <a:cubicBezTo>
                    <a:pt x="20" y="127"/>
                    <a:pt x="32" y="135"/>
                    <a:pt x="46" y="135"/>
                  </a:cubicBezTo>
                  <a:cubicBezTo>
                    <a:pt x="51" y="135"/>
                    <a:pt x="56" y="134"/>
                    <a:pt x="61" y="133"/>
                  </a:cubicBezTo>
                  <a:cubicBezTo>
                    <a:pt x="58" y="128"/>
                    <a:pt x="57" y="122"/>
                    <a:pt x="60" y="116"/>
                  </a:cubicBezTo>
                  <a:cubicBezTo>
                    <a:pt x="63" y="111"/>
                    <a:pt x="68" y="107"/>
                    <a:pt x="73" y="107"/>
                  </a:cubicBezTo>
                  <a:cubicBezTo>
                    <a:pt x="75" y="107"/>
                    <a:pt x="79" y="108"/>
                    <a:pt x="83" y="113"/>
                  </a:cubicBezTo>
                  <a:cubicBezTo>
                    <a:pt x="83" y="113"/>
                    <a:pt x="83" y="113"/>
                    <a:pt x="83" y="113"/>
                  </a:cubicBezTo>
                  <a:cubicBezTo>
                    <a:pt x="84" y="122"/>
                    <a:pt x="81" y="126"/>
                    <a:pt x="77" y="130"/>
                  </a:cubicBezTo>
                  <a:cubicBezTo>
                    <a:pt x="77" y="130"/>
                    <a:pt x="77" y="131"/>
                    <a:pt x="76" y="131"/>
                  </a:cubicBezTo>
                  <a:cubicBezTo>
                    <a:pt x="78" y="132"/>
                    <a:pt x="80" y="132"/>
                    <a:pt x="82" y="132"/>
                  </a:cubicBezTo>
                  <a:cubicBezTo>
                    <a:pt x="90" y="132"/>
                    <a:pt x="98" y="129"/>
                    <a:pt x="107" y="125"/>
                  </a:cubicBezTo>
                  <a:cubicBezTo>
                    <a:pt x="115" y="122"/>
                    <a:pt x="123" y="119"/>
                    <a:pt x="131" y="119"/>
                  </a:cubicBezTo>
                  <a:cubicBezTo>
                    <a:pt x="139" y="119"/>
                    <a:pt x="146" y="123"/>
                    <a:pt x="151" y="130"/>
                  </a:cubicBezTo>
                  <a:cubicBezTo>
                    <a:pt x="150" y="131"/>
                    <a:pt x="150" y="131"/>
                    <a:pt x="150" y="131"/>
                  </a:cubicBezTo>
                  <a:cubicBezTo>
                    <a:pt x="146" y="127"/>
                    <a:pt x="142" y="124"/>
                    <a:pt x="136" y="124"/>
                  </a:cubicBezTo>
                  <a:cubicBezTo>
                    <a:pt x="126" y="124"/>
                    <a:pt x="115" y="131"/>
                    <a:pt x="112" y="132"/>
                  </a:cubicBezTo>
                  <a:cubicBezTo>
                    <a:pt x="110" y="134"/>
                    <a:pt x="110" y="134"/>
                    <a:pt x="110" y="134"/>
                  </a:cubicBezTo>
                  <a:cubicBezTo>
                    <a:pt x="110" y="133"/>
                    <a:pt x="110" y="133"/>
                    <a:pt x="110" y="133"/>
                  </a:cubicBezTo>
                  <a:cubicBezTo>
                    <a:pt x="105" y="137"/>
                    <a:pt x="99" y="139"/>
                    <a:pt x="90" y="139"/>
                  </a:cubicBezTo>
                  <a:cubicBezTo>
                    <a:pt x="86" y="139"/>
                    <a:pt x="82" y="139"/>
                    <a:pt x="78" y="139"/>
                  </a:cubicBezTo>
                  <a:cubicBezTo>
                    <a:pt x="74" y="138"/>
                    <a:pt x="70" y="138"/>
                    <a:pt x="66" y="138"/>
                  </a:cubicBezTo>
                  <a:cubicBezTo>
                    <a:pt x="58" y="138"/>
                    <a:pt x="52" y="140"/>
                    <a:pt x="47" y="144"/>
                  </a:cubicBezTo>
                  <a:close/>
                  <a:moveTo>
                    <a:pt x="7" y="86"/>
                  </a:moveTo>
                  <a:cubicBezTo>
                    <a:pt x="5" y="89"/>
                    <a:pt x="4" y="93"/>
                    <a:pt x="3" y="96"/>
                  </a:cubicBezTo>
                  <a:cubicBezTo>
                    <a:pt x="2" y="109"/>
                    <a:pt x="5" y="120"/>
                    <a:pt x="12" y="128"/>
                  </a:cubicBezTo>
                  <a:cubicBezTo>
                    <a:pt x="20" y="137"/>
                    <a:pt x="32" y="142"/>
                    <a:pt x="46" y="142"/>
                  </a:cubicBezTo>
                  <a:cubicBezTo>
                    <a:pt x="51" y="138"/>
                    <a:pt x="57" y="136"/>
                    <a:pt x="66" y="136"/>
                  </a:cubicBezTo>
                  <a:cubicBezTo>
                    <a:pt x="70" y="136"/>
                    <a:pt x="74" y="137"/>
                    <a:pt x="78" y="137"/>
                  </a:cubicBezTo>
                  <a:cubicBezTo>
                    <a:pt x="81" y="137"/>
                    <a:pt x="83" y="138"/>
                    <a:pt x="86" y="138"/>
                  </a:cubicBezTo>
                  <a:cubicBezTo>
                    <a:pt x="84" y="137"/>
                    <a:pt x="83" y="136"/>
                    <a:pt x="81" y="135"/>
                  </a:cubicBezTo>
                  <a:cubicBezTo>
                    <a:pt x="80" y="133"/>
                    <a:pt x="80" y="133"/>
                    <a:pt x="80" y="133"/>
                  </a:cubicBezTo>
                  <a:cubicBezTo>
                    <a:pt x="82" y="134"/>
                    <a:pt x="82" y="134"/>
                    <a:pt x="82" y="134"/>
                  </a:cubicBezTo>
                  <a:cubicBezTo>
                    <a:pt x="83" y="134"/>
                    <a:pt x="84" y="134"/>
                    <a:pt x="86" y="134"/>
                  </a:cubicBezTo>
                  <a:cubicBezTo>
                    <a:pt x="92" y="134"/>
                    <a:pt x="99" y="131"/>
                    <a:pt x="105" y="128"/>
                  </a:cubicBezTo>
                  <a:cubicBezTo>
                    <a:pt x="105" y="128"/>
                    <a:pt x="105" y="128"/>
                    <a:pt x="105" y="128"/>
                  </a:cubicBezTo>
                  <a:cubicBezTo>
                    <a:pt x="97" y="131"/>
                    <a:pt x="89" y="133"/>
                    <a:pt x="82" y="133"/>
                  </a:cubicBezTo>
                  <a:cubicBezTo>
                    <a:pt x="79" y="133"/>
                    <a:pt x="77" y="133"/>
                    <a:pt x="75" y="133"/>
                  </a:cubicBezTo>
                  <a:cubicBezTo>
                    <a:pt x="74" y="132"/>
                    <a:pt x="74" y="132"/>
                    <a:pt x="74" y="132"/>
                  </a:cubicBezTo>
                  <a:cubicBezTo>
                    <a:pt x="74" y="131"/>
                    <a:pt x="74" y="131"/>
                    <a:pt x="74" y="131"/>
                  </a:cubicBezTo>
                  <a:cubicBezTo>
                    <a:pt x="75" y="131"/>
                    <a:pt x="76" y="130"/>
                    <a:pt x="76" y="129"/>
                  </a:cubicBezTo>
                  <a:cubicBezTo>
                    <a:pt x="77" y="129"/>
                    <a:pt x="77" y="128"/>
                    <a:pt x="77" y="128"/>
                  </a:cubicBezTo>
                  <a:cubicBezTo>
                    <a:pt x="76" y="129"/>
                    <a:pt x="74" y="130"/>
                    <a:pt x="72" y="130"/>
                  </a:cubicBezTo>
                  <a:cubicBezTo>
                    <a:pt x="70" y="130"/>
                    <a:pt x="70" y="130"/>
                    <a:pt x="70" y="130"/>
                  </a:cubicBezTo>
                  <a:cubicBezTo>
                    <a:pt x="70" y="130"/>
                    <a:pt x="70" y="130"/>
                    <a:pt x="70" y="130"/>
                  </a:cubicBezTo>
                  <a:cubicBezTo>
                    <a:pt x="68" y="130"/>
                    <a:pt x="67" y="129"/>
                    <a:pt x="66" y="128"/>
                  </a:cubicBezTo>
                  <a:cubicBezTo>
                    <a:pt x="65" y="128"/>
                    <a:pt x="64" y="127"/>
                    <a:pt x="63" y="127"/>
                  </a:cubicBezTo>
                  <a:cubicBezTo>
                    <a:pt x="63" y="127"/>
                    <a:pt x="63" y="127"/>
                    <a:pt x="63" y="127"/>
                  </a:cubicBezTo>
                  <a:cubicBezTo>
                    <a:pt x="63" y="117"/>
                    <a:pt x="63" y="117"/>
                    <a:pt x="63" y="117"/>
                  </a:cubicBezTo>
                  <a:cubicBezTo>
                    <a:pt x="64" y="117"/>
                    <a:pt x="64" y="117"/>
                    <a:pt x="64" y="117"/>
                  </a:cubicBezTo>
                  <a:cubicBezTo>
                    <a:pt x="64" y="117"/>
                    <a:pt x="64" y="117"/>
                    <a:pt x="64" y="117"/>
                  </a:cubicBezTo>
                  <a:cubicBezTo>
                    <a:pt x="66" y="117"/>
                    <a:pt x="68" y="115"/>
                    <a:pt x="68" y="114"/>
                  </a:cubicBezTo>
                  <a:cubicBezTo>
                    <a:pt x="68" y="114"/>
                    <a:pt x="68" y="114"/>
                    <a:pt x="66" y="114"/>
                  </a:cubicBezTo>
                  <a:cubicBezTo>
                    <a:pt x="65" y="114"/>
                    <a:pt x="65" y="114"/>
                    <a:pt x="65" y="114"/>
                  </a:cubicBezTo>
                  <a:cubicBezTo>
                    <a:pt x="66" y="113"/>
                    <a:pt x="66" y="113"/>
                    <a:pt x="66" y="113"/>
                  </a:cubicBezTo>
                  <a:cubicBezTo>
                    <a:pt x="67" y="110"/>
                    <a:pt x="69" y="109"/>
                    <a:pt x="71" y="109"/>
                  </a:cubicBezTo>
                  <a:cubicBezTo>
                    <a:pt x="67" y="110"/>
                    <a:pt x="64" y="113"/>
                    <a:pt x="62" y="117"/>
                  </a:cubicBezTo>
                  <a:cubicBezTo>
                    <a:pt x="59" y="122"/>
                    <a:pt x="59" y="128"/>
                    <a:pt x="63" y="133"/>
                  </a:cubicBezTo>
                  <a:cubicBezTo>
                    <a:pt x="63" y="134"/>
                    <a:pt x="63" y="134"/>
                    <a:pt x="63" y="134"/>
                  </a:cubicBezTo>
                  <a:cubicBezTo>
                    <a:pt x="62" y="134"/>
                    <a:pt x="62" y="134"/>
                    <a:pt x="62" y="134"/>
                  </a:cubicBezTo>
                  <a:cubicBezTo>
                    <a:pt x="59" y="135"/>
                    <a:pt x="56" y="136"/>
                    <a:pt x="54" y="136"/>
                  </a:cubicBezTo>
                  <a:cubicBezTo>
                    <a:pt x="54" y="137"/>
                    <a:pt x="54" y="137"/>
                    <a:pt x="54" y="137"/>
                  </a:cubicBezTo>
                  <a:cubicBezTo>
                    <a:pt x="49" y="139"/>
                    <a:pt x="44" y="140"/>
                    <a:pt x="39" y="140"/>
                  </a:cubicBezTo>
                  <a:cubicBezTo>
                    <a:pt x="29" y="140"/>
                    <a:pt x="19" y="135"/>
                    <a:pt x="13" y="127"/>
                  </a:cubicBezTo>
                  <a:cubicBezTo>
                    <a:pt x="5" y="116"/>
                    <a:pt x="2" y="103"/>
                    <a:pt x="6" y="89"/>
                  </a:cubicBezTo>
                  <a:lnTo>
                    <a:pt x="7" y="86"/>
                  </a:lnTo>
                  <a:close/>
                  <a:moveTo>
                    <a:pt x="7" y="93"/>
                  </a:moveTo>
                  <a:cubicBezTo>
                    <a:pt x="4" y="105"/>
                    <a:pt x="7" y="117"/>
                    <a:pt x="14" y="126"/>
                  </a:cubicBezTo>
                  <a:cubicBezTo>
                    <a:pt x="21" y="135"/>
                    <a:pt x="31" y="139"/>
                    <a:pt x="41" y="139"/>
                  </a:cubicBezTo>
                  <a:cubicBezTo>
                    <a:pt x="41" y="139"/>
                    <a:pt x="41" y="139"/>
                    <a:pt x="41" y="139"/>
                  </a:cubicBezTo>
                  <a:cubicBezTo>
                    <a:pt x="16" y="139"/>
                    <a:pt x="10" y="113"/>
                    <a:pt x="7" y="93"/>
                  </a:cubicBezTo>
                  <a:close/>
                  <a:moveTo>
                    <a:pt x="108" y="133"/>
                  </a:moveTo>
                  <a:cubicBezTo>
                    <a:pt x="106" y="133"/>
                    <a:pt x="104" y="134"/>
                    <a:pt x="102" y="135"/>
                  </a:cubicBezTo>
                  <a:cubicBezTo>
                    <a:pt x="99" y="136"/>
                    <a:pt x="95" y="137"/>
                    <a:pt x="92" y="138"/>
                  </a:cubicBezTo>
                  <a:cubicBezTo>
                    <a:pt x="99" y="138"/>
                    <a:pt x="104" y="136"/>
                    <a:pt x="108" y="133"/>
                  </a:cubicBezTo>
                  <a:close/>
                  <a:moveTo>
                    <a:pt x="7" y="86"/>
                  </a:moveTo>
                  <a:cubicBezTo>
                    <a:pt x="7" y="89"/>
                    <a:pt x="7" y="89"/>
                    <a:pt x="7" y="89"/>
                  </a:cubicBezTo>
                  <a:cubicBezTo>
                    <a:pt x="12" y="114"/>
                    <a:pt x="17" y="137"/>
                    <a:pt x="41" y="137"/>
                  </a:cubicBezTo>
                  <a:cubicBezTo>
                    <a:pt x="43" y="137"/>
                    <a:pt x="45" y="137"/>
                    <a:pt x="48" y="137"/>
                  </a:cubicBezTo>
                  <a:cubicBezTo>
                    <a:pt x="32" y="137"/>
                    <a:pt x="19" y="128"/>
                    <a:pt x="13" y="113"/>
                  </a:cubicBezTo>
                  <a:cubicBezTo>
                    <a:pt x="7" y="96"/>
                    <a:pt x="12" y="77"/>
                    <a:pt x="23" y="67"/>
                  </a:cubicBezTo>
                  <a:cubicBezTo>
                    <a:pt x="26" y="65"/>
                    <a:pt x="26" y="65"/>
                    <a:pt x="26" y="65"/>
                  </a:cubicBezTo>
                  <a:cubicBezTo>
                    <a:pt x="26" y="63"/>
                    <a:pt x="27" y="62"/>
                    <a:pt x="27" y="62"/>
                  </a:cubicBezTo>
                  <a:cubicBezTo>
                    <a:pt x="28" y="61"/>
                    <a:pt x="28" y="61"/>
                    <a:pt x="28" y="61"/>
                  </a:cubicBezTo>
                  <a:cubicBezTo>
                    <a:pt x="28" y="61"/>
                    <a:pt x="28" y="61"/>
                    <a:pt x="28" y="61"/>
                  </a:cubicBezTo>
                  <a:cubicBezTo>
                    <a:pt x="30" y="62"/>
                    <a:pt x="31" y="63"/>
                    <a:pt x="32" y="64"/>
                  </a:cubicBezTo>
                  <a:cubicBezTo>
                    <a:pt x="33" y="68"/>
                    <a:pt x="30" y="73"/>
                    <a:pt x="29" y="75"/>
                  </a:cubicBezTo>
                  <a:cubicBezTo>
                    <a:pt x="28" y="76"/>
                    <a:pt x="28" y="76"/>
                    <a:pt x="28" y="76"/>
                  </a:cubicBezTo>
                  <a:cubicBezTo>
                    <a:pt x="28" y="76"/>
                    <a:pt x="28" y="76"/>
                    <a:pt x="28" y="76"/>
                  </a:cubicBezTo>
                  <a:cubicBezTo>
                    <a:pt x="27" y="75"/>
                    <a:pt x="26" y="74"/>
                    <a:pt x="26" y="72"/>
                  </a:cubicBezTo>
                  <a:cubicBezTo>
                    <a:pt x="25" y="70"/>
                    <a:pt x="26" y="68"/>
                    <a:pt x="26" y="66"/>
                  </a:cubicBezTo>
                  <a:cubicBezTo>
                    <a:pt x="24" y="68"/>
                    <a:pt x="24" y="68"/>
                    <a:pt x="24" y="68"/>
                  </a:cubicBezTo>
                  <a:cubicBezTo>
                    <a:pt x="22" y="71"/>
                    <a:pt x="22" y="73"/>
                    <a:pt x="23" y="75"/>
                  </a:cubicBezTo>
                  <a:cubicBezTo>
                    <a:pt x="24" y="78"/>
                    <a:pt x="28" y="80"/>
                    <a:pt x="33" y="80"/>
                  </a:cubicBezTo>
                  <a:cubicBezTo>
                    <a:pt x="36" y="77"/>
                    <a:pt x="41" y="71"/>
                    <a:pt x="39" y="64"/>
                  </a:cubicBezTo>
                  <a:cubicBezTo>
                    <a:pt x="38" y="63"/>
                    <a:pt x="37" y="62"/>
                    <a:pt x="35" y="62"/>
                  </a:cubicBezTo>
                  <a:cubicBezTo>
                    <a:pt x="36" y="62"/>
                    <a:pt x="36" y="62"/>
                    <a:pt x="36" y="62"/>
                  </a:cubicBezTo>
                  <a:cubicBezTo>
                    <a:pt x="38" y="64"/>
                    <a:pt x="39" y="69"/>
                    <a:pt x="38" y="73"/>
                  </a:cubicBezTo>
                  <a:cubicBezTo>
                    <a:pt x="36" y="77"/>
                    <a:pt x="34" y="79"/>
                    <a:pt x="30" y="79"/>
                  </a:cubicBezTo>
                  <a:cubicBezTo>
                    <a:pt x="30" y="79"/>
                    <a:pt x="30" y="79"/>
                    <a:pt x="30" y="79"/>
                  </a:cubicBezTo>
                  <a:cubicBezTo>
                    <a:pt x="30" y="79"/>
                    <a:pt x="30" y="79"/>
                    <a:pt x="29" y="79"/>
                  </a:cubicBezTo>
                  <a:cubicBezTo>
                    <a:pt x="28" y="78"/>
                    <a:pt x="28" y="78"/>
                    <a:pt x="28" y="78"/>
                  </a:cubicBezTo>
                  <a:cubicBezTo>
                    <a:pt x="29" y="78"/>
                    <a:pt x="29" y="78"/>
                    <a:pt x="29" y="78"/>
                  </a:cubicBezTo>
                  <a:cubicBezTo>
                    <a:pt x="29" y="76"/>
                    <a:pt x="30" y="75"/>
                    <a:pt x="31" y="74"/>
                  </a:cubicBezTo>
                  <a:cubicBezTo>
                    <a:pt x="33" y="71"/>
                    <a:pt x="35" y="68"/>
                    <a:pt x="34" y="62"/>
                  </a:cubicBezTo>
                  <a:cubicBezTo>
                    <a:pt x="34" y="61"/>
                    <a:pt x="34" y="61"/>
                    <a:pt x="34" y="61"/>
                  </a:cubicBezTo>
                  <a:cubicBezTo>
                    <a:pt x="33" y="61"/>
                    <a:pt x="31" y="60"/>
                    <a:pt x="30" y="58"/>
                  </a:cubicBezTo>
                  <a:cubicBezTo>
                    <a:pt x="30" y="58"/>
                    <a:pt x="30" y="58"/>
                    <a:pt x="30" y="58"/>
                  </a:cubicBezTo>
                  <a:cubicBezTo>
                    <a:pt x="30" y="58"/>
                    <a:pt x="30" y="58"/>
                    <a:pt x="30" y="58"/>
                  </a:cubicBezTo>
                  <a:cubicBezTo>
                    <a:pt x="38" y="39"/>
                    <a:pt x="34" y="10"/>
                    <a:pt x="18" y="2"/>
                  </a:cubicBezTo>
                  <a:cubicBezTo>
                    <a:pt x="18" y="5"/>
                    <a:pt x="20" y="8"/>
                    <a:pt x="23" y="11"/>
                  </a:cubicBezTo>
                  <a:cubicBezTo>
                    <a:pt x="26" y="14"/>
                    <a:pt x="29" y="18"/>
                    <a:pt x="30" y="24"/>
                  </a:cubicBezTo>
                  <a:cubicBezTo>
                    <a:pt x="30" y="26"/>
                    <a:pt x="30" y="28"/>
                    <a:pt x="30" y="30"/>
                  </a:cubicBezTo>
                  <a:cubicBezTo>
                    <a:pt x="31" y="32"/>
                    <a:pt x="31" y="32"/>
                    <a:pt x="31" y="32"/>
                  </a:cubicBezTo>
                  <a:cubicBezTo>
                    <a:pt x="35" y="38"/>
                    <a:pt x="33" y="44"/>
                    <a:pt x="31" y="49"/>
                  </a:cubicBezTo>
                  <a:cubicBezTo>
                    <a:pt x="30" y="52"/>
                    <a:pt x="29" y="55"/>
                    <a:pt x="29" y="58"/>
                  </a:cubicBezTo>
                  <a:cubicBezTo>
                    <a:pt x="29" y="61"/>
                    <a:pt x="29" y="61"/>
                    <a:pt x="29" y="61"/>
                  </a:cubicBezTo>
                  <a:cubicBezTo>
                    <a:pt x="27" y="58"/>
                    <a:pt x="27" y="58"/>
                    <a:pt x="27" y="58"/>
                  </a:cubicBezTo>
                  <a:cubicBezTo>
                    <a:pt x="25" y="53"/>
                    <a:pt x="26" y="49"/>
                    <a:pt x="28" y="44"/>
                  </a:cubicBezTo>
                  <a:cubicBezTo>
                    <a:pt x="29" y="40"/>
                    <a:pt x="31" y="36"/>
                    <a:pt x="30" y="32"/>
                  </a:cubicBezTo>
                  <a:cubicBezTo>
                    <a:pt x="30" y="32"/>
                    <a:pt x="30" y="32"/>
                    <a:pt x="30" y="32"/>
                  </a:cubicBezTo>
                  <a:cubicBezTo>
                    <a:pt x="30" y="35"/>
                    <a:pt x="29" y="38"/>
                    <a:pt x="28" y="42"/>
                  </a:cubicBezTo>
                  <a:cubicBezTo>
                    <a:pt x="26" y="47"/>
                    <a:pt x="24" y="53"/>
                    <a:pt x="24" y="59"/>
                  </a:cubicBezTo>
                  <a:cubicBezTo>
                    <a:pt x="25" y="60"/>
                    <a:pt x="25" y="60"/>
                    <a:pt x="25" y="60"/>
                  </a:cubicBezTo>
                  <a:cubicBezTo>
                    <a:pt x="24" y="60"/>
                    <a:pt x="24" y="60"/>
                    <a:pt x="24" y="60"/>
                  </a:cubicBezTo>
                  <a:cubicBezTo>
                    <a:pt x="23" y="61"/>
                    <a:pt x="22" y="61"/>
                    <a:pt x="21" y="61"/>
                  </a:cubicBezTo>
                  <a:cubicBezTo>
                    <a:pt x="21" y="61"/>
                    <a:pt x="21" y="61"/>
                    <a:pt x="21" y="61"/>
                  </a:cubicBezTo>
                  <a:cubicBezTo>
                    <a:pt x="20" y="61"/>
                    <a:pt x="20" y="61"/>
                    <a:pt x="19" y="62"/>
                  </a:cubicBezTo>
                  <a:cubicBezTo>
                    <a:pt x="18" y="69"/>
                    <a:pt x="14" y="74"/>
                    <a:pt x="11" y="79"/>
                  </a:cubicBezTo>
                  <a:cubicBezTo>
                    <a:pt x="10" y="82"/>
                    <a:pt x="8" y="84"/>
                    <a:pt x="7" y="86"/>
                  </a:cubicBezTo>
                  <a:close/>
                  <a:moveTo>
                    <a:pt x="85" y="136"/>
                  </a:moveTo>
                  <a:cubicBezTo>
                    <a:pt x="86" y="136"/>
                    <a:pt x="87" y="137"/>
                    <a:pt x="89" y="137"/>
                  </a:cubicBezTo>
                  <a:cubicBezTo>
                    <a:pt x="93" y="137"/>
                    <a:pt x="97" y="135"/>
                    <a:pt x="101" y="133"/>
                  </a:cubicBezTo>
                  <a:cubicBezTo>
                    <a:pt x="105" y="132"/>
                    <a:pt x="108" y="131"/>
                    <a:pt x="110" y="131"/>
                  </a:cubicBezTo>
                  <a:cubicBezTo>
                    <a:pt x="111" y="131"/>
                    <a:pt x="111" y="131"/>
                    <a:pt x="111" y="131"/>
                  </a:cubicBezTo>
                  <a:cubicBezTo>
                    <a:pt x="113" y="129"/>
                    <a:pt x="116" y="127"/>
                    <a:pt x="118" y="126"/>
                  </a:cubicBezTo>
                  <a:cubicBezTo>
                    <a:pt x="120" y="125"/>
                    <a:pt x="122" y="125"/>
                    <a:pt x="123" y="124"/>
                  </a:cubicBezTo>
                  <a:cubicBezTo>
                    <a:pt x="122" y="124"/>
                    <a:pt x="122" y="123"/>
                    <a:pt x="121" y="123"/>
                  </a:cubicBezTo>
                  <a:cubicBezTo>
                    <a:pt x="117" y="123"/>
                    <a:pt x="111" y="126"/>
                    <a:pt x="106" y="129"/>
                  </a:cubicBezTo>
                  <a:cubicBezTo>
                    <a:pt x="99" y="132"/>
                    <a:pt x="92" y="136"/>
                    <a:pt x="85" y="136"/>
                  </a:cubicBezTo>
                  <a:close/>
                  <a:moveTo>
                    <a:pt x="64" y="126"/>
                  </a:moveTo>
                  <a:cubicBezTo>
                    <a:pt x="65" y="126"/>
                    <a:pt x="66" y="126"/>
                    <a:pt x="67" y="127"/>
                  </a:cubicBezTo>
                  <a:cubicBezTo>
                    <a:pt x="68" y="128"/>
                    <a:pt x="69" y="128"/>
                    <a:pt x="70" y="128"/>
                  </a:cubicBezTo>
                  <a:cubicBezTo>
                    <a:pt x="70" y="128"/>
                    <a:pt x="70" y="128"/>
                    <a:pt x="70" y="128"/>
                  </a:cubicBezTo>
                  <a:cubicBezTo>
                    <a:pt x="70" y="128"/>
                    <a:pt x="71" y="128"/>
                    <a:pt x="71" y="127"/>
                  </a:cubicBezTo>
                  <a:cubicBezTo>
                    <a:pt x="72" y="125"/>
                    <a:pt x="75" y="121"/>
                    <a:pt x="74" y="118"/>
                  </a:cubicBezTo>
                  <a:cubicBezTo>
                    <a:pt x="74" y="117"/>
                    <a:pt x="73" y="116"/>
                    <a:pt x="72" y="115"/>
                  </a:cubicBezTo>
                  <a:cubicBezTo>
                    <a:pt x="70" y="114"/>
                    <a:pt x="70" y="114"/>
                    <a:pt x="70" y="114"/>
                  </a:cubicBezTo>
                  <a:cubicBezTo>
                    <a:pt x="70" y="114"/>
                    <a:pt x="70" y="114"/>
                    <a:pt x="70" y="114"/>
                  </a:cubicBezTo>
                  <a:cubicBezTo>
                    <a:pt x="70" y="116"/>
                    <a:pt x="67" y="118"/>
                    <a:pt x="64" y="118"/>
                  </a:cubicBezTo>
                  <a:cubicBezTo>
                    <a:pt x="64" y="118"/>
                    <a:pt x="64" y="118"/>
                    <a:pt x="64" y="118"/>
                  </a:cubicBezTo>
                  <a:lnTo>
                    <a:pt x="64" y="126"/>
                  </a:lnTo>
                  <a:close/>
                  <a:moveTo>
                    <a:pt x="75" y="116"/>
                  </a:moveTo>
                  <a:cubicBezTo>
                    <a:pt x="75" y="117"/>
                    <a:pt x="75" y="117"/>
                    <a:pt x="75" y="118"/>
                  </a:cubicBezTo>
                  <a:cubicBezTo>
                    <a:pt x="76" y="121"/>
                    <a:pt x="74" y="125"/>
                    <a:pt x="72" y="128"/>
                  </a:cubicBezTo>
                  <a:cubicBezTo>
                    <a:pt x="75" y="126"/>
                    <a:pt x="77" y="121"/>
                    <a:pt x="77" y="118"/>
                  </a:cubicBezTo>
                  <a:cubicBezTo>
                    <a:pt x="76" y="118"/>
                    <a:pt x="76" y="117"/>
                    <a:pt x="75" y="116"/>
                  </a:cubicBezTo>
                  <a:close/>
                  <a:moveTo>
                    <a:pt x="70" y="114"/>
                  </a:moveTo>
                  <a:cubicBezTo>
                    <a:pt x="72" y="114"/>
                    <a:pt x="72" y="114"/>
                    <a:pt x="72" y="114"/>
                  </a:cubicBezTo>
                  <a:cubicBezTo>
                    <a:pt x="76" y="115"/>
                    <a:pt x="78" y="117"/>
                    <a:pt x="78" y="118"/>
                  </a:cubicBezTo>
                  <a:cubicBezTo>
                    <a:pt x="79" y="121"/>
                    <a:pt x="77" y="125"/>
                    <a:pt x="74" y="128"/>
                  </a:cubicBezTo>
                  <a:cubicBezTo>
                    <a:pt x="79" y="126"/>
                    <a:pt x="79" y="122"/>
                    <a:pt x="79" y="120"/>
                  </a:cubicBezTo>
                  <a:cubicBezTo>
                    <a:pt x="79" y="116"/>
                    <a:pt x="76" y="110"/>
                    <a:pt x="72" y="110"/>
                  </a:cubicBezTo>
                  <a:cubicBezTo>
                    <a:pt x="71" y="110"/>
                    <a:pt x="69" y="111"/>
                    <a:pt x="68" y="113"/>
                  </a:cubicBezTo>
                  <a:cubicBezTo>
                    <a:pt x="69" y="113"/>
                    <a:pt x="69" y="113"/>
                    <a:pt x="70" y="114"/>
                  </a:cubicBezTo>
                  <a:close/>
                  <a:moveTo>
                    <a:pt x="122" y="122"/>
                  </a:moveTo>
                  <a:cubicBezTo>
                    <a:pt x="123" y="122"/>
                    <a:pt x="124" y="122"/>
                    <a:pt x="125" y="123"/>
                  </a:cubicBezTo>
                  <a:cubicBezTo>
                    <a:pt x="126" y="123"/>
                    <a:pt x="126" y="123"/>
                    <a:pt x="126" y="123"/>
                  </a:cubicBezTo>
                  <a:cubicBezTo>
                    <a:pt x="125" y="124"/>
                    <a:pt x="125" y="124"/>
                    <a:pt x="125" y="124"/>
                  </a:cubicBezTo>
                  <a:cubicBezTo>
                    <a:pt x="125" y="124"/>
                    <a:pt x="124" y="125"/>
                    <a:pt x="123" y="125"/>
                  </a:cubicBezTo>
                  <a:cubicBezTo>
                    <a:pt x="127" y="124"/>
                    <a:pt x="131" y="123"/>
                    <a:pt x="136" y="123"/>
                  </a:cubicBezTo>
                  <a:cubicBezTo>
                    <a:pt x="139" y="123"/>
                    <a:pt x="141" y="123"/>
                    <a:pt x="143" y="124"/>
                  </a:cubicBezTo>
                  <a:cubicBezTo>
                    <a:pt x="140" y="122"/>
                    <a:pt x="136" y="121"/>
                    <a:pt x="131" y="121"/>
                  </a:cubicBezTo>
                  <a:cubicBezTo>
                    <a:pt x="128" y="121"/>
                    <a:pt x="125" y="121"/>
                    <a:pt x="122" y="122"/>
                  </a:cubicBezTo>
                  <a:close/>
                  <a:moveTo>
                    <a:pt x="72" y="109"/>
                  </a:moveTo>
                  <a:cubicBezTo>
                    <a:pt x="77" y="109"/>
                    <a:pt x="81" y="115"/>
                    <a:pt x="81" y="120"/>
                  </a:cubicBezTo>
                  <a:cubicBezTo>
                    <a:pt x="81" y="121"/>
                    <a:pt x="81" y="122"/>
                    <a:pt x="81" y="123"/>
                  </a:cubicBezTo>
                  <a:cubicBezTo>
                    <a:pt x="82" y="121"/>
                    <a:pt x="82" y="118"/>
                    <a:pt x="81" y="114"/>
                  </a:cubicBezTo>
                  <a:cubicBezTo>
                    <a:pt x="79" y="110"/>
                    <a:pt x="75" y="108"/>
                    <a:pt x="71" y="109"/>
                  </a:cubicBezTo>
                  <a:cubicBezTo>
                    <a:pt x="72" y="109"/>
                    <a:pt x="72" y="109"/>
                    <a:pt x="72" y="109"/>
                  </a:cubicBezTo>
                  <a:close/>
                  <a:moveTo>
                    <a:pt x="36" y="65"/>
                  </a:moveTo>
                  <a:cubicBezTo>
                    <a:pt x="36" y="69"/>
                    <a:pt x="34" y="72"/>
                    <a:pt x="32" y="74"/>
                  </a:cubicBezTo>
                  <a:cubicBezTo>
                    <a:pt x="32" y="75"/>
                    <a:pt x="31" y="76"/>
                    <a:pt x="31" y="77"/>
                  </a:cubicBezTo>
                  <a:cubicBezTo>
                    <a:pt x="34" y="77"/>
                    <a:pt x="36" y="74"/>
                    <a:pt x="36" y="73"/>
                  </a:cubicBezTo>
                  <a:cubicBezTo>
                    <a:pt x="37" y="70"/>
                    <a:pt x="37" y="67"/>
                    <a:pt x="36" y="65"/>
                  </a:cubicBezTo>
                  <a:close/>
                  <a:moveTo>
                    <a:pt x="28" y="63"/>
                  </a:moveTo>
                  <a:cubicBezTo>
                    <a:pt x="27" y="65"/>
                    <a:pt x="27" y="69"/>
                    <a:pt x="27" y="72"/>
                  </a:cubicBezTo>
                  <a:cubicBezTo>
                    <a:pt x="27" y="73"/>
                    <a:pt x="28" y="73"/>
                    <a:pt x="28" y="74"/>
                  </a:cubicBezTo>
                  <a:cubicBezTo>
                    <a:pt x="30" y="71"/>
                    <a:pt x="32" y="67"/>
                    <a:pt x="31" y="65"/>
                  </a:cubicBezTo>
                  <a:cubicBezTo>
                    <a:pt x="30" y="64"/>
                    <a:pt x="30" y="63"/>
                    <a:pt x="28" y="63"/>
                  </a:cubicBezTo>
                  <a:close/>
                  <a:moveTo>
                    <a:pt x="32" y="36"/>
                  </a:moveTo>
                  <a:cubicBezTo>
                    <a:pt x="31" y="39"/>
                    <a:pt x="30" y="42"/>
                    <a:pt x="29" y="44"/>
                  </a:cubicBezTo>
                  <a:cubicBezTo>
                    <a:pt x="28" y="48"/>
                    <a:pt x="27" y="51"/>
                    <a:pt x="28" y="55"/>
                  </a:cubicBezTo>
                  <a:cubicBezTo>
                    <a:pt x="28" y="53"/>
                    <a:pt x="29" y="51"/>
                    <a:pt x="29" y="49"/>
                  </a:cubicBezTo>
                  <a:cubicBezTo>
                    <a:pt x="31" y="45"/>
                    <a:pt x="32" y="41"/>
                    <a:pt x="32" y="36"/>
                  </a:cubicBezTo>
                  <a:close/>
                </a:path>
              </a:pathLst>
            </a:custGeom>
            <a:solidFill>
              <a:schemeClr val="tx1">
                <a:lumMod val="50000"/>
              </a:schemeClr>
            </a:solidFill>
            <a:ln>
              <a:noFill/>
            </a:ln>
          </p:spPr>
          <p:txBody>
            <a:bodyPr vert="horz" wrap="square" lIns="91440" tIns="45720" rIns="91440" bIns="45720" numCol="1" rtlCol="0" anchor="t" anchorCtr="0" compatLnSpc="1">
              <a:prstTxWarp prst="textNoShape">
                <a:avLst/>
              </a:prstTxWarp>
            </a:bodyPr>
            <a:lstStyle/>
            <a:p>
              <a:pPr rtl="0"/>
              <a:endParaRPr/>
            </a:p>
          </p:txBody>
        </p:sp>
        <p:sp>
          <p:nvSpPr>
            <p:cNvPr id="14" name="Voľný tvar 47"/>
            <p:cNvSpPr>
              <a:spLocks noEditPoints="1"/>
            </p:cNvSpPr>
            <p:nvPr/>
          </p:nvSpPr>
          <p:spPr bwMode="auto">
            <a:xfrm rot="16200000" flipV="1">
              <a:off x="11076843" y="5321082"/>
              <a:ext cx="508476" cy="519485"/>
            </a:xfrm>
            <a:custGeom>
              <a:avLst/>
              <a:gdLst>
                <a:gd name="T0" fmla="*/ 50 w 161"/>
                <a:gd name="T1" fmla="*/ 8 h 146"/>
                <a:gd name="T2" fmla="*/ 60 w 161"/>
                <a:gd name="T3" fmla="*/ 25 h 146"/>
                <a:gd name="T4" fmla="*/ 54 w 161"/>
                <a:gd name="T5" fmla="*/ 17 h 146"/>
                <a:gd name="T6" fmla="*/ 63 w 161"/>
                <a:gd name="T7" fmla="*/ 34 h 146"/>
                <a:gd name="T8" fmla="*/ 49 w 161"/>
                <a:gd name="T9" fmla="*/ 37 h 146"/>
                <a:gd name="T10" fmla="*/ 41 w 161"/>
                <a:gd name="T11" fmla="*/ 13 h 146"/>
                <a:gd name="T12" fmla="*/ 16 w 161"/>
                <a:gd name="T13" fmla="*/ 62 h 146"/>
                <a:gd name="T14" fmla="*/ 34 w 161"/>
                <a:gd name="T15" fmla="*/ 92 h 146"/>
                <a:gd name="T16" fmla="*/ 27 w 161"/>
                <a:gd name="T17" fmla="*/ 146 h 146"/>
                <a:gd name="T18" fmla="*/ 33 w 161"/>
                <a:gd name="T19" fmla="*/ 104 h 146"/>
                <a:gd name="T20" fmla="*/ 26 w 161"/>
                <a:gd name="T21" fmla="*/ 102 h 146"/>
                <a:gd name="T22" fmla="*/ 30 w 161"/>
                <a:gd name="T23" fmla="*/ 101 h 146"/>
                <a:gd name="T24" fmla="*/ 4 w 161"/>
                <a:gd name="T25" fmla="*/ 60 h 146"/>
                <a:gd name="T26" fmla="*/ 41 w 161"/>
                <a:gd name="T27" fmla="*/ 10 h 146"/>
                <a:gd name="T28" fmla="*/ 51 w 161"/>
                <a:gd name="T29" fmla="*/ 4 h 146"/>
                <a:gd name="T30" fmla="*/ 145 w 161"/>
                <a:gd name="T31" fmla="*/ 13 h 146"/>
                <a:gd name="T32" fmla="*/ 142 w 161"/>
                <a:gd name="T33" fmla="*/ 0 h 146"/>
                <a:gd name="T34" fmla="*/ 141 w 161"/>
                <a:gd name="T35" fmla="*/ 33 h 146"/>
                <a:gd name="T36" fmla="*/ 50 w 161"/>
                <a:gd name="T37" fmla="*/ 8 h 146"/>
                <a:gd name="T38" fmla="*/ 137 w 161"/>
                <a:gd name="T39" fmla="*/ 31 h 146"/>
                <a:gd name="T40" fmla="*/ 148 w 161"/>
                <a:gd name="T41" fmla="*/ 16 h 146"/>
                <a:gd name="T42" fmla="*/ 70 w 161"/>
                <a:gd name="T43" fmla="*/ 8 h 146"/>
                <a:gd name="T44" fmla="*/ 137 w 161"/>
                <a:gd name="T45" fmla="*/ 31 h 146"/>
                <a:gd name="T46" fmla="*/ 26 w 161"/>
                <a:gd name="T47" fmla="*/ 84 h 146"/>
                <a:gd name="T48" fmla="*/ 22 w 161"/>
                <a:gd name="T49" fmla="*/ 16 h 146"/>
                <a:gd name="T50" fmla="*/ 26 w 161"/>
                <a:gd name="T51" fmla="*/ 84 h 146"/>
                <a:gd name="T52" fmla="*/ 57 w 161"/>
                <a:gd name="T53" fmla="*/ 28 h 146"/>
                <a:gd name="T54" fmla="*/ 46 w 161"/>
                <a:gd name="T55" fmla="*/ 16 h 146"/>
                <a:gd name="T56" fmla="*/ 57 w 161"/>
                <a:gd name="T57" fmla="*/ 28 h 146"/>
                <a:gd name="T58" fmla="*/ 57 w 161"/>
                <a:gd name="T59" fmla="*/ 31 h 146"/>
                <a:gd name="T60" fmla="*/ 46 w 161"/>
                <a:gd name="T61" fmla="*/ 28 h 146"/>
                <a:gd name="T62" fmla="*/ 57 w 161"/>
                <a:gd name="T63" fmla="*/ 31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61" h="146">
                  <a:moveTo>
                    <a:pt x="50" y="8"/>
                  </a:moveTo>
                  <a:cubicBezTo>
                    <a:pt x="55" y="14"/>
                    <a:pt x="53" y="20"/>
                    <a:pt x="60" y="25"/>
                  </a:cubicBezTo>
                  <a:cubicBezTo>
                    <a:pt x="62" y="23"/>
                    <a:pt x="58" y="18"/>
                    <a:pt x="54" y="17"/>
                  </a:cubicBezTo>
                  <a:cubicBezTo>
                    <a:pt x="64" y="13"/>
                    <a:pt x="65" y="25"/>
                    <a:pt x="63" y="34"/>
                  </a:cubicBezTo>
                  <a:cubicBezTo>
                    <a:pt x="59" y="36"/>
                    <a:pt x="55" y="37"/>
                    <a:pt x="49" y="37"/>
                  </a:cubicBezTo>
                  <a:cubicBezTo>
                    <a:pt x="43" y="31"/>
                    <a:pt x="43" y="19"/>
                    <a:pt x="41" y="13"/>
                  </a:cubicBezTo>
                  <a:cubicBezTo>
                    <a:pt x="14" y="14"/>
                    <a:pt x="9" y="41"/>
                    <a:pt x="16" y="62"/>
                  </a:cubicBezTo>
                  <a:cubicBezTo>
                    <a:pt x="19" y="72"/>
                    <a:pt x="30" y="81"/>
                    <a:pt x="34" y="92"/>
                  </a:cubicBezTo>
                  <a:cubicBezTo>
                    <a:pt x="41" y="111"/>
                    <a:pt x="38" y="129"/>
                    <a:pt x="27" y="146"/>
                  </a:cubicBezTo>
                  <a:cubicBezTo>
                    <a:pt x="28" y="137"/>
                    <a:pt x="39" y="121"/>
                    <a:pt x="33" y="104"/>
                  </a:cubicBezTo>
                  <a:cubicBezTo>
                    <a:pt x="31" y="102"/>
                    <a:pt x="29" y="102"/>
                    <a:pt x="26" y="102"/>
                  </a:cubicBezTo>
                  <a:cubicBezTo>
                    <a:pt x="26" y="100"/>
                    <a:pt x="28" y="101"/>
                    <a:pt x="30" y="101"/>
                  </a:cubicBezTo>
                  <a:cubicBezTo>
                    <a:pt x="28" y="89"/>
                    <a:pt x="7" y="79"/>
                    <a:pt x="4" y="60"/>
                  </a:cubicBezTo>
                  <a:cubicBezTo>
                    <a:pt x="1" y="34"/>
                    <a:pt x="12" y="6"/>
                    <a:pt x="41" y="10"/>
                  </a:cubicBezTo>
                  <a:cubicBezTo>
                    <a:pt x="45" y="9"/>
                    <a:pt x="47" y="5"/>
                    <a:pt x="51" y="4"/>
                  </a:cubicBezTo>
                  <a:cubicBezTo>
                    <a:pt x="86" y="1"/>
                    <a:pt x="128" y="46"/>
                    <a:pt x="145" y="13"/>
                  </a:cubicBezTo>
                  <a:cubicBezTo>
                    <a:pt x="146" y="6"/>
                    <a:pt x="144" y="3"/>
                    <a:pt x="142" y="0"/>
                  </a:cubicBezTo>
                  <a:cubicBezTo>
                    <a:pt x="161" y="2"/>
                    <a:pt x="149" y="29"/>
                    <a:pt x="141" y="33"/>
                  </a:cubicBezTo>
                  <a:cubicBezTo>
                    <a:pt x="111" y="47"/>
                    <a:pt x="71" y="4"/>
                    <a:pt x="50" y="8"/>
                  </a:cubicBezTo>
                  <a:close/>
                  <a:moveTo>
                    <a:pt x="137" y="31"/>
                  </a:moveTo>
                  <a:cubicBezTo>
                    <a:pt x="142" y="29"/>
                    <a:pt x="151" y="17"/>
                    <a:pt x="148" y="16"/>
                  </a:cubicBezTo>
                  <a:cubicBezTo>
                    <a:pt x="130" y="43"/>
                    <a:pt x="93" y="14"/>
                    <a:pt x="70" y="8"/>
                  </a:cubicBezTo>
                  <a:cubicBezTo>
                    <a:pt x="87" y="21"/>
                    <a:pt x="105" y="33"/>
                    <a:pt x="137" y="31"/>
                  </a:cubicBezTo>
                  <a:close/>
                  <a:moveTo>
                    <a:pt x="26" y="84"/>
                  </a:moveTo>
                  <a:cubicBezTo>
                    <a:pt x="10" y="71"/>
                    <a:pt x="7" y="27"/>
                    <a:pt x="22" y="16"/>
                  </a:cubicBezTo>
                  <a:cubicBezTo>
                    <a:pt x="0" y="29"/>
                    <a:pt x="5" y="78"/>
                    <a:pt x="26" y="84"/>
                  </a:cubicBezTo>
                  <a:close/>
                  <a:moveTo>
                    <a:pt x="57" y="28"/>
                  </a:moveTo>
                  <a:cubicBezTo>
                    <a:pt x="55" y="22"/>
                    <a:pt x="53" y="16"/>
                    <a:pt x="46" y="16"/>
                  </a:cubicBezTo>
                  <a:cubicBezTo>
                    <a:pt x="46" y="23"/>
                    <a:pt x="50" y="27"/>
                    <a:pt x="57" y="28"/>
                  </a:cubicBezTo>
                  <a:close/>
                  <a:moveTo>
                    <a:pt x="57" y="31"/>
                  </a:moveTo>
                  <a:cubicBezTo>
                    <a:pt x="51" y="33"/>
                    <a:pt x="49" y="24"/>
                    <a:pt x="46" y="28"/>
                  </a:cubicBezTo>
                  <a:cubicBezTo>
                    <a:pt x="47" y="31"/>
                    <a:pt x="56" y="40"/>
                    <a:pt x="57" y="31"/>
                  </a:cubicBezTo>
                  <a:close/>
                </a:path>
              </a:pathLst>
            </a:custGeom>
            <a:solidFill>
              <a:schemeClr val="tx1">
                <a:lumMod val="50000"/>
              </a:schemeClr>
            </a:solidFill>
            <a:ln>
              <a:noFill/>
            </a:ln>
          </p:spPr>
          <p:txBody>
            <a:bodyPr vert="horz" wrap="square" lIns="91440" tIns="45720" rIns="91440" bIns="45720" numCol="1" rtlCol="0" anchor="t" anchorCtr="0" compatLnSpc="1">
              <a:prstTxWarp prst="textNoShape">
                <a:avLst/>
              </a:prstTxWarp>
            </a:bodyPr>
            <a:lstStyle/>
            <a:p>
              <a:pPr rtl="0"/>
              <a:endParaRPr/>
            </a:p>
          </p:txBody>
        </p:sp>
        <p:sp>
          <p:nvSpPr>
            <p:cNvPr id="15" name="Voľný tvar 48"/>
            <p:cNvSpPr>
              <a:spLocks noEditPoints="1"/>
            </p:cNvSpPr>
            <p:nvPr/>
          </p:nvSpPr>
          <p:spPr bwMode="auto">
            <a:xfrm rot="16200000" flipV="1">
              <a:off x="11093207" y="5321324"/>
              <a:ext cx="470728" cy="534543"/>
            </a:xfrm>
            <a:custGeom>
              <a:avLst/>
              <a:gdLst>
                <a:gd name="T0" fmla="*/ 81 w 150"/>
                <a:gd name="T1" fmla="*/ 22 h 150"/>
                <a:gd name="T2" fmla="*/ 52 w 150"/>
                <a:gd name="T3" fmla="*/ 17 h 150"/>
                <a:gd name="T4" fmla="*/ 60 w 150"/>
                <a:gd name="T5" fmla="*/ 35 h 150"/>
                <a:gd name="T6" fmla="*/ 45 w 150"/>
                <a:gd name="T7" fmla="*/ 39 h 150"/>
                <a:gd name="T8" fmla="*/ 39 w 150"/>
                <a:gd name="T9" fmla="*/ 20 h 150"/>
                <a:gd name="T10" fmla="*/ 14 w 150"/>
                <a:gd name="T11" fmla="*/ 63 h 150"/>
                <a:gd name="T12" fmla="*/ 25 w 150"/>
                <a:gd name="T13" fmla="*/ 148 h 150"/>
                <a:gd name="T14" fmla="*/ 26 w 150"/>
                <a:gd name="T15" fmla="*/ 137 h 150"/>
                <a:gd name="T16" fmla="*/ 23 w 150"/>
                <a:gd name="T17" fmla="*/ 104 h 150"/>
                <a:gd name="T18" fmla="*/ 26 w 150"/>
                <a:gd name="T19" fmla="*/ 101 h 150"/>
                <a:gd name="T20" fmla="*/ 1 w 150"/>
                <a:gd name="T21" fmla="*/ 61 h 150"/>
                <a:gd name="T22" fmla="*/ 38 w 150"/>
                <a:gd name="T23" fmla="*/ 10 h 150"/>
                <a:gd name="T24" fmla="*/ 91 w 150"/>
                <a:gd name="T25" fmla="*/ 16 h 150"/>
                <a:gd name="T26" fmla="*/ 139 w 150"/>
                <a:gd name="T27" fmla="*/ 2 h 150"/>
                <a:gd name="T28" fmla="*/ 150 w 150"/>
                <a:gd name="T29" fmla="*/ 12 h 150"/>
                <a:gd name="T30" fmla="*/ 82 w 150"/>
                <a:gd name="T31" fmla="*/ 20 h 150"/>
                <a:gd name="T32" fmla="*/ 141 w 150"/>
                <a:gd name="T33" fmla="*/ 2 h 150"/>
                <a:gd name="T34" fmla="*/ 143 w 150"/>
                <a:gd name="T35" fmla="*/ 14 h 150"/>
                <a:gd name="T36" fmla="*/ 44 w 150"/>
                <a:gd name="T37" fmla="*/ 9 h 150"/>
                <a:gd name="T38" fmla="*/ 38 w 150"/>
                <a:gd name="T39" fmla="*/ 12 h 150"/>
                <a:gd name="T40" fmla="*/ 2 w 150"/>
                <a:gd name="T41" fmla="*/ 60 h 150"/>
                <a:gd name="T42" fmla="*/ 28 w 150"/>
                <a:gd name="T43" fmla="*/ 102 h 150"/>
                <a:gd name="T44" fmla="*/ 30 w 150"/>
                <a:gd name="T45" fmla="*/ 104 h 150"/>
                <a:gd name="T46" fmla="*/ 32 w 150"/>
                <a:gd name="T47" fmla="*/ 116 h 150"/>
                <a:gd name="T48" fmla="*/ 31 w 150"/>
                <a:gd name="T49" fmla="*/ 93 h 150"/>
                <a:gd name="T50" fmla="*/ 11 w 150"/>
                <a:gd name="T51" fmla="*/ 61 h 150"/>
                <a:gd name="T52" fmla="*/ 23 w 150"/>
                <a:gd name="T53" fmla="*/ 85 h 150"/>
                <a:gd name="T54" fmla="*/ 19 w 150"/>
                <a:gd name="T55" fmla="*/ 17 h 150"/>
                <a:gd name="T56" fmla="*/ 39 w 150"/>
                <a:gd name="T57" fmla="*/ 13 h 150"/>
                <a:gd name="T58" fmla="*/ 42 w 150"/>
                <a:gd name="T59" fmla="*/ 29 h 150"/>
                <a:gd name="T60" fmla="*/ 48 w 150"/>
                <a:gd name="T61" fmla="*/ 29 h 150"/>
                <a:gd name="T62" fmla="*/ 55 w 150"/>
                <a:gd name="T63" fmla="*/ 32 h 150"/>
                <a:gd name="T64" fmla="*/ 42 w 150"/>
                <a:gd name="T65" fmla="*/ 30 h 150"/>
                <a:gd name="T66" fmla="*/ 60 w 150"/>
                <a:gd name="T67" fmla="*/ 27 h 150"/>
                <a:gd name="T68" fmla="*/ 58 w 150"/>
                <a:gd name="T69" fmla="*/ 25 h 150"/>
                <a:gd name="T70" fmla="*/ 56 w 150"/>
                <a:gd name="T71" fmla="*/ 27 h 150"/>
                <a:gd name="T72" fmla="*/ 50 w 150"/>
                <a:gd name="T73" fmla="*/ 18 h 150"/>
                <a:gd name="T74" fmla="*/ 45 w 150"/>
                <a:gd name="T75" fmla="*/ 9 h 150"/>
                <a:gd name="T76" fmla="*/ 57 w 150"/>
                <a:gd name="T77" fmla="*/ 25 h 150"/>
                <a:gd name="T78" fmla="*/ 53 w 150"/>
                <a:gd name="T79" fmla="*/ 33 h 150"/>
                <a:gd name="T80" fmla="*/ 44 w 150"/>
                <a:gd name="T81" fmla="*/ 29 h 150"/>
                <a:gd name="T82" fmla="*/ 8 w 150"/>
                <a:gd name="T83" fmla="*/ 46 h 150"/>
                <a:gd name="T84" fmla="*/ 146 w 150"/>
                <a:gd name="T85" fmla="*/ 18 h 150"/>
                <a:gd name="T86" fmla="*/ 134 w 150"/>
                <a:gd name="T87" fmla="*/ 33 h 150"/>
                <a:gd name="T88" fmla="*/ 67 w 150"/>
                <a:gd name="T89" fmla="*/ 9 h 150"/>
                <a:gd name="T90" fmla="*/ 145 w 150"/>
                <a:gd name="T91" fmla="*/ 16 h 150"/>
                <a:gd name="T92" fmla="*/ 133 w 150"/>
                <a:gd name="T93" fmla="*/ 31 h 150"/>
                <a:gd name="T94" fmla="*/ 71 w 150"/>
                <a:gd name="T95" fmla="*/ 11 h 150"/>
                <a:gd name="T96" fmla="*/ 54 w 150"/>
                <a:gd name="T97" fmla="*/ 30 h 150"/>
                <a:gd name="T98" fmla="*/ 43 w 150"/>
                <a:gd name="T99" fmla="*/ 16 h 150"/>
                <a:gd name="T100" fmla="*/ 43 w 150"/>
                <a:gd name="T101" fmla="*/ 17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50" h="150">
                  <a:moveTo>
                    <a:pt x="150" y="12"/>
                  </a:moveTo>
                  <a:cubicBezTo>
                    <a:pt x="150" y="20"/>
                    <a:pt x="143" y="32"/>
                    <a:pt x="138" y="34"/>
                  </a:cubicBezTo>
                  <a:cubicBezTo>
                    <a:pt x="120" y="43"/>
                    <a:pt x="99" y="32"/>
                    <a:pt x="81" y="22"/>
                  </a:cubicBezTo>
                  <a:cubicBezTo>
                    <a:pt x="69" y="15"/>
                    <a:pt x="57" y="9"/>
                    <a:pt x="48" y="10"/>
                  </a:cubicBezTo>
                  <a:cubicBezTo>
                    <a:pt x="50" y="12"/>
                    <a:pt x="51" y="15"/>
                    <a:pt x="52" y="17"/>
                  </a:cubicBezTo>
                  <a:cubicBezTo>
                    <a:pt x="52" y="17"/>
                    <a:pt x="52" y="17"/>
                    <a:pt x="52" y="17"/>
                  </a:cubicBezTo>
                  <a:cubicBezTo>
                    <a:pt x="54" y="16"/>
                    <a:pt x="56" y="16"/>
                    <a:pt x="58" y="17"/>
                  </a:cubicBezTo>
                  <a:cubicBezTo>
                    <a:pt x="61" y="19"/>
                    <a:pt x="61" y="24"/>
                    <a:pt x="61" y="27"/>
                  </a:cubicBezTo>
                  <a:cubicBezTo>
                    <a:pt x="61" y="30"/>
                    <a:pt x="61" y="33"/>
                    <a:pt x="60" y="35"/>
                  </a:cubicBezTo>
                  <a:cubicBezTo>
                    <a:pt x="60" y="35"/>
                    <a:pt x="60" y="35"/>
                    <a:pt x="60" y="35"/>
                  </a:cubicBezTo>
                  <a:cubicBezTo>
                    <a:pt x="60" y="36"/>
                    <a:pt x="60" y="36"/>
                    <a:pt x="60" y="36"/>
                  </a:cubicBezTo>
                  <a:cubicBezTo>
                    <a:pt x="57" y="38"/>
                    <a:pt x="52" y="39"/>
                    <a:pt x="45" y="39"/>
                  </a:cubicBezTo>
                  <a:cubicBezTo>
                    <a:pt x="45" y="39"/>
                    <a:pt x="45" y="39"/>
                    <a:pt x="45" y="39"/>
                  </a:cubicBezTo>
                  <a:cubicBezTo>
                    <a:pt x="45" y="38"/>
                    <a:pt x="45" y="38"/>
                    <a:pt x="45" y="38"/>
                  </a:cubicBezTo>
                  <a:cubicBezTo>
                    <a:pt x="41" y="34"/>
                    <a:pt x="40" y="26"/>
                    <a:pt x="39" y="20"/>
                  </a:cubicBezTo>
                  <a:cubicBezTo>
                    <a:pt x="39" y="18"/>
                    <a:pt x="38" y="16"/>
                    <a:pt x="38" y="14"/>
                  </a:cubicBezTo>
                  <a:cubicBezTo>
                    <a:pt x="21" y="15"/>
                    <a:pt x="11" y="27"/>
                    <a:pt x="11" y="47"/>
                  </a:cubicBezTo>
                  <a:cubicBezTo>
                    <a:pt x="11" y="52"/>
                    <a:pt x="12" y="58"/>
                    <a:pt x="14" y="63"/>
                  </a:cubicBezTo>
                  <a:cubicBezTo>
                    <a:pt x="15" y="68"/>
                    <a:pt x="18" y="72"/>
                    <a:pt x="22" y="77"/>
                  </a:cubicBezTo>
                  <a:cubicBezTo>
                    <a:pt x="26" y="82"/>
                    <a:pt x="30" y="87"/>
                    <a:pt x="32" y="93"/>
                  </a:cubicBezTo>
                  <a:cubicBezTo>
                    <a:pt x="39" y="111"/>
                    <a:pt x="36" y="130"/>
                    <a:pt x="25" y="148"/>
                  </a:cubicBezTo>
                  <a:cubicBezTo>
                    <a:pt x="23" y="150"/>
                    <a:pt x="23" y="150"/>
                    <a:pt x="23" y="150"/>
                  </a:cubicBezTo>
                  <a:cubicBezTo>
                    <a:pt x="23" y="147"/>
                    <a:pt x="23" y="147"/>
                    <a:pt x="23" y="147"/>
                  </a:cubicBezTo>
                  <a:cubicBezTo>
                    <a:pt x="24" y="144"/>
                    <a:pt x="25" y="141"/>
                    <a:pt x="26" y="137"/>
                  </a:cubicBezTo>
                  <a:cubicBezTo>
                    <a:pt x="28" y="131"/>
                    <a:pt x="31" y="123"/>
                    <a:pt x="31" y="116"/>
                  </a:cubicBezTo>
                  <a:cubicBezTo>
                    <a:pt x="31" y="112"/>
                    <a:pt x="30" y="108"/>
                    <a:pt x="29" y="105"/>
                  </a:cubicBezTo>
                  <a:cubicBezTo>
                    <a:pt x="28" y="104"/>
                    <a:pt x="26" y="104"/>
                    <a:pt x="23" y="104"/>
                  </a:cubicBezTo>
                  <a:cubicBezTo>
                    <a:pt x="22" y="104"/>
                    <a:pt x="22" y="104"/>
                    <a:pt x="22" y="104"/>
                  </a:cubicBezTo>
                  <a:cubicBezTo>
                    <a:pt x="22" y="103"/>
                    <a:pt x="22" y="103"/>
                    <a:pt x="22" y="103"/>
                  </a:cubicBezTo>
                  <a:cubicBezTo>
                    <a:pt x="22" y="101"/>
                    <a:pt x="24" y="101"/>
                    <a:pt x="26" y="101"/>
                  </a:cubicBezTo>
                  <a:cubicBezTo>
                    <a:pt x="26" y="101"/>
                    <a:pt x="26" y="101"/>
                    <a:pt x="26" y="101"/>
                  </a:cubicBezTo>
                  <a:cubicBezTo>
                    <a:pt x="25" y="97"/>
                    <a:pt x="21" y="93"/>
                    <a:pt x="17" y="88"/>
                  </a:cubicBezTo>
                  <a:cubicBezTo>
                    <a:pt x="10" y="81"/>
                    <a:pt x="2" y="72"/>
                    <a:pt x="1" y="61"/>
                  </a:cubicBezTo>
                  <a:cubicBezTo>
                    <a:pt x="0" y="58"/>
                    <a:pt x="0" y="55"/>
                    <a:pt x="0" y="52"/>
                  </a:cubicBezTo>
                  <a:cubicBezTo>
                    <a:pt x="0" y="37"/>
                    <a:pt x="5" y="24"/>
                    <a:pt x="13" y="17"/>
                  </a:cubicBezTo>
                  <a:cubicBezTo>
                    <a:pt x="20" y="11"/>
                    <a:pt x="28" y="9"/>
                    <a:pt x="38" y="10"/>
                  </a:cubicBezTo>
                  <a:cubicBezTo>
                    <a:pt x="40" y="10"/>
                    <a:pt x="41" y="9"/>
                    <a:pt x="43" y="7"/>
                  </a:cubicBezTo>
                  <a:cubicBezTo>
                    <a:pt x="44" y="6"/>
                    <a:pt x="46" y="5"/>
                    <a:pt x="48" y="4"/>
                  </a:cubicBezTo>
                  <a:cubicBezTo>
                    <a:pt x="62" y="3"/>
                    <a:pt x="77" y="9"/>
                    <a:pt x="91" y="16"/>
                  </a:cubicBezTo>
                  <a:cubicBezTo>
                    <a:pt x="113" y="25"/>
                    <a:pt x="131" y="33"/>
                    <a:pt x="141" y="13"/>
                  </a:cubicBezTo>
                  <a:cubicBezTo>
                    <a:pt x="142" y="12"/>
                    <a:pt x="142" y="11"/>
                    <a:pt x="142" y="10"/>
                  </a:cubicBezTo>
                  <a:cubicBezTo>
                    <a:pt x="142" y="7"/>
                    <a:pt x="140" y="4"/>
                    <a:pt x="139" y="2"/>
                  </a:cubicBezTo>
                  <a:cubicBezTo>
                    <a:pt x="138" y="0"/>
                    <a:pt x="138" y="0"/>
                    <a:pt x="138" y="0"/>
                  </a:cubicBezTo>
                  <a:cubicBezTo>
                    <a:pt x="139" y="0"/>
                    <a:pt x="139" y="0"/>
                    <a:pt x="139" y="0"/>
                  </a:cubicBezTo>
                  <a:cubicBezTo>
                    <a:pt x="146" y="1"/>
                    <a:pt x="150" y="5"/>
                    <a:pt x="150" y="12"/>
                  </a:cubicBezTo>
                  <a:close/>
                  <a:moveTo>
                    <a:pt x="45" y="9"/>
                  </a:moveTo>
                  <a:cubicBezTo>
                    <a:pt x="47" y="9"/>
                    <a:pt x="47" y="9"/>
                    <a:pt x="47" y="9"/>
                  </a:cubicBezTo>
                  <a:cubicBezTo>
                    <a:pt x="56" y="7"/>
                    <a:pt x="68" y="13"/>
                    <a:pt x="82" y="20"/>
                  </a:cubicBezTo>
                  <a:cubicBezTo>
                    <a:pt x="100" y="30"/>
                    <a:pt x="120" y="41"/>
                    <a:pt x="138" y="33"/>
                  </a:cubicBezTo>
                  <a:cubicBezTo>
                    <a:pt x="142" y="31"/>
                    <a:pt x="148" y="20"/>
                    <a:pt x="148" y="12"/>
                  </a:cubicBezTo>
                  <a:cubicBezTo>
                    <a:pt x="148" y="8"/>
                    <a:pt x="147" y="3"/>
                    <a:pt x="141" y="2"/>
                  </a:cubicBezTo>
                  <a:cubicBezTo>
                    <a:pt x="142" y="4"/>
                    <a:pt x="143" y="7"/>
                    <a:pt x="143" y="10"/>
                  </a:cubicBezTo>
                  <a:cubicBezTo>
                    <a:pt x="143" y="11"/>
                    <a:pt x="143" y="13"/>
                    <a:pt x="143" y="14"/>
                  </a:cubicBezTo>
                  <a:cubicBezTo>
                    <a:pt x="143" y="14"/>
                    <a:pt x="143" y="14"/>
                    <a:pt x="143" y="14"/>
                  </a:cubicBezTo>
                  <a:cubicBezTo>
                    <a:pt x="132" y="35"/>
                    <a:pt x="112" y="26"/>
                    <a:pt x="91" y="17"/>
                  </a:cubicBezTo>
                  <a:cubicBezTo>
                    <a:pt x="76" y="11"/>
                    <a:pt x="62" y="5"/>
                    <a:pt x="48" y="6"/>
                  </a:cubicBezTo>
                  <a:cubicBezTo>
                    <a:pt x="46" y="6"/>
                    <a:pt x="45" y="7"/>
                    <a:pt x="44" y="9"/>
                  </a:cubicBezTo>
                  <a:cubicBezTo>
                    <a:pt x="42" y="10"/>
                    <a:pt x="41" y="11"/>
                    <a:pt x="39" y="12"/>
                  </a:cubicBezTo>
                  <a:cubicBezTo>
                    <a:pt x="38" y="12"/>
                    <a:pt x="38" y="12"/>
                    <a:pt x="38" y="12"/>
                  </a:cubicBezTo>
                  <a:cubicBezTo>
                    <a:pt x="38" y="12"/>
                    <a:pt x="38" y="12"/>
                    <a:pt x="38" y="12"/>
                  </a:cubicBezTo>
                  <a:cubicBezTo>
                    <a:pt x="29" y="10"/>
                    <a:pt x="20" y="13"/>
                    <a:pt x="14" y="18"/>
                  </a:cubicBezTo>
                  <a:cubicBezTo>
                    <a:pt x="6" y="25"/>
                    <a:pt x="2" y="37"/>
                    <a:pt x="2" y="52"/>
                  </a:cubicBezTo>
                  <a:cubicBezTo>
                    <a:pt x="2" y="55"/>
                    <a:pt x="2" y="58"/>
                    <a:pt x="2" y="60"/>
                  </a:cubicBezTo>
                  <a:cubicBezTo>
                    <a:pt x="4" y="72"/>
                    <a:pt x="11" y="80"/>
                    <a:pt x="18" y="87"/>
                  </a:cubicBezTo>
                  <a:cubicBezTo>
                    <a:pt x="23" y="92"/>
                    <a:pt x="27" y="97"/>
                    <a:pt x="28" y="102"/>
                  </a:cubicBezTo>
                  <a:cubicBezTo>
                    <a:pt x="28" y="102"/>
                    <a:pt x="28" y="102"/>
                    <a:pt x="28" y="102"/>
                  </a:cubicBezTo>
                  <a:cubicBezTo>
                    <a:pt x="27" y="102"/>
                    <a:pt x="27" y="102"/>
                    <a:pt x="27" y="102"/>
                  </a:cubicBezTo>
                  <a:cubicBezTo>
                    <a:pt x="27" y="102"/>
                    <a:pt x="27" y="102"/>
                    <a:pt x="27" y="102"/>
                  </a:cubicBezTo>
                  <a:cubicBezTo>
                    <a:pt x="28" y="103"/>
                    <a:pt x="29" y="103"/>
                    <a:pt x="30" y="104"/>
                  </a:cubicBezTo>
                  <a:cubicBezTo>
                    <a:pt x="31" y="104"/>
                    <a:pt x="31" y="104"/>
                    <a:pt x="31" y="104"/>
                  </a:cubicBezTo>
                  <a:cubicBezTo>
                    <a:pt x="31" y="104"/>
                    <a:pt x="31" y="104"/>
                    <a:pt x="31" y="104"/>
                  </a:cubicBezTo>
                  <a:cubicBezTo>
                    <a:pt x="32" y="108"/>
                    <a:pt x="32" y="112"/>
                    <a:pt x="32" y="116"/>
                  </a:cubicBezTo>
                  <a:cubicBezTo>
                    <a:pt x="32" y="124"/>
                    <a:pt x="30" y="131"/>
                    <a:pt x="28" y="138"/>
                  </a:cubicBezTo>
                  <a:cubicBezTo>
                    <a:pt x="27" y="140"/>
                    <a:pt x="26" y="141"/>
                    <a:pt x="26" y="143"/>
                  </a:cubicBezTo>
                  <a:cubicBezTo>
                    <a:pt x="35" y="127"/>
                    <a:pt x="37" y="110"/>
                    <a:pt x="31" y="93"/>
                  </a:cubicBezTo>
                  <a:cubicBezTo>
                    <a:pt x="28" y="88"/>
                    <a:pt x="25" y="83"/>
                    <a:pt x="21" y="78"/>
                  </a:cubicBezTo>
                  <a:cubicBezTo>
                    <a:pt x="17" y="73"/>
                    <a:pt x="14" y="69"/>
                    <a:pt x="12" y="64"/>
                  </a:cubicBezTo>
                  <a:cubicBezTo>
                    <a:pt x="12" y="63"/>
                    <a:pt x="12" y="62"/>
                    <a:pt x="11" y="61"/>
                  </a:cubicBezTo>
                  <a:cubicBezTo>
                    <a:pt x="13" y="71"/>
                    <a:pt x="17" y="79"/>
                    <a:pt x="23" y="84"/>
                  </a:cubicBezTo>
                  <a:cubicBezTo>
                    <a:pt x="26" y="86"/>
                    <a:pt x="26" y="86"/>
                    <a:pt x="26" y="86"/>
                  </a:cubicBezTo>
                  <a:cubicBezTo>
                    <a:pt x="23" y="85"/>
                    <a:pt x="23" y="85"/>
                    <a:pt x="23" y="85"/>
                  </a:cubicBezTo>
                  <a:cubicBezTo>
                    <a:pt x="10" y="82"/>
                    <a:pt x="4" y="64"/>
                    <a:pt x="4" y="49"/>
                  </a:cubicBezTo>
                  <a:cubicBezTo>
                    <a:pt x="4" y="34"/>
                    <a:pt x="9" y="21"/>
                    <a:pt x="18" y="16"/>
                  </a:cubicBezTo>
                  <a:cubicBezTo>
                    <a:pt x="19" y="17"/>
                    <a:pt x="19" y="17"/>
                    <a:pt x="19" y="17"/>
                  </a:cubicBezTo>
                  <a:cubicBezTo>
                    <a:pt x="15" y="21"/>
                    <a:pt x="12" y="28"/>
                    <a:pt x="10" y="37"/>
                  </a:cubicBezTo>
                  <a:cubicBezTo>
                    <a:pt x="13" y="22"/>
                    <a:pt x="23" y="14"/>
                    <a:pt x="38" y="13"/>
                  </a:cubicBezTo>
                  <a:cubicBezTo>
                    <a:pt x="39" y="13"/>
                    <a:pt x="39" y="13"/>
                    <a:pt x="39" y="13"/>
                  </a:cubicBezTo>
                  <a:cubicBezTo>
                    <a:pt x="39" y="13"/>
                    <a:pt x="39" y="13"/>
                    <a:pt x="39" y="13"/>
                  </a:cubicBezTo>
                  <a:cubicBezTo>
                    <a:pt x="40" y="15"/>
                    <a:pt x="40" y="18"/>
                    <a:pt x="40" y="20"/>
                  </a:cubicBezTo>
                  <a:cubicBezTo>
                    <a:pt x="41" y="23"/>
                    <a:pt x="41" y="26"/>
                    <a:pt x="42" y="29"/>
                  </a:cubicBezTo>
                  <a:cubicBezTo>
                    <a:pt x="42" y="29"/>
                    <a:pt x="42" y="29"/>
                    <a:pt x="42" y="29"/>
                  </a:cubicBezTo>
                  <a:cubicBezTo>
                    <a:pt x="43" y="28"/>
                    <a:pt x="44" y="27"/>
                    <a:pt x="44" y="27"/>
                  </a:cubicBezTo>
                  <a:cubicBezTo>
                    <a:pt x="46" y="27"/>
                    <a:pt x="47" y="28"/>
                    <a:pt x="48" y="29"/>
                  </a:cubicBezTo>
                  <a:cubicBezTo>
                    <a:pt x="50" y="31"/>
                    <a:pt x="52" y="32"/>
                    <a:pt x="54" y="31"/>
                  </a:cubicBezTo>
                  <a:cubicBezTo>
                    <a:pt x="55" y="31"/>
                    <a:pt x="55" y="31"/>
                    <a:pt x="55" y="31"/>
                  </a:cubicBezTo>
                  <a:cubicBezTo>
                    <a:pt x="55" y="32"/>
                    <a:pt x="55" y="32"/>
                    <a:pt x="55" y="32"/>
                  </a:cubicBezTo>
                  <a:cubicBezTo>
                    <a:pt x="54" y="35"/>
                    <a:pt x="53" y="36"/>
                    <a:pt x="52" y="37"/>
                  </a:cubicBezTo>
                  <a:cubicBezTo>
                    <a:pt x="48" y="38"/>
                    <a:pt x="43" y="32"/>
                    <a:pt x="42" y="30"/>
                  </a:cubicBezTo>
                  <a:cubicBezTo>
                    <a:pt x="42" y="30"/>
                    <a:pt x="42" y="30"/>
                    <a:pt x="42" y="30"/>
                  </a:cubicBezTo>
                  <a:cubicBezTo>
                    <a:pt x="43" y="33"/>
                    <a:pt x="44" y="35"/>
                    <a:pt x="46" y="37"/>
                  </a:cubicBezTo>
                  <a:cubicBezTo>
                    <a:pt x="52" y="38"/>
                    <a:pt x="56" y="37"/>
                    <a:pt x="59" y="35"/>
                  </a:cubicBezTo>
                  <a:cubicBezTo>
                    <a:pt x="60" y="32"/>
                    <a:pt x="60" y="30"/>
                    <a:pt x="60" y="27"/>
                  </a:cubicBezTo>
                  <a:cubicBezTo>
                    <a:pt x="60" y="23"/>
                    <a:pt x="59" y="20"/>
                    <a:pt x="57" y="18"/>
                  </a:cubicBezTo>
                  <a:cubicBezTo>
                    <a:pt x="56" y="18"/>
                    <a:pt x="55" y="18"/>
                    <a:pt x="53" y="18"/>
                  </a:cubicBezTo>
                  <a:cubicBezTo>
                    <a:pt x="56" y="19"/>
                    <a:pt x="58" y="22"/>
                    <a:pt x="58" y="25"/>
                  </a:cubicBezTo>
                  <a:cubicBezTo>
                    <a:pt x="58" y="26"/>
                    <a:pt x="58" y="26"/>
                    <a:pt x="57" y="27"/>
                  </a:cubicBezTo>
                  <a:cubicBezTo>
                    <a:pt x="57" y="27"/>
                    <a:pt x="57" y="27"/>
                    <a:pt x="57" y="27"/>
                  </a:cubicBezTo>
                  <a:cubicBezTo>
                    <a:pt x="56" y="27"/>
                    <a:pt x="56" y="27"/>
                    <a:pt x="56" y="27"/>
                  </a:cubicBezTo>
                  <a:cubicBezTo>
                    <a:pt x="53" y="24"/>
                    <a:pt x="52" y="21"/>
                    <a:pt x="51" y="19"/>
                  </a:cubicBezTo>
                  <a:cubicBezTo>
                    <a:pt x="49" y="18"/>
                    <a:pt x="49" y="18"/>
                    <a:pt x="49" y="18"/>
                  </a:cubicBezTo>
                  <a:cubicBezTo>
                    <a:pt x="50" y="18"/>
                    <a:pt x="50" y="18"/>
                    <a:pt x="50" y="18"/>
                  </a:cubicBezTo>
                  <a:cubicBezTo>
                    <a:pt x="50" y="17"/>
                    <a:pt x="50" y="17"/>
                    <a:pt x="50" y="17"/>
                  </a:cubicBezTo>
                  <a:cubicBezTo>
                    <a:pt x="49" y="15"/>
                    <a:pt x="49" y="12"/>
                    <a:pt x="46" y="10"/>
                  </a:cubicBezTo>
                  <a:lnTo>
                    <a:pt x="45" y="9"/>
                  </a:lnTo>
                  <a:close/>
                  <a:moveTo>
                    <a:pt x="57" y="25"/>
                  </a:moveTo>
                  <a:cubicBezTo>
                    <a:pt x="57" y="24"/>
                    <a:pt x="55" y="21"/>
                    <a:pt x="53" y="19"/>
                  </a:cubicBezTo>
                  <a:cubicBezTo>
                    <a:pt x="53" y="21"/>
                    <a:pt x="54" y="23"/>
                    <a:pt x="57" y="25"/>
                  </a:cubicBezTo>
                  <a:close/>
                  <a:moveTo>
                    <a:pt x="44" y="29"/>
                  </a:moveTo>
                  <a:cubicBezTo>
                    <a:pt x="45" y="32"/>
                    <a:pt x="49" y="36"/>
                    <a:pt x="51" y="35"/>
                  </a:cubicBezTo>
                  <a:cubicBezTo>
                    <a:pt x="52" y="35"/>
                    <a:pt x="53" y="34"/>
                    <a:pt x="53" y="33"/>
                  </a:cubicBezTo>
                  <a:cubicBezTo>
                    <a:pt x="51" y="33"/>
                    <a:pt x="49" y="32"/>
                    <a:pt x="47" y="30"/>
                  </a:cubicBezTo>
                  <a:cubicBezTo>
                    <a:pt x="46" y="30"/>
                    <a:pt x="45" y="29"/>
                    <a:pt x="45" y="29"/>
                  </a:cubicBezTo>
                  <a:cubicBezTo>
                    <a:pt x="44" y="29"/>
                    <a:pt x="44" y="29"/>
                    <a:pt x="44" y="29"/>
                  </a:cubicBezTo>
                  <a:close/>
                  <a:moveTo>
                    <a:pt x="5" y="49"/>
                  </a:moveTo>
                  <a:cubicBezTo>
                    <a:pt x="5" y="62"/>
                    <a:pt x="10" y="77"/>
                    <a:pt x="19" y="82"/>
                  </a:cubicBezTo>
                  <a:cubicBezTo>
                    <a:pt x="12" y="74"/>
                    <a:pt x="8" y="58"/>
                    <a:pt x="8" y="46"/>
                  </a:cubicBezTo>
                  <a:cubicBezTo>
                    <a:pt x="8" y="36"/>
                    <a:pt x="10" y="28"/>
                    <a:pt x="13" y="22"/>
                  </a:cubicBezTo>
                  <a:cubicBezTo>
                    <a:pt x="8" y="29"/>
                    <a:pt x="5" y="38"/>
                    <a:pt x="5" y="49"/>
                  </a:cubicBezTo>
                  <a:close/>
                  <a:moveTo>
                    <a:pt x="146" y="18"/>
                  </a:moveTo>
                  <a:cubicBezTo>
                    <a:pt x="146" y="18"/>
                    <a:pt x="146" y="18"/>
                    <a:pt x="146" y="18"/>
                  </a:cubicBezTo>
                  <a:cubicBezTo>
                    <a:pt x="146" y="21"/>
                    <a:pt x="139" y="31"/>
                    <a:pt x="134" y="33"/>
                  </a:cubicBezTo>
                  <a:cubicBezTo>
                    <a:pt x="134" y="33"/>
                    <a:pt x="134" y="33"/>
                    <a:pt x="134" y="33"/>
                  </a:cubicBezTo>
                  <a:cubicBezTo>
                    <a:pt x="103" y="35"/>
                    <a:pt x="85" y="24"/>
                    <a:pt x="66" y="10"/>
                  </a:cubicBezTo>
                  <a:cubicBezTo>
                    <a:pt x="63" y="8"/>
                    <a:pt x="63" y="8"/>
                    <a:pt x="63" y="8"/>
                  </a:cubicBezTo>
                  <a:cubicBezTo>
                    <a:pt x="67" y="9"/>
                    <a:pt x="67" y="9"/>
                    <a:pt x="67" y="9"/>
                  </a:cubicBezTo>
                  <a:cubicBezTo>
                    <a:pt x="73" y="10"/>
                    <a:pt x="80" y="13"/>
                    <a:pt x="88" y="17"/>
                  </a:cubicBezTo>
                  <a:cubicBezTo>
                    <a:pt x="108" y="26"/>
                    <a:pt x="131" y="36"/>
                    <a:pt x="144" y="16"/>
                  </a:cubicBezTo>
                  <a:cubicBezTo>
                    <a:pt x="145" y="16"/>
                    <a:pt x="145" y="16"/>
                    <a:pt x="145" y="16"/>
                  </a:cubicBezTo>
                  <a:cubicBezTo>
                    <a:pt x="145" y="16"/>
                    <a:pt x="145" y="16"/>
                    <a:pt x="145" y="16"/>
                  </a:cubicBezTo>
                  <a:cubicBezTo>
                    <a:pt x="146" y="16"/>
                    <a:pt x="146" y="16"/>
                    <a:pt x="146" y="18"/>
                  </a:cubicBezTo>
                  <a:close/>
                  <a:moveTo>
                    <a:pt x="133" y="31"/>
                  </a:moveTo>
                  <a:cubicBezTo>
                    <a:pt x="138" y="29"/>
                    <a:pt x="144" y="21"/>
                    <a:pt x="145" y="18"/>
                  </a:cubicBezTo>
                  <a:cubicBezTo>
                    <a:pt x="131" y="37"/>
                    <a:pt x="108" y="27"/>
                    <a:pt x="87" y="18"/>
                  </a:cubicBezTo>
                  <a:cubicBezTo>
                    <a:pt x="81" y="15"/>
                    <a:pt x="76" y="13"/>
                    <a:pt x="71" y="11"/>
                  </a:cubicBezTo>
                  <a:cubicBezTo>
                    <a:pt x="88" y="23"/>
                    <a:pt x="105" y="33"/>
                    <a:pt x="133" y="31"/>
                  </a:cubicBezTo>
                  <a:close/>
                  <a:moveTo>
                    <a:pt x="55" y="30"/>
                  </a:moveTo>
                  <a:cubicBezTo>
                    <a:pt x="54" y="30"/>
                    <a:pt x="54" y="30"/>
                    <a:pt x="54" y="30"/>
                  </a:cubicBezTo>
                  <a:cubicBezTo>
                    <a:pt x="47" y="29"/>
                    <a:pt x="42" y="25"/>
                    <a:pt x="42" y="17"/>
                  </a:cubicBezTo>
                  <a:cubicBezTo>
                    <a:pt x="42" y="16"/>
                    <a:pt x="42" y="16"/>
                    <a:pt x="42" y="16"/>
                  </a:cubicBezTo>
                  <a:cubicBezTo>
                    <a:pt x="43" y="16"/>
                    <a:pt x="43" y="16"/>
                    <a:pt x="43" y="16"/>
                  </a:cubicBezTo>
                  <a:cubicBezTo>
                    <a:pt x="50" y="17"/>
                    <a:pt x="53" y="23"/>
                    <a:pt x="55" y="29"/>
                  </a:cubicBezTo>
                  <a:lnTo>
                    <a:pt x="55" y="30"/>
                  </a:lnTo>
                  <a:close/>
                  <a:moveTo>
                    <a:pt x="43" y="17"/>
                  </a:moveTo>
                  <a:cubicBezTo>
                    <a:pt x="44" y="24"/>
                    <a:pt x="47" y="27"/>
                    <a:pt x="53" y="28"/>
                  </a:cubicBezTo>
                  <a:cubicBezTo>
                    <a:pt x="51" y="23"/>
                    <a:pt x="49" y="19"/>
                    <a:pt x="43" y="17"/>
                  </a:cubicBezTo>
                  <a:close/>
                </a:path>
              </a:pathLst>
            </a:custGeom>
            <a:solidFill>
              <a:schemeClr val="tx1">
                <a:lumMod val="50000"/>
              </a:schemeClr>
            </a:solidFill>
            <a:ln>
              <a:noFill/>
            </a:ln>
          </p:spPr>
          <p:txBody>
            <a:bodyPr vert="horz" wrap="square" lIns="91440" tIns="45720" rIns="91440" bIns="45720" numCol="1" rtlCol="0" anchor="t" anchorCtr="0" compatLnSpc="1">
              <a:prstTxWarp prst="textNoShape">
                <a:avLst/>
              </a:prstTxWarp>
            </a:bodyPr>
            <a:lstStyle/>
            <a:p>
              <a:pPr rtl="0"/>
              <a:endParaRPr/>
            </a:p>
          </p:txBody>
        </p:sp>
        <p:sp>
          <p:nvSpPr>
            <p:cNvPr id="16" name="Voľný tvar 49"/>
            <p:cNvSpPr>
              <a:spLocks noEditPoints="1"/>
            </p:cNvSpPr>
            <p:nvPr/>
          </p:nvSpPr>
          <p:spPr bwMode="auto">
            <a:xfrm rot="16200000" flipV="1">
              <a:off x="11051654" y="771453"/>
              <a:ext cx="468508" cy="519485"/>
            </a:xfrm>
            <a:custGeom>
              <a:avLst/>
              <a:gdLst>
                <a:gd name="T0" fmla="*/ 61 w 149"/>
                <a:gd name="T1" fmla="*/ 17 h 146"/>
                <a:gd name="T2" fmla="*/ 70 w 149"/>
                <a:gd name="T3" fmla="*/ 13 h 146"/>
                <a:gd name="T4" fmla="*/ 67 w 149"/>
                <a:gd name="T5" fmla="*/ 22 h 146"/>
                <a:gd name="T6" fmla="*/ 71 w 149"/>
                <a:gd name="T7" fmla="*/ 8 h 146"/>
                <a:gd name="T8" fmla="*/ 77 w 149"/>
                <a:gd name="T9" fmla="*/ 20 h 146"/>
                <a:gd name="T10" fmla="*/ 146 w 149"/>
                <a:gd name="T11" fmla="*/ 39 h 146"/>
                <a:gd name="T12" fmla="*/ 125 w 149"/>
                <a:gd name="T13" fmla="*/ 103 h 146"/>
                <a:gd name="T14" fmla="*/ 146 w 149"/>
                <a:gd name="T15" fmla="*/ 99 h 146"/>
                <a:gd name="T16" fmla="*/ 148 w 149"/>
                <a:gd name="T17" fmla="*/ 120 h 146"/>
                <a:gd name="T18" fmla="*/ 129 w 149"/>
                <a:gd name="T19" fmla="*/ 119 h 146"/>
                <a:gd name="T20" fmla="*/ 141 w 149"/>
                <a:gd name="T21" fmla="*/ 143 h 146"/>
                <a:gd name="T22" fmla="*/ 124 w 149"/>
                <a:gd name="T23" fmla="*/ 108 h 146"/>
                <a:gd name="T24" fmla="*/ 121 w 149"/>
                <a:gd name="T25" fmla="*/ 76 h 146"/>
                <a:gd name="T26" fmla="*/ 132 w 149"/>
                <a:gd name="T27" fmla="*/ 18 h 146"/>
                <a:gd name="T28" fmla="*/ 46 w 149"/>
                <a:gd name="T29" fmla="*/ 31 h 146"/>
                <a:gd name="T30" fmla="*/ 0 w 149"/>
                <a:gd name="T31" fmla="*/ 27 h 146"/>
                <a:gd name="T32" fmla="*/ 60 w 149"/>
                <a:gd name="T33" fmla="*/ 24 h 146"/>
                <a:gd name="T34" fmla="*/ 58 w 149"/>
                <a:gd name="T35" fmla="*/ 11 h 146"/>
                <a:gd name="T36" fmla="*/ 68 w 149"/>
                <a:gd name="T37" fmla="*/ 8 h 146"/>
                <a:gd name="T38" fmla="*/ 61 w 149"/>
                <a:gd name="T39" fmla="*/ 17 h 146"/>
                <a:gd name="T40" fmla="*/ 58 w 149"/>
                <a:gd name="T41" fmla="*/ 27 h 146"/>
                <a:gd name="T42" fmla="*/ 31 w 149"/>
                <a:gd name="T43" fmla="*/ 25 h 146"/>
                <a:gd name="T44" fmla="*/ 58 w 149"/>
                <a:gd name="T45" fmla="*/ 27 h 146"/>
                <a:gd name="T46" fmla="*/ 101 w 149"/>
                <a:gd name="T47" fmla="*/ 11 h 146"/>
                <a:gd name="T48" fmla="*/ 88 w 149"/>
                <a:gd name="T49" fmla="*/ 20 h 146"/>
                <a:gd name="T50" fmla="*/ 101 w 149"/>
                <a:gd name="T51" fmla="*/ 11 h 146"/>
                <a:gd name="T52" fmla="*/ 142 w 149"/>
                <a:gd name="T53" fmla="*/ 32 h 146"/>
                <a:gd name="T54" fmla="*/ 141 w 149"/>
                <a:gd name="T55" fmla="*/ 34 h 146"/>
                <a:gd name="T56" fmla="*/ 122 w 149"/>
                <a:gd name="T57" fmla="*/ 95 h 146"/>
                <a:gd name="T58" fmla="*/ 142 w 149"/>
                <a:gd name="T59" fmla="*/ 32 h 146"/>
                <a:gd name="T60" fmla="*/ 145 w 149"/>
                <a:gd name="T61" fmla="*/ 119 h 146"/>
                <a:gd name="T62" fmla="*/ 142 w 149"/>
                <a:gd name="T63" fmla="*/ 106 h 146"/>
                <a:gd name="T64" fmla="*/ 132 w 149"/>
                <a:gd name="T65" fmla="*/ 106 h 146"/>
                <a:gd name="T66" fmla="*/ 145 w 149"/>
                <a:gd name="T67" fmla="*/ 119 h 146"/>
                <a:gd name="T68" fmla="*/ 146 w 149"/>
                <a:gd name="T69" fmla="*/ 103 h 146"/>
                <a:gd name="T70" fmla="*/ 134 w 149"/>
                <a:gd name="T71" fmla="*/ 103 h 146"/>
                <a:gd name="T72" fmla="*/ 146 w 149"/>
                <a:gd name="T73" fmla="*/ 103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49" h="146">
                  <a:moveTo>
                    <a:pt x="61" y="17"/>
                  </a:moveTo>
                  <a:cubicBezTo>
                    <a:pt x="64" y="17"/>
                    <a:pt x="67" y="9"/>
                    <a:pt x="70" y="13"/>
                  </a:cubicBezTo>
                  <a:cubicBezTo>
                    <a:pt x="68" y="15"/>
                    <a:pt x="65" y="17"/>
                    <a:pt x="67" y="22"/>
                  </a:cubicBezTo>
                  <a:cubicBezTo>
                    <a:pt x="78" y="22"/>
                    <a:pt x="72" y="11"/>
                    <a:pt x="71" y="8"/>
                  </a:cubicBezTo>
                  <a:cubicBezTo>
                    <a:pt x="75" y="4"/>
                    <a:pt x="81" y="15"/>
                    <a:pt x="77" y="20"/>
                  </a:cubicBezTo>
                  <a:cubicBezTo>
                    <a:pt x="103" y="0"/>
                    <a:pt x="144" y="7"/>
                    <a:pt x="146" y="39"/>
                  </a:cubicBezTo>
                  <a:cubicBezTo>
                    <a:pt x="148" y="63"/>
                    <a:pt x="123" y="79"/>
                    <a:pt x="125" y="103"/>
                  </a:cubicBezTo>
                  <a:cubicBezTo>
                    <a:pt x="130" y="105"/>
                    <a:pt x="138" y="94"/>
                    <a:pt x="146" y="99"/>
                  </a:cubicBezTo>
                  <a:cubicBezTo>
                    <a:pt x="149" y="104"/>
                    <a:pt x="147" y="114"/>
                    <a:pt x="148" y="120"/>
                  </a:cubicBezTo>
                  <a:cubicBezTo>
                    <a:pt x="142" y="125"/>
                    <a:pt x="135" y="122"/>
                    <a:pt x="129" y="119"/>
                  </a:cubicBezTo>
                  <a:cubicBezTo>
                    <a:pt x="129" y="131"/>
                    <a:pt x="129" y="143"/>
                    <a:pt x="141" y="143"/>
                  </a:cubicBezTo>
                  <a:cubicBezTo>
                    <a:pt x="120" y="146"/>
                    <a:pt x="125" y="125"/>
                    <a:pt x="124" y="108"/>
                  </a:cubicBezTo>
                  <a:cubicBezTo>
                    <a:pt x="123" y="95"/>
                    <a:pt x="118" y="88"/>
                    <a:pt x="121" y="76"/>
                  </a:cubicBezTo>
                  <a:cubicBezTo>
                    <a:pt x="125" y="57"/>
                    <a:pt x="149" y="40"/>
                    <a:pt x="132" y="18"/>
                  </a:cubicBezTo>
                  <a:cubicBezTo>
                    <a:pt x="101" y="5"/>
                    <a:pt x="76" y="33"/>
                    <a:pt x="46" y="31"/>
                  </a:cubicBezTo>
                  <a:cubicBezTo>
                    <a:pt x="31" y="30"/>
                    <a:pt x="16" y="16"/>
                    <a:pt x="0" y="27"/>
                  </a:cubicBezTo>
                  <a:cubicBezTo>
                    <a:pt x="14" y="12"/>
                    <a:pt x="37" y="23"/>
                    <a:pt x="60" y="24"/>
                  </a:cubicBezTo>
                  <a:cubicBezTo>
                    <a:pt x="62" y="22"/>
                    <a:pt x="58" y="15"/>
                    <a:pt x="58" y="11"/>
                  </a:cubicBezTo>
                  <a:cubicBezTo>
                    <a:pt x="61" y="10"/>
                    <a:pt x="64" y="4"/>
                    <a:pt x="68" y="8"/>
                  </a:cubicBezTo>
                  <a:cubicBezTo>
                    <a:pt x="67" y="9"/>
                    <a:pt x="59" y="9"/>
                    <a:pt x="61" y="17"/>
                  </a:cubicBezTo>
                  <a:close/>
                  <a:moveTo>
                    <a:pt x="58" y="27"/>
                  </a:moveTo>
                  <a:cubicBezTo>
                    <a:pt x="49" y="25"/>
                    <a:pt x="41" y="22"/>
                    <a:pt x="31" y="25"/>
                  </a:cubicBezTo>
                  <a:cubicBezTo>
                    <a:pt x="41" y="26"/>
                    <a:pt x="49" y="32"/>
                    <a:pt x="58" y="27"/>
                  </a:cubicBezTo>
                  <a:close/>
                  <a:moveTo>
                    <a:pt x="101" y="11"/>
                  </a:moveTo>
                  <a:cubicBezTo>
                    <a:pt x="98" y="14"/>
                    <a:pt x="85" y="15"/>
                    <a:pt x="88" y="20"/>
                  </a:cubicBezTo>
                  <a:cubicBezTo>
                    <a:pt x="90" y="15"/>
                    <a:pt x="104" y="16"/>
                    <a:pt x="101" y="11"/>
                  </a:cubicBezTo>
                  <a:close/>
                  <a:moveTo>
                    <a:pt x="142" y="32"/>
                  </a:moveTo>
                  <a:cubicBezTo>
                    <a:pt x="140" y="29"/>
                    <a:pt x="138" y="30"/>
                    <a:pt x="141" y="34"/>
                  </a:cubicBezTo>
                  <a:cubicBezTo>
                    <a:pt x="139" y="59"/>
                    <a:pt x="121" y="67"/>
                    <a:pt x="122" y="95"/>
                  </a:cubicBezTo>
                  <a:cubicBezTo>
                    <a:pt x="127" y="73"/>
                    <a:pt x="146" y="59"/>
                    <a:pt x="142" y="32"/>
                  </a:cubicBezTo>
                  <a:close/>
                  <a:moveTo>
                    <a:pt x="145" y="119"/>
                  </a:moveTo>
                  <a:cubicBezTo>
                    <a:pt x="145" y="113"/>
                    <a:pt x="145" y="109"/>
                    <a:pt x="142" y="106"/>
                  </a:cubicBezTo>
                  <a:cubicBezTo>
                    <a:pt x="139" y="106"/>
                    <a:pt x="135" y="106"/>
                    <a:pt x="132" y="106"/>
                  </a:cubicBezTo>
                  <a:cubicBezTo>
                    <a:pt x="126" y="113"/>
                    <a:pt x="134" y="121"/>
                    <a:pt x="145" y="119"/>
                  </a:cubicBezTo>
                  <a:close/>
                  <a:moveTo>
                    <a:pt x="146" y="103"/>
                  </a:moveTo>
                  <a:cubicBezTo>
                    <a:pt x="142" y="100"/>
                    <a:pt x="137" y="100"/>
                    <a:pt x="134" y="103"/>
                  </a:cubicBezTo>
                  <a:cubicBezTo>
                    <a:pt x="139" y="101"/>
                    <a:pt x="144" y="107"/>
                    <a:pt x="146" y="103"/>
                  </a:cubicBezTo>
                  <a:close/>
                </a:path>
              </a:pathLst>
            </a:custGeom>
            <a:solidFill>
              <a:schemeClr val="tx1">
                <a:lumMod val="50000"/>
              </a:schemeClr>
            </a:solidFill>
            <a:ln>
              <a:noFill/>
            </a:ln>
          </p:spPr>
          <p:txBody>
            <a:bodyPr vert="horz" wrap="square" lIns="91440" tIns="45720" rIns="91440" bIns="45720" numCol="1" rtlCol="0" anchor="t" anchorCtr="0" compatLnSpc="1">
              <a:prstTxWarp prst="textNoShape">
                <a:avLst/>
              </a:prstTxWarp>
            </a:bodyPr>
            <a:lstStyle/>
            <a:p>
              <a:pPr rtl="0"/>
              <a:endParaRPr/>
            </a:p>
          </p:txBody>
        </p:sp>
        <p:sp>
          <p:nvSpPr>
            <p:cNvPr id="17" name="Voľný tvar 50"/>
            <p:cNvSpPr>
              <a:spLocks noEditPoints="1"/>
            </p:cNvSpPr>
            <p:nvPr/>
          </p:nvSpPr>
          <p:spPr bwMode="auto">
            <a:xfrm rot="16200000" flipV="1">
              <a:off x="11044126" y="786511"/>
              <a:ext cx="468508" cy="489370"/>
            </a:xfrm>
            <a:custGeom>
              <a:avLst/>
              <a:gdLst>
                <a:gd name="T0" fmla="*/ 69 w 149"/>
                <a:gd name="T1" fmla="*/ 3 h 138"/>
                <a:gd name="T2" fmla="*/ 64 w 149"/>
                <a:gd name="T3" fmla="*/ 7 h 138"/>
                <a:gd name="T4" fmla="*/ 70 w 149"/>
                <a:gd name="T5" fmla="*/ 7 h 138"/>
                <a:gd name="T6" fmla="*/ 70 w 149"/>
                <a:gd name="T7" fmla="*/ 3 h 138"/>
                <a:gd name="T8" fmla="*/ 73 w 149"/>
                <a:gd name="T9" fmla="*/ 1 h 138"/>
                <a:gd name="T10" fmla="*/ 147 w 149"/>
                <a:gd name="T11" fmla="*/ 33 h 138"/>
                <a:gd name="T12" fmla="*/ 142 w 149"/>
                <a:gd name="T13" fmla="*/ 91 h 138"/>
                <a:gd name="T14" fmla="*/ 149 w 149"/>
                <a:gd name="T15" fmla="*/ 114 h 138"/>
                <a:gd name="T16" fmla="*/ 130 w 149"/>
                <a:gd name="T17" fmla="*/ 114 h 138"/>
                <a:gd name="T18" fmla="*/ 137 w 149"/>
                <a:gd name="T19" fmla="*/ 138 h 138"/>
                <a:gd name="T20" fmla="*/ 122 w 149"/>
                <a:gd name="T21" fmla="*/ 94 h 138"/>
                <a:gd name="T22" fmla="*/ 129 w 149"/>
                <a:gd name="T23" fmla="*/ 51 h 138"/>
                <a:gd name="T24" fmla="*/ 49 w 149"/>
                <a:gd name="T25" fmla="*/ 26 h 138"/>
                <a:gd name="T26" fmla="*/ 1 w 149"/>
                <a:gd name="T27" fmla="*/ 21 h 138"/>
                <a:gd name="T28" fmla="*/ 39 w 149"/>
                <a:gd name="T29" fmla="*/ 15 h 138"/>
                <a:gd name="T30" fmla="*/ 58 w 149"/>
                <a:gd name="T31" fmla="*/ 5 h 138"/>
                <a:gd name="T32" fmla="*/ 67 w 149"/>
                <a:gd name="T33" fmla="*/ 2 h 138"/>
                <a:gd name="T34" fmla="*/ 60 w 149"/>
                <a:gd name="T35" fmla="*/ 10 h 138"/>
                <a:gd name="T36" fmla="*/ 77 w 149"/>
                <a:gd name="T37" fmla="*/ 14 h 138"/>
                <a:gd name="T38" fmla="*/ 73 w 149"/>
                <a:gd name="T39" fmla="*/ 15 h 138"/>
                <a:gd name="T40" fmla="*/ 68 w 149"/>
                <a:gd name="T41" fmla="*/ 8 h 138"/>
                <a:gd name="T42" fmla="*/ 61 w 149"/>
                <a:gd name="T43" fmla="*/ 12 h 138"/>
                <a:gd name="T44" fmla="*/ 60 w 149"/>
                <a:gd name="T45" fmla="*/ 19 h 138"/>
                <a:gd name="T46" fmla="*/ 7 w 149"/>
                <a:gd name="T47" fmla="*/ 17 h 138"/>
                <a:gd name="T48" fmla="*/ 40 w 149"/>
                <a:gd name="T49" fmla="*/ 17 h 138"/>
                <a:gd name="T50" fmla="*/ 60 w 149"/>
                <a:gd name="T51" fmla="*/ 20 h 138"/>
                <a:gd name="T52" fmla="*/ 31 w 149"/>
                <a:gd name="T53" fmla="*/ 20 h 138"/>
                <a:gd name="T54" fmla="*/ 49 w 149"/>
                <a:gd name="T55" fmla="*/ 24 h 138"/>
                <a:gd name="T56" fmla="*/ 87 w 149"/>
                <a:gd name="T57" fmla="*/ 12 h 138"/>
                <a:gd name="T58" fmla="*/ 77 w 149"/>
                <a:gd name="T59" fmla="*/ 14 h 138"/>
                <a:gd name="T60" fmla="*/ 124 w 149"/>
                <a:gd name="T61" fmla="*/ 97 h 138"/>
                <a:gd name="T62" fmla="*/ 101 w 149"/>
                <a:gd name="T63" fmla="*/ 4 h 138"/>
                <a:gd name="T64" fmla="*/ 89 w 149"/>
                <a:gd name="T65" fmla="*/ 14 h 138"/>
                <a:gd name="T66" fmla="*/ 133 w 149"/>
                <a:gd name="T67" fmla="*/ 12 h 138"/>
                <a:gd name="T68" fmla="*/ 131 w 149"/>
                <a:gd name="T69" fmla="*/ 55 h 138"/>
                <a:gd name="T70" fmla="*/ 140 w 149"/>
                <a:gd name="T71" fmla="*/ 24 h 138"/>
                <a:gd name="T72" fmla="*/ 123 w 149"/>
                <a:gd name="T73" fmla="*/ 89 h 138"/>
                <a:gd name="T74" fmla="*/ 135 w 149"/>
                <a:gd name="T75" fmla="*/ 137 h 138"/>
                <a:gd name="T76" fmla="*/ 141 w 149"/>
                <a:gd name="T77" fmla="*/ 116 h 138"/>
                <a:gd name="T78" fmla="*/ 147 w 149"/>
                <a:gd name="T79" fmla="*/ 98 h 138"/>
                <a:gd name="T80" fmla="*/ 131 w 149"/>
                <a:gd name="T81" fmla="*/ 99 h 138"/>
                <a:gd name="T82" fmla="*/ 146 w 149"/>
                <a:gd name="T83" fmla="*/ 94 h 138"/>
                <a:gd name="T84" fmla="*/ 88 w 149"/>
                <a:gd name="T85" fmla="*/ 12 h 138"/>
                <a:gd name="T86" fmla="*/ 95 w 149"/>
                <a:gd name="T87" fmla="*/ 9 h 138"/>
                <a:gd name="T88" fmla="*/ 40 w 149"/>
                <a:gd name="T89" fmla="*/ 19 h 138"/>
                <a:gd name="T90" fmla="*/ 56 w 149"/>
                <a:gd name="T91" fmla="*/ 21 h 138"/>
                <a:gd name="T92" fmla="*/ 141 w 149"/>
                <a:gd name="T93" fmla="*/ 28 h 138"/>
                <a:gd name="T94" fmla="*/ 131 w 149"/>
                <a:gd name="T95" fmla="*/ 66 h 138"/>
                <a:gd name="T96" fmla="*/ 141 w 149"/>
                <a:gd name="T97" fmla="*/ 97 h 138"/>
                <a:gd name="T98" fmla="*/ 143 w 149"/>
                <a:gd name="T99" fmla="*/ 100 h 138"/>
                <a:gd name="T100" fmla="*/ 130 w 149"/>
                <a:gd name="T101" fmla="*/ 108 h 138"/>
                <a:gd name="T102" fmla="*/ 131 w 149"/>
                <a:gd name="T103" fmla="*/ 107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9" h="138">
                  <a:moveTo>
                    <a:pt x="65" y="0"/>
                  </a:moveTo>
                  <a:cubicBezTo>
                    <a:pt x="66" y="0"/>
                    <a:pt x="68" y="1"/>
                    <a:pt x="69" y="2"/>
                  </a:cubicBezTo>
                  <a:cubicBezTo>
                    <a:pt x="69" y="2"/>
                    <a:pt x="69" y="2"/>
                    <a:pt x="69" y="2"/>
                  </a:cubicBezTo>
                  <a:cubicBezTo>
                    <a:pt x="69" y="3"/>
                    <a:pt x="69" y="3"/>
                    <a:pt x="69" y="3"/>
                  </a:cubicBezTo>
                  <a:cubicBezTo>
                    <a:pt x="68" y="3"/>
                    <a:pt x="68" y="3"/>
                    <a:pt x="67" y="4"/>
                  </a:cubicBezTo>
                  <a:cubicBezTo>
                    <a:pt x="65" y="4"/>
                    <a:pt x="63" y="4"/>
                    <a:pt x="62" y="6"/>
                  </a:cubicBezTo>
                  <a:cubicBezTo>
                    <a:pt x="62" y="7"/>
                    <a:pt x="61" y="8"/>
                    <a:pt x="62" y="10"/>
                  </a:cubicBezTo>
                  <a:cubicBezTo>
                    <a:pt x="63" y="9"/>
                    <a:pt x="63" y="8"/>
                    <a:pt x="64" y="7"/>
                  </a:cubicBezTo>
                  <a:cubicBezTo>
                    <a:pt x="66" y="6"/>
                    <a:pt x="67" y="5"/>
                    <a:pt x="68" y="5"/>
                  </a:cubicBezTo>
                  <a:cubicBezTo>
                    <a:pt x="69" y="5"/>
                    <a:pt x="70" y="5"/>
                    <a:pt x="70" y="6"/>
                  </a:cubicBezTo>
                  <a:cubicBezTo>
                    <a:pt x="71" y="6"/>
                    <a:pt x="71" y="6"/>
                    <a:pt x="71" y="6"/>
                  </a:cubicBezTo>
                  <a:cubicBezTo>
                    <a:pt x="70" y="7"/>
                    <a:pt x="70" y="7"/>
                    <a:pt x="70" y="7"/>
                  </a:cubicBezTo>
                  <a:cubicBezTo>
                    <a:pt x="70" y="8"/>
                    <a:pt x="69" y="8"/>
                    <a:pt x="69" y="9"/>
                  </a:cubicBezTo>
                  <a:cubicBezTo>
                    <a:pt x="68" y="11"/>
                    <a:pt x="67" y="12"/>
                    <a:pt x="67" y="16"/>
                  </a:cubicBezTo>
                  <a:cubicBezTo>
                    <a:pt x="70" y="16"/>
                    <a:pt x="71" y="15"/>
                    <a:pt x="72" y="14"/>
                  </a:cubicBezTo>
                  <a:cubicBezTo>
                    <a:pt x="74" y="11"/>
                    <a:pt x="71" y="5"/>
                    <a:pt x="70" y="3"/>
                  </a:cubicBezTo>
                  <a:cubicBezTo>
                    <a:pt x="70" y="2"/>
                    <a:pt x="70" y="2"/>
                    <a:pt x="70" y="2"/>
                  </a:cubicBezTo>
                  <a:cubicBezTo>
                    <a:pt x="71" y="2"/>
                    <a:pt x="71" y="2"/>
                    <a:pt x="71" y="2"/>
                  </a:cubicBezTo>
                  <a:cubicBezTo>
                    <a:pt x="71" y="1"/>
                    <a:pt x="72" y="1"/>
                    <a:pt x="73" y="1"/>
                  </a:cubicBezTo>
                  <a:cubicBezTo>
                    <a:pt x="73" y="1"/>
                    <a:pt x="73" y="1"/>
                    <a:pt x="73" y="1"/>
                  </a:cubicBezTo>
                  <a:cubicBezTo>
                    <a:pt x="75" y="1"/>
                    <a:pt x="77" y="3"/>
                    <a:pt x="78" y="5"/>
                  </a:cubicBezTo>
                  <a:cubicBezTo>
                    <a:pt x="79" y="7"/>
                    <a:pt x="79" y="9"/>
                    <a:pt x="79" y="11"/>
                  </a:cubicBezTo>
                  <a:cubicBezTo>
                    <a:pt x="88" y="5"/>
                    <a:pt x="99" y="2"/>
                    <a:pt x="110" y="2"/>
                  </a:cubicBezTo>
                  <a:cubicBezTo>
                    <a:pt x="131" y="2"/>
                    <a:pt x="145" y="14"/>
                    <a:pt x="147" y="33"/>
                  </a:cubicBezTo>
                  <a:cubicBezTo>
                    <a:pt x="148" y="45"/>
                    <a:pt x="142" y="55"/>
                    <a:pt x="137" y="65"/>
                  </a:cubicBezTo>
                  <a:cubicBezTo>
                    <a:pt x="131" y="75"/>
                    <a:pt x="125" y="85"/>
                    <a:pt x="126" y="97"/>
                  </a:cubicBezTo>
                  <a:cubicBezTo>
                    <a:pt x="127" y="97"/>
                    <a:pt x="130" y="96"/>
                    <a:pt x="132" y="95"/>
                  </a:cubicBezTo>
                  <a:cubicBezTo>
                    <a:pt x="135" y="93"/>
                    <a:pt x="138" y="91"/>
                    <a:pt x="142" y="91"/>
                  </a:cubicBezTo>
                  <a:cubicBezTo>
                    <a:pt x="144" y="91"/>
                    <a:pt x="145" y="92"/>
                    <a:pt x="147" y="93"/>
                  </a:cubicBezTo>
                  <a:cubicBezTo>
                    <a:pt x="147" y="93"/>
                    <a:pt x="147" y="93"/>
                    <a:pt x="147" y="93"/>
                  </a:cubicBezTo>
                  <a:cubicBezTo>
                    <a:pt x="149" y="96"/>
                    <a:pt x="149" y="101"/>
                    <a:pt x="149" y="106"/>
                  </a:cubicBezTo>
                  <a:cubicBezTo>
                    <a:pt x="148" y="109"/>
                    <a:pt x="148" y="112"/>
                    <a:pt x="149" y="114"/>
                  </a:cubicBezTo>
                  <a:cubicBezTo>
                    <a:pt x="149" y="115"/>
                    <a:pt x="149" y="115"/>
                    <a:pt x="149" y="115"/>
                  </a:cubicBezTo>
                  <a:cubicBezTo>
                    <a:pt x="148" y="115"/>
                    <a:pt x="148" y="115"/>
                    <a:pt x="148" y="115"/>
                  </a:cubicBezTo>
                  <a:cubicBezTo>
                    <a:pt x="146" y="117"/>
                    <a:pt x="143" y="118"/>
                    <a:pt x="141" y="118"/>
                  </a:cubicBezTo>
                  <a:cubicBezTo>
                    <a:pt x="137" y="118"/>
                    <a:pt x="134" y="116"/>
                    <a:pt x="130" y="114"/>
                  </a:cubicBezTo>
                  <a:cubicBezTo>
                    <a:pt x="130" y="115"/>
                    <a:pt x="130" y="115"/>
                    <a:pt x="130" y="115"/>
                  </a:cubicBezTo>
                  <a:cubicBezTo>
                    <a:pt x="130" y="126"/>
                    <a:pt x="130" y="136"/>
                    <a:pt x="141" y="136"/>
                  </a:cubicBezTo>
                  <a:cubicBezTo>
                    <a:pt x="141" y="138"/>
                    <a:pt x="141" y="138"/>
                    <a:pt x="141" y="138"/>
                  </a:cubicBezTo>
                  <a:cubicBezTo>
                    <a:pt x="139" y="138"/>
                    <a:pt x="138" y="138"/>
                    <a:pt x="137" y="138"/>
                  </a:cubicBezTo>
                  <a:cubicBezTo>
                    <a:pt x="123" y="138"/>
                    <a:pt x="123" y="125"/>
                    <a:pt x="123" y="112"/>
                  </a:cubicBezTo>
                  <a:cubicBezTo>
                    <a:pt x="123" y="108"/>
                    <a:pt x="123" y="105"/>
                    <a:pt x="123" y="102"/>
                  </a:cubicBezTo>
                  <a:cubicBezTo>
                    <a:pt x="123" y="99"/>
                    <a:pt x="122" y="96"/>
                    <a:pt x="122" y="94"/>
                  </a:cubicBezTo>
                  <a:cubicBezTo>
                    <a:pt x="122" y="94"/>
                    <a:pt x="122" y="94"/>
                    <a:pt x="122" y="94"/>
                  </a:cubicBezTo>
                  <a:cubicBezTo>
                    <a:pt x="122" y="93"/>
                    <a:pt x="122" y="93"/>
                    <a:pt x="122" y="93"/>
                  </a:cubicBezTo>
                  <a:cubicBezTo>
                    <a:pt x="121" y="92"/>
                    <a:pt x="121" y="91"/>
                    <a:pt x="121" y="90"/>
                  </a:cubicBezTo>
                  <a:cubicBezTo>
                    <a:pt x="120" y="84"/>
                    <a:pt x="118" y="78"/>
                    <a:pt x="120" y="70"/>
                  </a:cubicBezTo>
                  <a:cubicBezTo>
                    <a:pt x="122" y="64"/>
                    <a:pt x="125" y="57"/>
                    <a:pt x="129" y="51"/>
                  </a:cubicBezTo>
                  <a:cubicBezTo>
                    <a:pt x="136" y="39"/>
                    <a:pt x="143" y="27"/>
                    <a:pt x="132" y="13"/>
                  </a:cubicBezTo>
                  <a:cubicBezTo>
                    <a:pt x="126" y="11"/>
                    <a:pt x="121" y="10"/>
                    <a:pt x="115" y="10"/>
                  </a:cubicBezTo>
                  <a:cubicBezTo>
                    <a:pt x="104" y="10"/>
                    <a:pt x="93" y="14"/>
                    <a:pt x="83" y="18"/>
                  </a:cubicBezTo>
                  <a:cubicBezTo>
                    <a:pt x="72" y="22"/>
                    <a:pt x="61" y="26"/>
                    <a:pt x="49" y="26"/>
                  </a:cubicBezTo>
                  <a:cubicBezTo>
                    <a:pt x="48" y="26"/>
                    <a:pt x="47" y="26"/>
                    <a:pt x="45" y="26"/>
                  </a:cubicBezTo>
                  <a:cubicBezTo>
                    <a:pt x="40" y="25"/>
                    <a:pt x="35" y="23"/>
                    <a:pt x="30" y="22"/>
                  </a:cubicBezTo>
                  <a:cubicBezTo>
                    <a:pt x="25" y="19"/>
                    <a:pt x="19" y="17"/>
                    <a:pt x="13" y="17"/>
                  </a:cubicBezTo>
                  <a:cubicBezTo>
                    <a:pt x="9" y="17"/>
                    <a:pt x="4" y="19"/>
                    <a:pt x="1" y="21"/>
                  </a:cubicBezTo>
                  <a:cubicBezTo>
                    <a:pt x="0" y="20"/>
                    <a:pt x="0" y="20"/>
                    <a:pt x="0" y="20"/>
                  </a:cubicBezTo>
                  <a:cubicBezTo>
                    <a:pt x="5" y="15"/>
                    <a:pt x="11" y="13"/>
                    <a:pt x="20" y="13"/>
                  </a:cubicBezTo>
                  <a:cubicBezTo>
                    <a:pt x="20" y="13"/>
                    <a:pt x="20" y="13"/>
                    <a:pt x="20" y="13"/>
                  </a:cubicBezTo>
                  <a:cubicBezTo>
                    <a:pt x="26" y="13"/>
                    <a:pt x="33" y="14"/>
                    <a:pt x="39" y="15"/>
                  </a:cubicBezTo>
                  <a:cubicBezTo>
                    <a:pt x="46" y="16"/>
                    <a:pt x="53" y="17"/>
                    <a:pt x="59" y="17"/>
                  </a:cubicBezTo>
                  <a:cubicBezTo>
                    <a:pt x="61" y="16"/>
                    <a:pt x="60" y="13"/>
                    <a:pt x="59" y="10"/>
                  </a:cubicBezTo>
                  <a:cubicBezTo>
                    <a:pt x="58" y="8"/>
                    <a:pt x="58" y="7"/>
                    <a:pt x="58" y="5"/>
                  </a:cubicBezTo>
                  <a:cubicBezTo>
                    <a:pt x="58" y="5"/>
                    <a:pt x="58" y="5"/>
                    <a:pt x="58" y="5"/>
                  </a:cubicBezTo>
                  <a:cubicBezTo>
                    <a:pt x="58" y="4"/>
                    <a:pt x="58" y="4"/>
                    <a:pt x="58" y="4"/>
                  </a:cubicBezTo>
                  <a:cubicBezTo>
                    <a:pt x="59" y="4"/>
                    <a:pt x="59" y="3"/>
                    <a:pt x="60" y="3"/>
                  </a:cubicBezTo>
                  <a:cubicBezTo>
                    <a:pt x="62" y="1"/>
                    <a:pt x="63" y="0"/>
                    <a:pt x="65" y="0"/>
                  </a:cubicBezTo>
                  <a:close/>
                  <a:moveTo>
                    <a:pt x="67" y="2"/>
                  </a:moveTo>
                  <a:cubicBezTo>
                    <a:pt x="65" y="1"/>
                    <a:pt x="63" y="2"/>
                    <a:pt x="61" y="4"/>
                  </a:cubicBezTo>
                  <a:cubicBezTo>
                    <a:pt x="60" y="4"/>
                    <a:pt x="60" y="5"/>
                    <a:pt x="59" y="5"/>
                  </a:cubicBezTo>
                  <a:cubicBezTo>
                    <a:pt x="59" y="7"/>
                    <a:pt x="60" y="8"/>
                    <a:pt x="60" y="10"/>
                  </a:cubicBezTo>
                  <a:cubicBezTo>
                    <a:pt x="60" y="10"/>
                    <a:pt x="60" y="10"/>
                    <a:pt x="60" y="10"/>
                  </a:cubicBezTo>
                  <a:cubicBezTo>
                    <a:pt x="60" y="8"/>
                    <a:pt x="60" y="7"/>
                    <a:pt x="61" y="5"/>
                  </a:cubicBezTo>
                  <a:cubicBezTo>
                    <a:pt x="62" y="3"/>
                    <a:pt x="65" y="3"/>
                    <a:pt x="66" y="2"/>
                  </a:cubicBezTo>
                  <a:cubicBezTo>
                    <a:pt x="66" y="2"/>
                    <a:pt x="67" y="2"/>
                    <a:pt x="67" y="2"/>
                  </a:cubicBezTo>
                  <a:close/>
                  <a:moveTo>
                    <a:pt x="77" y="14"/>
                  </a:moveTo>
                  <a:cubicBezTo>
                    <a:pt x="76" y="13"/>
                    <a:pt x="76" y="13"/>
                    <a:pt x="76" y="13"/>
                  </a:cubicBezTo>
                  <a:cubicBezTo>
                    <a:pt x="78" y="11"/>
                    <a:pt x="78" y="8"/>
                    <a:pt x="77" y="6"/>
                  </a:cubicBezTo>
                  <a:cubicBezTo>
                    <a:pt x="75" y="3"/>
                    <a:pt x="73" y="1"/>
                    <a:pt x="72" y="2"/>
                  </a:cubicBezTo>
                  <a:cubicBezTo>
                    <a:pt x="73" y="5"/>
                    <a:pt x="76" y="11"/>
                    <a:pt x="73" y="15"/>
                  </a:cubicBezTo>
                  <a:cubicBezTo>
                    <a:pt x="72" y="16"/>
                    <a:pt x="70" y="17"/>
                    <a:pt x="67" y="17"/>
                  </a:cubicBezTo>
                  <a:cubicBezTo>
                    <a:pt x="66" y="17"/>
                    <a:pt x="66" y="17"/>
                    <a:pt x="66" y="17"/>
                  </a:cubicBezTo>
                  <a:cubicBezTo>
                    <a:pt x="66" y="17"/>
                    <a:pt x="66" y="17"/>
                    <a:pt x="66" y="17"/>
                  </a:cubicBezTo>
                  <a:cubicBezTo>
                    <a:pt x="65" y="12"/>
                    <a:pt x="66" y="10"/>
                    <a:pt x="68" y="8"/>
                  </a:cubicBezTo>
                  <a:cubicBezTo>
                    <a:pt x="68" y="8"/>
                    <a:pt x="68" y="7"/>
                    <a:pt x="69" y="7"/>
                  </a:cubicBezTo>
                  <a:cubicBezTo>
                    <a:pt x="69" y="6"/>
                    <a:pt x="68" y="6"/>
                    <a:pt x="68" y="6"/>
                  </a:cubicBezTo>
                  <a:cubicBezTo>
                    <a:pt x="67" y="6"/>
                    <a:pt x="66" y="7"/>
                    <a:pt x="65" y="8"/>
                  </a:cubicBezTo>
                  <a:cubicBezTo>
                    <a:pt x="64" y="10"/>
                    <a:pt x="63" y="11"/>
                    <a:pt x="61" y="12"/>
                  </a:cubicBezTo>
                  <a:cubicBezTo>
                    <a:pt x="61" y="12"/>
                    <a:pt x="61" y="12"/>
                    <a:pt x="61" y="12"/>
                  </a:cubicBezTo>
                  <a:cubicBezTo>
                    <a:pt x="61" y="14"/>
                    <a:pt x="62" y="17"/>
                    <a:pt x="60" y="18"/>
                  </a:cubicBezTo>
                  <a:cubicBezTo>
                    <a:pt x="60" y="19"/>
                    <a:pt x="60" y="19"/>
                    <a:pt x="60" y="19"/>
                  </a:cubicBezTo>
                  <a:cubicBezTo>
                    <a:pt x="60" y="19"/>
                    <a:pt x="60" y="19"/>
                    <a:pt x="60" y="19"/>
                  </a:cubicBezTo>
                  <a:cubicBezTo>
                    <a:pt x="53" y="18"/>
                    <a:pt x="46" y="17"/>
                    <a:pt x="39" y="16"/>
                  </a:cubicBezTo>
                  <a:cubicBezTo>
                    <a:pt x="32" y="15"/>
                    <a:pt x="26" y="14"/>
                    <a:pt x="20" y="14"/>
                  </a:cubicBezTo>
                  <a:cubicBezTo>
                    <a:pt x="20" y="14"/>
                    <a:pt x="20" y="14"/>
                    <a:pt x="20" y="14"/>
                  </a:cubicBezTo>
                  <a:cubicBezTo>
                    <a:pt x="15" y="14"/>
                    <a:pt x="11" y="15"/>
                    <a:pt x="7" y="17"/>
                  </a:cubicBezTo>
                  <a:cubicBezTo>
                    <a:pt x="9" y="16"/>
                    <a:pt x="11" y="16"/>
                    <a:pt x="13" y="16"/>
                  </a:cubicBezTo>
                  <a:cubicBezTo>
                    <a:pt x="18" y="16"/>
                    <a:pt x="24" y="18"/>
                    <a:pt x="29" y="19"/>
                  </a:cubicBezTo>
                  <a:cubicBezTo>
                    <a:pt x="31" y="19"/>
                    <a:pt x="31" y="19"/>
                    <a:pt x="31" y="19"/>
                  </a:cubicBezTo>
                  <a:cubicBezTo>
                    <a:pt x="34" y="18"/>
                    <a:pt x="37" y="17"/>
                    <a:pt x="40" y="17"/>
                  </a:cubicBezTo>
                  <a:cubicBezTo>
                    <a:pt x="40" y="17"/>
                    <a:pt x="40" y="17"/>
                    <a:pt x="40" y="17"/>
                  </a:cubicBezTo>
                  <a:cubicBezTo>
                    <a:pt x="45" y="17"/>
                    <a:pt x="49" y="18"/>
                    <a:pt x="54" y="19"/>
                  </a:cubicBezTo>
                  <a:cubicBezTo>
                    <a:pt x="55" y="19"/>
                    <a:pt x="57" y="20"/>
                    <a:pt x="58" y="20"/>
                  </a:cubicBezTo>
                  <a:cubicBezTo>
                    <a:pt x="60" y="20"/>
                    <a:pt x="60" y="20"/>
                    <a:pt x="60" y="20"/>
                  </a:cubicBezTo>
                  <a:cubicBezTo>
                    <a:pt x="59" y="21"/>
                    <a:pt x="59" y="21"/>
                    <a:pt x="59" y="21"/>
                  </a:cubicBezTo>
                  <a:cubicBezTo>
                    <a:pt x="56" y="23"/>
                    <a:pt x="53" y="24"/>
                    <a:pt x="50" y="24"/>
                  </a:cubicBezTo>
                  <a:cubicBezTo>
                    <a:pt x="47" y="24"/>
                    <a:pt x="43" y="23"/>
                    <a:pt x="40" y="22"/>
                  </a:cubicBezTo>
                  <a:cubicBezTo>
                    <a:pt x="37" y="21"/>
                    <a:pt x="34" y="20"/>
                    <a:pt x="31" y="20"/>
                  </a:cubicBezTo>
                  <a:cubicBezTo>
                    <a:pt x="30" y="20"/>
                    <a:pt x="30" y="20"/>
                    <a:pt x="30" y="20"/>
                  </a:cubicBezTo>
                  <a:cubicBezTo>
                    <a:pt x="30" y="20"/>
                    <a:pt x="31" y="20"/>
                    <a:pt x="31" y="20"/>
                  </a:cubicBezTo>
                  <a:cubicBezTo>
                    <a:pt x="36" y="22"/>
                    <a:pt x="41" y="24"/>
                    <a:pt x="46" y="24"/>
                  </a:cubicBezTo>
                  <a:cubicBezTo>
                    <a:pt x="47" y="24"/>
                    <a:pt x="48" y="24"/>
                    <a:pt x="49" y="24"/>
                  </a:cubicBezTo>
                  <a:cubicBezTo>
                    <a:pt x="61" y="24"/>
                    <a:pt x="72" y="20"/>
                    <a:pt x="82" y="16"/>
                  </a:cubicBezTo>
                  <a:cubicBezTo>
                    <a:pt x="84" y="16"/>
                    <a:pt x="86" y="15"/>
                    <a:pt x="88" y="14"/>
                  </a:cubicBezTo>
                  <a:cubicBezTo>
                    <a:pt x="88" y="14"/>
                    <a:pt x="88" y="14"/>
                    <a:pt x="88" y="14"/>
                  </a:cubicBezTo>
                  <a:cubicBezTo>
                    <a:pt x="87" y="13"/>
                    <a:pt x="87" y="12"/>
                    <a:pt x="87" y="12"/>
                  </a:cubicBezTo>
                  <a:cubicBezTo>
                    <a:pt x="88" y="10"/>
                    <a:pt x="91" y="9"/>
                    <a:pt x="94" y="7"/>
                  </a:cubicBezTo>
                  <a:cubicBezTo>
                    <a:pt x="97" y="7"/>
                    <a:pt x="99" y="6"/>
                    <a:pt x="100" y="5"/>
                  </a:cubicBezTo>
                  <a:cubicBezTo>
                    <a:pt x="101" y="4"/>
                    <a:pt x="101" y="4"/>
                    <a:pt x="101" y="4"/>
                  </a:cubicBezTo>
                  <a:cubicBezTo>
                    <a:pt x="92" y="6"/>
                    <a:pt x="84" y="9"/>
                    <a:pt x="77" y="14"/>
                  </a:cubicBezTo>
                  <a:close/>
                  <a:moveTo>
                    <a:pt x="126" y="98"/>
                  </a:moveTo>
                  <a:cubicBezTo>
                    <a:pt x="126" y="98"/>
                    <a:pt x="125" y="98"/>
                    <a:pt x="125" y="98"/>
                  </a:cubicBezTo>
                  <a:cubicBezTo>
                    <a:pt x="124" y="98"/>
                    <a:pt x="124" y="98"/>
                    <a:pt x="124" y="98"/>
                  </a:cubicBezTo>
                  <a:cubicBezTo>
                    <a:pt x="124" y="97"/>
                    <a:pt x="124" y="97"/>
                    <a:pt x="124" y="97"/>
                  </a:cubicBezTo>
                  <a:cubicBezTo>
                    <a:pt x="123" y="85"/>
                    <a:pt x="129" y="74"/>
                    <a:pt x="135" y="64"/>
                  </a:cubicBezTo>
                  <a:cubicBezTo>
                    <a:pt x="141" y="54"/>
                    <a:pt x="147" y="45"/>
                    <a:pt x="146" y="34"/>
                  </a:cubicBezTo>
                  <a:cubicBezTo>
                    <a:pt x="144" y="15"/>
                    <a:pt x="130" y="4"/>
                    <a:pt x="110" y="4"/>
                  </a:cubicBezTo>
                  <a:cubicBezTo>
                    <a:pt x="107" y="4"/>
                    <a:pt x="104" y="4"/>
                    <a:pt x="101" y="4"/>
                  </a:cubicBezTo>
                  <a:cubicBezTo>
                    <a:pt x="102" y="5"/>
                    <a:pt x="102" y="5"/>
                    <a:pt x="102" y="5"/>
                  </a:cubicBezTo>
                  <a:cubicBezTo>
                    <a:pt x="102" y="6"/>
                    <a:pt x="102" y="6"/>
                    <a:pt x="102" y="7"/>
                  </a:cubicBezTo>
                  <a:cubicBezTo>
                    <a:pt x="101" y="9"/>
                    <a:pt x="99" y="10"/>
                    <a:pt x="96" y="11"/>
                  </a:cubicBezTo>
                  <a:cubicBezTo>
                    <a:pt x="93" y="11"/>
                    <a:pt x="90" y="12"/>
                    <a:pt x="89" y="14"/>
                  </a:cubicBezTo>
                  <a:cubicBezTo>
                    <a:pt x="97" y="11"/>
                    <a:pt x="106" y="8"/>
                    <a:pt x="115" y="8"/>
                  </a:cubicBezTo>
                  <a:cubicBezTo>
                    <a:pt x="121" y="8"/>
                    <a:pt x="127" y="9"/>
                    <a:pt x="132" y="12"/>
                  </a:cubicBezTo>
                  <a:cubicBezTo>
                    <a:pt x="133" y="12"/>
                    <a:pt x="133" y="12"/>
                    <a:pt x="133" y="12"/>
                  </a:cubicBezTo>
                  <a:cubicBezTo>
                    <a:pt x="133" y="12"/>
                    <a:pt x="133" y="12"/>
                    <a:pt x="133" y="12"/>
                  </a:cubicBezTo>
                  <a:cubicBezTo>
                    <a:pt x="145" y="27"/>
                    <a:pt x="137" y="40"/>
                    <a:pt x="130" y="52"/>
                  </a:cubicBezTo>
                  <a:cubicBezTo>
                    <a:pt x="126" y="58"/>
                    <a:pt x="123" y="64"/>
                    <a:pt x="122" y="71"/>
                  </a:cubicBezTo>
                  <a:cubicBezTo>
                    <a:pt x="120" y="76"/>
                    <a:pt x="121" y="80"/>
                    <a:pt x="121" y="84"/>
                  </a:cubicBezTo>
                  <a:cubicBezTo>
                    <a:pt x="122" y="72"/>
                    <a:pt x="126" y="63"/>
                    <a:pt x="131" y="55"/>
                  </a:cubicBezTo>
                  <a:cubicBezTo>
                    <a:pt x="135" y="47"/>
                    <a:pt x="139" y="39"/>
                    <a:pt x="140" y="28"/>
                  </a:cubicBezTo>
                  <a:cubicBezTo>
                    <a:pt x="139" y="27"/>
                    <a:pt x="138" y="25"/>
                    <a:pt x="139" y="24"/>
                  </a:cubicBezTo>
                  <a:cubicBezTo>
                    <a:pt x="139" y="24"/>
                    <a:pt x="139" y="24"/>
                    <a:pt x="140" y="24"/>
                  </a:cubicBezTo>
                  <a:cubicBezTo>
                    <a:pt x="140" y="24"/>
                    <a:pt x="140" y="24"/>
                    <a:pt x="140" y="24"/>
                  </a:cubicBezTo>
                  <a:cubicBezTo>
                    <a:pt x="141" y="24"/>
                    <a:pt x="142" y="24"/>
                    <a:pt x="143" y="26"/>
                  </a:cubicBezTo>
                  <a:cubicBezTo>
                    <a:pt x="143" y="26"/>
                    <a:pt x="143" y="26"/>
                    <a:pt x="143" y="26"/>
                  </a:cubicBezTo>
                  <a:cubicBezTo>
                    <a:pt x="145" y="43"/>
                    <a:pt x="139" y="55"/>
                    <a:pt x="133" y="66"/>
                  </a:cubicBezTo>
                  <a:cubicBezTo>
                    <a:pt x="129" y="73"/>
                    <a:pt x="125" y="81"/>
                    <a:pt x="123" y="89"/>
                  </a:cubicBezTo>
                  <a:cubicBezTo>
                    <a:pt x="123" y="90"/>
                    <a:pt x="123" y="90"/>
                    <a:pt x="123" y="90"/>
                  </a:cubicBezTo>
                  <a:cubicBezTo>
                    <a:pt x="123" y="94"/>
                    <a:pt x="124" y="97"/>
                    <a:pt x="124" y="102"/>
                  </a:cubicBezTo>
                  <a:cubicBezTo>
                    <a:pt x="125" y="105"/>
                    <a:pt x="125" y="108"/>
                    <a:pt x="125" y="112"/>
                  </a:cubicBezTo>
                  <a:cubicBezTo>
                    <a:pt x="125" y="124"/>
                    <a:pt x="125" y="135"/>
                    <a:pt x="135" y="137"/>
                  </a:cubicBezTo>
                  <a:cubicBezTo>
                    <a:pt x="129" y="133"/>
                    <a:pt x="129" y="124"/>
                    <a:pt x="129" y="115"/>
                  </a:cubicBezTo>
                  <a:cubicBezTo>
                    <a:pt x="129" y="112"/>
                    <a:pt x="129" y="112"/>
                    <a:pt x="129" y="112"/>
                  </a:cubicBezTo>
                  <a:cubicBezTo>
                    <a:pt x="130" y="112"/>
                    <a:pt x="130" y="112"/>
                    <a:pt x="130" y="112"/>
                  </a:cubicBezTo>
                  <a:cubicBezTo>
                    <a:pt x="133" y="115"/>
                    <a:pt x="137" y="116"/>
                    <a:pt x="141" y="116"/>
                  </a:cubicBezTo>
                  <a:cubicBezTo>
                    <a:pt x="143" y="116"/>
                    <a:pt x="145" y="115"/>
                    <a:pt x="147" y="114"/>
                  </a:cubicBezTo>
                  <a:cubicBezTo>
                    <a:pt x="147" y="112"/>
                    <a:pt x="147" y="109"/>
                    <a:pt x="147" y="106"/>
                  </a:cubicBezTo>
                  <a:cubicBezTo>
                    <a:pt x="147" y="103"/>
                    <a:pt x="147" y="100"/>
                    <a:pt x="147" y="98"/>
                  </a:cubicBezTo>
                  <a:cubicBezTo>
                    <a:pt x="147" y="98"/>
                    <a:pt x="147" y="98"/>
                    <a:pt x="147" y="98"/>
                  </a:cubicBezTo>
                  <a:cubicBezTo>
                    <a:pt x="146" y="99"/>
                    <a:pt x="145" y="99"/>
                    <a:pt x="144" y="99"/>
                  </a:cubicBezTo>
                  <a:cubicBezTo>
                    <a:pt x="143" y="99"/>
                    <a:pt x="142" y="99"/>
                    <a:pt x="141" y="99"/>
                  </a:cubicBezTo>
                  <a:cubicBezTo>
                    <a:pt x="138" y="98"/>
                    <a:pt x="136" y="97"/>
                    <a:pt x="134" y="98"/>
                  </a:cubicBezTo>
                  <a:cubicBezTo>
                    <a:pt x="131" y="99"/>
                    <a:pt x="131" y="99"/>
                    <a:pt x="131" y="99"/>
                  </a:cubicBezTo>
                  <a:cubicBezTo>
                    <a:pt x="133" y="97"/>
                    <a:pt x="133" y="97"/>
                    <a:pt x="133" y="97"/>
                  </a:cubicBezTo>
                  <a:cubicBezTo>
                    <a:pt x="137" y="93"/>
                    <a:pt x="142" y="93"/>
                    <a:pt x="147" y="97"/>
                  </a:cubicBezTo>
                  <a:cubicBezTo>
                    <a:pt x="147" y="97"/>
                    <a:pt x="147" y="97"/>
                    <a:pt x="147" y="97"/>
                  </a:cubicBezTo>
                  <a:cubicBezTo>
                    <a:pt x="147" y="96"/>
                    <a:pt x="146" y="95"/>
                    <a:pt x="146" y="94"/>
                  </a:cubicBezTo>
                  <a:cubicBezTo>
                    <a:pt x="145" y="93"/>
                    <a:pt x="143" y="93"/>
                    <a:pt x="142" y="93"/>
                  </a:cubicBezTo>
                  <a:cubicBezTo>
                    <a:pt x="139" y="93"/>
                    <a:pt x="136" y="94"/>
                    <a:pt x="133" y="96"/>
                  </a:cubicBezTo>
                  <a:cubicBezTo>
                    <a:pt x="130" y="97"/>
                    <a:pt x="128" y="98"/>
                    <a:pt x="126" y="98"/>
                  </a:cubicBezTo>
                  <a:close/>
                  <a:moveTo>
                    <a:pt x="88" y="12"/>
                  </a:moveTo>
                  <a:cubicBezTo>
                    <a:pt x="90" y="11"/>
                    <a:pt x="93" y="10"/>
                    <a:pt x="95" y="9"/>
                  </a:cubicBezTo>
                  <a:cubicBezTo>
                    <a:pt x="98" y="8"/>
                    <a:pt x="100" y="8"/>
                    <a:pt x="101" y="7"/>
                  </a:cubicBezTo>
                  <a:cubicBezTo>
                    <a:pt x="101" y="7"/>
                    <a:pt x="101" y="6"/>
                    <a:pt x="101" y="6"/>
                  </a:cubicBezTo>
                  <a:cubicBezTo>
                    <a:pt x="99" y="7"/>
                    <a:pt x="97" y="8"/>
                    <a:pt x="95" y="9"/>
                  </a:cubicBezTo>
                  <a:cubicBezTo>
                    <a:pt x="92" y="10"/>
                    <a:pt x="89" y="11"/>
                    <a:pt x="88" y="12"/>
                  </a:cubicBezTo>
                  <a:close/>
                  <a:moveTo>
                    <a:pt x="56" y="21"/>
                  </a:moveTo>
                  <a:cubicBezTo>
                    <a:pt x="55" y="21"/>
                    <a:pt x="54" y="21"/>
                    <a:pt x="53" y="20"/>
                  </a:cubicBezTo>
                  <a:cubicBezTo>
                    <a:pt x="49" y="19"/>
                    <a:pt x="45" y="19"/>
                    <a:pt x="40" y="19"/>
                  </a:cubicBezTo>
                  <a:cubicBezTo>
                    <a:pt x="39" y="19"/>
                    <a:pt x="37" y="19"/>
                    <a:pt x="35" y="19"/>
                  </a:cubicBezTo>
                  <a:cubicBezTo>
                    <a:pt x="37" y="20"/>
                    <a:pt x="38" y="20"/>
                    <a:pt x="40" y="20"/>
                  </a:cubicBezTo>
                  <a:cubicBezTo>
                    <a:pt x="44" y="21"/>
                    <a:pt x="47" y="22"/>
                    <a:pt x="50" y="22"/>
                  </a:cubicBezTo>
                  <a:cubicBezTo>
                    <a:pt x="52" y="22"/>
                    <a:pt x="54" y="22"/>
                    <a:pt x="56" y="21"/>
                  </a:cubicBezTo>
                  <a:close/>
                  <a:moveTo>
                    <a:pt x="141" y="27"/>
                  </a:moveTo>
                  <a:cubicBezTo>
                    <a:pt x="141" y="26"/>
                    <a:pt x="141" y="26"/>
                    <a:pt x="140" y="25"/>
                  </a:cubicBezTo>
                  <a:cubicBezTo>
                    <a:pt x="141" y="26"/>
                    <a:pt x="141" y="27"/>
                    <a:pt x="141" y="27"/>
                  </a:cubicBezTo>
                  <a:cubicBezTo>
                    <a:pt x="141" y="28"/>
                    <a:pt x="141" y="28"/>
                    <a:pt x="141" y="28"/>
                  </a:cubicBezTo>
                  <a:cubicBezTo>
                    <a:pt x="141" y="28"/>
                    <a:pt x="141" y="28"/>
                    <a:pt x="141" y="28"/>
                  </a:cubicBezTo>
                  <a:cubicBezTo>
                    <a:pt x="141" y="40"/>
                    <a:pt x="136" y="48"/>
                    <a:pt x="132" y="56"/>
                  </a:cubicBezTo>
                  <a:cubicBezTo>
                    <a:pt x="128" y="64"/>
                    <a:pt x="123" y="72"/>
                    <a:pt x="123" y="84"/>
                  </a:cubicBezTo>
                  <a:cubicBezTo>
                    <a:pt x="125" y="77"/>
                    <a:pt x="128" y="71"/>
                    <a:pt x="131" y="66"/>
                  </a:cubicBezTo>
                  <a:cubicBezTo>
                    <a:pt x="138" y="54"/>
                    <a:pt x="144" y="43"/>
                    <a:pt x="141" y="27"/>
                  </a:cubicBezTo>
                  <a:close/>
                  <a:moveTo>
                    <a:pt x="145" y="98"/>
                  </a:moveTo>
                  <a:cubicBezTo>
                    <a:pt x="142" y="95"/>
                    <a:pt x="139" y="95"/>
                    <a:pt x="136" y="96"/>
                  </a:cubicBezTo>
                  <a:cubicBezTo>
                    <a:pt x="138" y="96"/>
                    <a:pt x="140" y="97"/>
                    <a:pt x="141" y="97"/>
                  </a:cubicBezTo>
                  <a:cubicBezTo>
                    <a:pt x="143" y="98"/>
                    <a:pt x="144" y="98"/>
                    <a:pt x="145" y="98"/>
                  </a:cubicBezTo>
                  <a:close/>
                  <a:moveTo>
                    <a:pt x="132" y="100"/>
                  </a:moveTo>
                  <a:cubicBezTo>
                    <a:pt x="142" y="100"/>
                    <a:pt x="142" y="100"/>
                    <a:pt x="142" y="100"/>
                  </a:cubicBezTo>
                  <a:cubicBezTo>
                    <a:pt x="143" y="100"/>
                    <a:pt x="143" y="100"/>
                    <a:pt x="143" y="100"/>
                  </a:cubicBezTo>
                  <a:cubicBezTo>
                    <a:pt x="146" y="102"/>
                    <a:pt x="146" y="108"/>
                    <a:pt x="146" y="113"/>
                  </a:cubicBezTo>
                  <a:cubicBezTo>
                    <a:pt x="146" y="114"/>
                    <a:pt x="146" y="114"/>
                    <a:pt x="146" y="114"/>
                  </a:cubicBezTo>
                  <a:cubicBezTo>
                    <a:pt x="145" y="114"/>
                    <a:pt x="145" y="114"/>
                    <a:pt x="145" y="114"/>
                  </a:cubicBezTo>
                  <a:cubicBezTo>
                    <a:pt x="138" y="115"/>
                    <a:pt x="132" y="112"/>
                    <a:pt x="130" y="108"/>
                  </a:cubicBezTo>
                  <a:cubicBezTo>
                    <a:pt x="129" y="105"/>
                    <a:pt x="129" y="102"/>
                    <a:pt x="132" y="100"/>
                  </a:cubicBezTo>
                  <a:close/>
                  <a:moveTo>
                    <a:pt x="142" y="101"/>
                  </a:moveTo>
                  <a:cubicBezTo>
                    <a:pt x="133" y="101"/>
                    <a:pt x="133" y="101"/>
                    <a:pt x="133" y="101"/>
                  </a:cubicBezTo>
                  <a:cubicBezTo>
                    <a:pt x="131" y="103"/>
                    <a:pt x="130" y="105"/>
                    <a:pt x="131" y="107"/>
                  </a:cubicBezTo>
                  <a:cubicBezTo>
                    <a:pt x="133" y="111"/>
                    <a:pt x="138" y="113"/>
                    <a:pt x="144" y="112"/>
                  </a:cubicBezTo>
                  <a:cubicBezTo>
                    <a:pt x="145" y="106"/>
                    <a:pt x="144" y="103"/>
                    <a:pt x="142" y="101"/>
                  </a:cubicBezTo>
                  <a:close/>
                </a:path>
              </a:pathLst>
            </a:custGeom>
            <a:solidFill>
              <a:schemeClr val="tx1">
                <a:lumMod val="50000"/>
              </a:schemeClr>
            </a:solidFill>
            <a:ln>
              <a:noFill/>
            </a:ln>
          </p:spPr>
          <p:txBody>
            <a:bodyPr vert="horz" wrap="square" lIns="91440" tIns="45720" rIns="91440" bIns="45720" numCol="1" rtlCol="0" anchor="t" anchorCtr="0" compatLnSpc="1">
              <a:prstTxWarp prst="textNoShape">
                <a:avLst/>
              </a:prstTxWarp>
            </a:bodyPr>
            <a:lstStyle/>
            <a:p>
              <a:pPr rtl="0"/>
              <a:endParaRPr/>
            </a:p>
          </p:txBody>
        </p:sp>
        <p:sp>
          <p:nvSpPr>
            <p:cNvPr id="18" name="Voľný tvar 51"/>
            <p:cNvSpPr>
              <a:spLocks noEditPoints="1"/>
            </p:cNvSpPr>
            <p:nvPr/>
          </p:nvSpPr>
          <p:spPr bwMode="auto">
            <a:xfrm rot="16200000" flipV="1">
              <a:off x="5232723" y="721157"/>
              <a:ext cx="424100" cy="544581"/>
            </a:xfrm>
            <a:custGeom>
              <a:avLst/>
              <a:gdLst>
                <a:gd name="T0" fmla="*/ 47 w 135"/>
                <a:gd name="T1" fmla="*/ 133 h 153"/>
                <a:gd name="T2" fmla="*/ 91 w 135"/>
                <a:gd name="T3" fmla="*/ 114 h 153"/>
                <a:gd name="T4" fmla="*/ 47 w 135"/>
                <a:gd name="T5" fmla="*/ 138 h 153"/>
                <a:gd name="T6" fmla="*/ 0 w 135"/>
                <a:gd name="T7" fmla="*/ 124 h 153"/>
                <a:gd name="T8" fmla="*/ 4 w 135"/>
                <a:gd name="T9" fmla="*/ 133 h 153"/>
                <a:gd name="T10" fmla="*/ 97 w 135"/>
                <a:gd name="T11" fmla="*/ 109 h 153"/>
                <a:gd name="T12" fmla="*/ 100 w 135"/>
                <a:gd name="T13" fmla="*/ 94 h 153"/>
                <a:gd name="T14" fmla="*/ 125 w 135"/>
                <a:gd name="T15" fmla="*/ 22 h 153"/>
                <a:gd name="T16" fmla="*/ 101 w 135"/>
                <a:gd name="T17" fmla="*/ 15 h 153"/>
                <a:gd name="T18" fmla="*/ 114 w 135"/>
                <a:gd name="T19" fmla="*/ 5 h 153"/>
                <a:gd name="T20" fmla="*/ 132 w 135"/>
                <a:gd name="T21" fmla="*/ 30 h 153"/>
                <a:gd name="T22" fmla="*/ 107 w 135"/>
                <a:gd name="T23" fmla="*/ 106 h 153"/>
                <a:gd name="T24" fmla="*/ 100 w 135"/>
                <a:gd name="T25" fmla="*/ 137 h 153"/>
                <a:gd name="T26" fmla="*/ 95 w 135"/>
                <a:gd name="T27" fmla="*/ 113 h 153"/>
                <a:gd name="T28" fmla="*/ 47 w 135"/>
                <a:gd name="T29" fmla="*/ 133 h 153"/>
                <a:gd name="T30" fmla="*/ 102 w 135"/>
                <a:gd name="T31" fmla="*/ 107 h 153"/>
                <a:gd name="T32" fmla="*/ 128 w 135"/>
                <a:gd name="T33" fmla="*/ 36 h 153"/>
                <a:gd name="T34" fmla="*/ 102 w 135"/>
                <a:gd name="T35" fmla="*/ 107 h 153"/>
                <a:gd name="T36" fmla="*/ 114 w 135"/>
                <a:gd name="T37" fmla="*/ 110 h 153"/>
                <a:gd name="T38" fmla="*/ 118 w 135"/>
                <a:gd name="T39" fmla="*/ 128 h 153"/>
                <a:gd name="T40" fmla="*/ 114 w 135"/>
                <a:gd name="T41" fmla="*/ 110 h 153"/>
                <a:gd name="T42" fmla="*/ 104 w 135"/>
                <a:gd name="T43" fmla="*/ 110 h 153"/>
                <a:gd name="T44" fmla="*/ 102 w 135"/>
                <a:gd name="T45" fmla="*/ 131 h 153"/>
                <a:gd name="T46" fmla="*/ 115 w 135"/>
                <a:gd name="T47" fmla="*/ 133 h 153"/>
                <a:gd name="T48" fmla="*/ 104 w 135"/>
                <a:gd name="T49" fmla="*/ 110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5" h="153">
                  <a:moveTo>
                    <a:pt x="47" y="133"/>
                  </a:moveTo>
                  <a:cubicBezTo>
                    <a:pt x="62" y="133"/>
                    <a:pt x="76" y="119"/>
                    <a:pt x="91" y="114"/>
                  </a:cubicBezTo>
                  <a:cubicBezTo>
                    <a:pt x="82" y="120"/>
                    <a:pt x="63" y="134"/>
                    <a:pt x="47" y="138"/>
                  </a:cubicBezTo>
                  <a:cubicBezTo>
                    <a:pt x="28" y="143"/>
                    <a:pt x="0" y="144"/>
                    <a:pt x="0" y="124"/>
                  </a:cubicBezTo>
                  <a:cubicBezTo>
                    <a:pt x="6" y="123"/>
                    <a:pt x="1" y="132"/>
                    <a:pt x="4" y="133"/>
                  </a:cubicBezTo>
                  <a:cubicBezTo>
                    <a:pt x="38" y="148"/>
                    <a:pt x="65" y="113"/>
                    <a:pt x="97" y="109"/>
                  </a:cubicBezTo>
                  <a:cubicBezTo>
                    <a:pt x="98" y="104"/>
                    <a:pt x="100" y="100"/>
                    <a:pt x="100" y="94"/>
                  </a:cubicBezTo>
                  <a:cubicBezTo>
                    <a:pt x="109" y="85"/>
                    <a:pt x="131" y="46"/>
                    <a:pt x="125" y="22"/>
                  </a:cubicBezTo>
                  <a:cubicBezTo>
                    <a:pt x="123" y="12"/>
                    <a:pt x="109" y="0"/>
                    <a:pt x="101" y="15"/>
                  </a:cubicBezTo>
                  <a:cubicBezTo>
                    <a:pt x="97" y="9"/>
                    <a:pt x="107" y="4"/>
                    <a:pt x="114" y="5"/>
                  </a:cubicBezTo>
                  <a:cubicBezTo>
                    <a:pt x="125" y="6"/>
                    <a:pt x="131" y="18"/>
                    <a:pt x="132" y="30"/>
                  </a:cubicBezTo>
                  <a:cubicBezTo>
                    <a:pt x="135" y="56"/>
                    <a:pt x="111" y="90"/>
                    <a:pt x="107" y="106"/>
                  </a:cubicBezTo>
                  <a:cubicBezTo>
                    <a:pt x="133" y="105"/>
                    <a:pt x="126" y="153"/>
                    <a:pt x="100" y="137"/>
                  </a:cubicBezTo>
                  <a:cubicBezTo>
                    <a:pt x="97" y="130"/>
                    <a:pt x="98" y="120"/>
                    <a:pt x="95" y="113"/>
                  </a:cubicBezTo>
                  <a:cubicBezTo>
                    <a:pt x="78" y="113"/>
                    <a:pt x="63" y="127"/>
                    <a:pt x="47" y="133"/>
                  </a:cubicBezTo>
                  <a:close/>
                  <a:moveTo>
                    <a:pt x="102" y="107"/>
                  </a:moveTo>
                  <a:cubicBezTo>
                    <a:pt x="112" y="84"/>
                    <a:pt x="130" y="63"/>
                    <a:pt x="128" y="36"/>
                  </a:cubicBezTo>
                  <a:cubicBezTo>
                    <a:pt x="126" y="65"/>
                    <a:pt x="105" y="83"/>
                    <a:pt x="102" y="107"/>
                  </a:cubicBezTo>
                  <a:close/>
                  <a:moveTo>
                    <a:pt x="114" y="110"/>
                  </a:moveTo>
                  <a:cubicBezTo>
                    <a:pt x="117" y="118"/>
                    <a:pt x="121" y="121"/>
                    <a:pt x="118" y="128"/>
                  </a:cubicBezTo>
                  <a:cubicBezTo>
                    <a:pt x="128" y="125"/>
                    <a:pt x="119" y="112"/>
                    <a:pt x="114" y="110"/>
                  </a:cubicBezTo>
                  <a:close/>
                  <a:moveTo>
                    <a:pt x="104" y="110"/>
                  </a:moveTo>
                  <a:cubicBezTo>
                    <a:pt x="100" y="114"/>
                    <a:pt x="100" y="125"/>
                    <a:pt x="102" y="131"/>
                  </a:cubicBezTo>
                  <a:cubicBezTo>
                    <a:pt x="108" y="132"/>
                    <a:pt x="110" y="135"/>
                    <a:pt x="115" y="133"/>
                  </a:cubicBezTo>
                  <a:cubicBezTo>
                    <a:pt x="120" y="121"/>
                    <a:pt x="114" y="111"/>
                    <a:pt x="104" y="110"/>
                  </a:cubicBezTo>
                  <a:close/>
                </a:path>
              </a:pathLst>
            </a:custGeom>
            <a:solidFill>
              <a:schemeClr val="tx1">
                <a:lumMod val="50000"/>
              </a:schemeClr>
            </a:solidFill>
            <a:ln>
              <a:noFill/>
            </a:ln>
          </p:spPr>
          <p:txBody>
            <a:bodyPr vert="horz" wrap="square" lIns="91440" tIns="45720" rIns="91440" bIns="45720" numCol="1" rtlCol="0" anchor="t" anchorCtr="0" compatLnSpc="1">
              <a:prstTxWarp prst="textNoShape">
                <a:avLst/>
              </a:prstTxWarp>
            </a:bodyPr>
            <a:lstStyle/>
            <a:p>
              <a:pPr rtl="0"/>
              <a:endParaRPr/>
            </a:p>
          </p:txBody>
        </p:sp>
        <p:sp>
          <p:nvSpPr>
            <p:cNvPr id="19" name="Voľný tvar 52"/>
            <p:cNvSpPr>
              <a:spLocks noEditPoints="1"/>
            </p:cNvSpPr>
            <p:nvPr/>
          </p:nvSpPr>
          <p:spPr bwMode="auto">
            <a:xfrm rot="16200000" flipV="1">
              <a:off x="5241796" y="749729"/>
              <a:ext cx="428541" cy="491879"/>
            </a:xfrm>
            <a:custGeom>
              <a:avLst/>
              <a:gdLst>
                <a:gd name="T0" fmla="*/ 0 w 136"/>
                <a:gd name="T1" fmla="*/ 120 h 138"/>
                <a:gd name="T2" fmla="*/ 4 w 136"/>
                <a:gd name="T3" fmla="*/ 120 h 138"/>
                <a:gd name="T4" fmla="*/ 23 w 136"/>
                <a:gd name="T5" fmla="*/ 132 h 138"/>
                <a:gd name="T6" fmla="*/ 97 w 136"/>
                <a:gd name="T7" fmla="*/ 104 h 138"/>
                <a:gd name="T8" fmla="*/ 100 w 136"/>
                <a:gd name="T9" fmla="*/ 90 h 138"/>
                <a:gd name="T10" fmla="*/ 103 w 136"/>
                <a:gd name="T11" fmla="*/ 11 h 138"/>
                <a:gd name="T12" fmla="*/ 101 w 136"/>
                <a:gd name="T13" fmla="*/ 6 h 138"/>
                <a:gd name="T14" fmla="*/ 134 w 136"/>
                <a:gd name="T15" fmla="*/ 26 h 138"/>
                <a:gd name="T16" fmla="*/ 125 w 136"/>
                <a:gd name="T17" fmla="*/ 119 h 138"/>
                <a:gd name="T18" fmla="*/ 100 w 136"/>
                <a:gd name="T19" fmla="*/ 133 h 138"/>
                <a:gd name="T20" fmla="*/ 96 w 136"/>
                <a:gd name="T21" fmla="*/ 110 h 138"/>
                <a:gd name="T22" fmla="*/ 87 w 136"/>
                <a:gd name="T23" fmla="*/ 115 h 138"/>
                <a:gd name="T24" fmla="*/ 5 w 136"/>
                <a:gd name="T25" fmla="*/ 129 h 138"/>
                <a:gd name="T26" fmla="*/ 48 w 136"/>
                <a:gd name="T27" fmla="*/ 134 h 138"/>
                <a:gd name="T28" fmla="*/ 48 w 136"/>
                <a:gd name="T29" fmla="*/ 129 h 138"/>
                <a:gd name="T30" fmla="*/ 65 w 136"/>
                <a:gd name="T31" fmla="*/ 120 h 138"/>
                <a:gd name="T32" fmla="*/ 97 w 136"/>
                <a:gd name="T33" fmla="*/ 108 h 138"/>
                <a:gd name="T34" fmla="*/ 97 w 136"/>
                <a:gd name="T35" fmla="*/ 109 h 138"/>
                <a:gd name="T36" fmla="*/ 111 w 136"/>
                <a:gd name="T37" fmla="*/ 135 h 138"/>
                <a:gd name="T38" fmla="*/ 118 w 136"/>
                <a:gd name="T39" fmla="*/ 125 h 138"/>
                <a:gd name="T40" fmla="*/ 117 w 136"/>
                <a:gd name="T41" fmla="*/ 129 h 138"/>
                <a:gd name="T42" fmla="*/ 108 w 136"/>
                <a:gd name="T43" fmla="*/ 129 h 138"/>
                <a:gd name="T44" fmla="*/ 103 w 136"/>
                <a:gd name="T45" fmla="*/ 128 h 138"/>
                <a:gd name="T46" fmla="*/ 105 w 136"/>
                <a:gd name="T47" fmla="*/ 105 h 138"/>
                <a:gd name="T48" fmla="*/ 118 w 136"/>
                <a:gd name="T49" fmla="*/ 124 h 138"/>
                <a:gd name="T50" fmla="*/ 114 w 136"/>
                <a:gd name="T51" fmla="*/ 105 h 138"/>
                <a:gd name="T52" fmla="*/ 108 w 136"/>
                <a:gd name="T53" fmla="*/ 102 h 138"/>
                <a:gd name="T54" fmla="*/ 115 w 136"/>
                <a:gd name="T55" fmla="*/ 82 h 138"/>
                <a:gd name="T56" fmla="*/ 102 w 136"/>
                <a:gd name="T57" fmla="*/ 7 h 138"/>
                <a:gd name="T58" fmla="*/ 127 w 136"/>
                <a:gd name="T59" fmla="*/ 18 h 138"/>
                <a:gd name="T60" fmla="*/ 98 w 136"/>
                <a:gd name="T61" fmla="*/ 105 h 138"/>
                <a:gd name="T62" fmla="*/ 23 w 136"/>
                <a:gd name="T63" fmla="*/ 133 h 138"/>
                <a:gd name="T64" fmla="*/ 104 w 136"/>
                <a:gd name="T65" fmla="*/ 127 h 138"/>
                <a:gd name="T66" fmla="*/ 115 w 136"/>
                <a:gd name="T67" fmla="*/ 113 h 138"/>
                <a:gd name="T68" fmla="*/ 89 w 136"/>
                <a:gd name="T69" fmla="*/ 110 h 138"/>
                <a:gd name="T70" fmla="*/ 74 w 136"/>
                <a:gd name="T71" fmla="*/ 118 h 138"/>
                <a:gd name="T72" fmla="*/ 4 w 136"/>
                <a:gd name="T73" fmla="*/ 127 h 138"/>
                <a:gd name="T74" fmla="*/ 2 w 136"/>
                <a:gd name="T75" fmla="*/ 121 h 138"/>
                <a:gd name="T76" fmla="*/ 120 w 136"/>
                <a:gd name="T77" fmla="*/ 123 h 138"/>
                <a:gd name="T78" fmla="*/ 102 w 136"/>
                <a:gd name="T79" fmla="*/ 108 h 138"/>
                <a:gd name="T80" fmla="*/ 128 w 136"/>
                <a:gd name="T81" fmla="*/ 32 h 138"/>
                <a:gd name="T82" fmla="*/ 104 w 136"/>
                <a:gd name="T83" fmla="*/ 103 h 138"/>
                <a:gd name="T84" fmla="*/ 116 w 136"/>
                <a:gd name="T85" fmla="*/ 72 h 138"/>
                <a:gd name="T86" fmla="*/ 128 w 136"/>
                <a:gd name="T87" fmla="*/ 4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6" h="138">
                  <a:moveTo>
                    <a:pt x="26" y="138"/>
                  </a:moveTo>
                  <a:cubicBezTo>
                    <a:pt x="16" y="138"/>
                    <a:pt x="9" y="136"/>
                    <a:pt x="5" y="131"/>
                  </a:cubicBezTo>
                  <a:cubicBezTo>
                    <a:pt x="2" y="129"/>
                    <a:pt x="0" y="125"/>
                    <a:pt x="0" y="120"/>
                  </a:cubicBezTo>
                  <a:cubicBezTo>
                    <a:pt x="0" y="120"/>
                    <a:pt x="0" y="120"/>
                    <a:pt x="0" y="120"/>
                  </a:cubicBezTo>
                  <a:cubicBezTo>
                    <a:pt x="1" y="119"/>
                    <a:pt x="1" y="119"/>
                    <a:pt x="1" y="119"/>
                  </a:cubicBezTo>
                  <a:cubicBezTo>
                    <a:pt x="2" y="119"/>
                    <a:pt x="3" y="119"/>
                    <a:pt x="4" y="120"/>
                  </a:cubicBezTo>
                  <a:cubicBezTo>
                    <a:pt x="5" y="121"/>
                    <a:pt x="5" y="123"/>
                    <a:pt x="5" y="124"/>
                  </a:cubicBezTo>
                  <a:cubicBezTo>
                    <a:pt x="5" y="126"/>
                    <a:pt x="5" y="128"/>
                    <a:pt x="6" y="128"/>
                  </a:cubicBezTo>
                  <a:cubicBezTo>
                    <a:pt x="11" y="131"/>
                    <a:pt x="17" y="132"/>
                    <a:pt x="23" y="132"/>
                  </a:cubicBezTo>
                  <a:cubicBezTo>
                    <a:pt x="37" y="132"/>
                    <a:pt x="49" y="125"/>
                    <a:pt x="63" y="118"/>
                  </a:cubicBezTo>
                  <a:cubicBezTo>
                    <a:pt x="74" y="112"/>
                    <a:pt x="85" y="106"/>
                    <a:pt x="97" y="104"/>
                  </a:cubicBezTo>
                  <a:cubicBezTo>
                    <a:pt x="97" y="104"/>
                    <a:pt x="97" y="104"/>
                    <a:pt x="97" y="104"/>
                  </a:cubicBezTo>
                  <a:cubicBezTo>
                    <a:pt x="99" y="100"/>
                    <a:pt x="100" y="96"/>
                    <a:pt x="100" y="90"/>
                  </a:cubicBezTo>
                  <a:cubicBezTo>
                    <a:pt x="100" y="90"/>
                    <a:pt x="100" y="90"/>
                    <a:pt x="100" y="90"/>
                  </a:cubicBezTo>
                  <a:cubicBezTo>
                    <a:pt x="100" y="90"/>
                    <a:pt x="100" y="90"/>
                    <a:pt x="100" y="90"/>
                  </a:cubicBezTo>
                  <a:cubicBezTo>
                    <a:pt x="109" y="81"/>
                    <a:pt x="132" y="42"/>
                    <a:pt x="125" y="18"/>
                  </a:cubicBezTo>
                  <a:cubicBezTo>
                    <a:pt x="124" y="12"/>
                    <a:pt x="117" y="4"/>
                    <a:pt x="111" y="4"/>
                  </a:cubicBezTo>
                  <a:cubicBezTo>
                    <a:pt x="108" y="4"/>
                    <a:pt x="105" y="7"/>
                    <a:pt x="103" y="11"/>
                  </a:cubicBezTo>
                  <a:cubicBezTo>
                    <a:pt x="102" y="12"/>
                    <a:pt x="102" y="12"/>
                    <a:pt x="102" y="12"/>
                  </a:cubicBezTo>
                  <a:cubicBezTo>
                    <a:pt x="101" y="11"/>
                    <a:pt x="101" y="11"/>
                    <a:pt x="101" y="11"/>
                  </a:cubicBezTo>
                  <a:cubicBezTo>
                    <a:pt x="100" y="9"/>
                    <a:pt x="100" y="8"/>
                    <a:pt x="101" y="6"/>
                  </a:cubicBezTo>
                  <a:cubicBezTo>
                    <a:pt x="103" y="2"/>
                    <a:pt x="109" y="0"/>
                    <a:pt x="114" y="0"/>
                  </a:cubicBezTo>
                  <a:cubicBezTo>
                    <a:pt x="114" y="0"/>
                    <a:pt x="114" y="0"/>
                    <a:pt x="115" y="0"/>
                  </a:cubicBezTo>
                  <a:cubicBezTo>
                    <a:pt x="127" y="1"/>
                    <a:pt x="133" y="14"/>
                    <a:pt x="134" y="26"/>
                  </a:cubicBezTo>
                  <a:cubicBezTo>
                    <a:pt x="136" y="44"/>
                    <a:pt x="125" y="66"/>
                    <a:pt x="117" y="83"/>
                  </a:cubicBezTo>
                  <a:cubicBezTo>
                    <a:pt x="113" y="90"/>
                    <a:pt x="110" y="96"/>
                    <a:pt x="109" y="101"/>
                  </a:cubicBezTo>
                  <a:cubicBezTo>
                    <a:pt x="120" y="101"/>
                    <a:pt x="125" y="110"/>
                    <a:pt x="125" y="119"/>
                  </a:cubicBezTo>
                  <a:cubicBezTo>
                    <a:pt x="125" y="128"/>
                    <a:pt x="120" y="137"/>
                    <a:pt x="111" y="137"/>
                  </a:cubicBezTo>
                  <a:cubicBezTo>
                    <a:pt x="107" y="137"/>
                    <a:pt x="104" y="136"/>
                    <a:pt x="100" y="134"/>
                  </a:cubicBezTo>
                  <a:cubicBezTo>
                    <a:pt x="100" y="133"/>
                    <a:pt x="100" y="133"/>
                    <a:pt x="100" y="133"/>
                  </a:cubicBezTo>
                  <a:cubicBezTo>
                    <a:pt x="100" y="133"/>
                    <a:pt x="100" y="133"/>
                    <a:pt x="100" y="133"/>
                  </a:cubicBezTo>
                  <a:cubicBezTo>
                    <a:pt x="98" y="130"/>
                    <a:pt x="98" y="125"/>
                    <a:pt x="97" y="120"/>
                  </a:cubicBezTo>
                  <a:cubicBezTo>
                    <a:pt x="97" y="116"/>
                    <a:pt x="97" y="113"/>
                    <a:pt x="96" y="110"/>
                  </a:cubicBezTo>
                  <a:cubicBezTo>
                    <a:pt x="95" y="110"/>
                    <a:pt x="95" y="110"/>
                    <a:pt x="94" y="110"/>
                  </a:cubicBezTo>
                  <a:cubicBezTo>
                    <a:pt x="92" y="111"/>
                    <a:pt x="92" y="111"/>
                    <a:pt x="92" y="111"/>
                  </a:cubicBezTo>
                  <a:cubicBezTo>
                    <a:pt x="91" y="112"/>
                    <a:pt x="89" y="113"/>
                    <a:pt x="87" y="115"/>
                  </a:cubicBezTo>
                  <a:cubicBezTo>
                    <a:pt x="77" y="121"/>
                    <a:pt x="61" y="132"/>
                    <a:pt x="48" y="135"/>
                  </a:cubicBezTo>
                  <a:cubicBezTo>
                    <a:pt x="41" y="137"/>
                    <a:pt x="33" y="138"/>
                    <a:pt x="26" y="138"/>
                  </a:cubicBezTo>
                  <a:close/>
                  <a:moveTo>
                    <a:pt x="5" y="129"/>
                  </a:moveTo>
                  <a:cubicBezTo>
                    <a:pt x="5" y="130"/>
                    <a:pt x="5" y="130"/>
                    <a:pt x="6" y="130"/>
                  </a:cubicBezTo>
                  <a:cubicBezTo>
                    <a:pt x="10" y="134"/>
                    <a:pt x="17" y="137"/>
                    <a:pt x="26" y="137"/>
                  </a:cubicBezTo>
                  <a:cubicBezTo>
                    <a:pt x="33" y="137"/>
                    <a:pt x="41" y="135"/>
                    <a:pt x="48" y="134"/>
                  </a:cubicBezTo>
                  <a:cubicBezTo>
                    <a:pt x="61" y="130"/>
                    <a:pt x="76" y="120"/>
                    <a:pt x="86" y="114"/>
                  </a:cubicBezTo>
                  <a:cubicBezTo>
                    <a:pt x="82" y="115"/>
                    <a:pt x="78" y="117"/>
                    <a:pt x="75" y="119"/>
                  </a:cubicBezTo>
                  <a:cubicBezTo>
                    <a:pt x="66" y="124"/>
                    <a:pt x="57" y="129"/>
                    <a:pt x="48" y="129"/>
                  </a:cubicBezTo>
                  <a:cubicBezTo>
                    <a:pt x="44" y="129"/>
                    <a:pt x="44" y="129"/>
                    <a:pt x="44" y="129"/>
                  </a:cubicBezTo>
                  <a:cubicBezTo>
                    <a:pt x="48" y="128"/>
                    <a:pt x="48" y="128"/>
                    <a:pt x="48" y="128"/>
                  </a:cubicBezTo>
                  <a:cubicBezTo>
                    <a:pt x="54" y="126"/>
                    <a:pt x="59" y="123"/>
                    <a:pt x="65" y="120"/>
                  </a:cubicBezTo>
                  <a:cubicBezTo>
                    <a:pt x="75" y="114"/>
                    <a:pt x="85" y="108"/>
                    <a:pt x="96" y="108"/>
                  </a:cubicBezTo>
                  <a:cubicBezTo>
                    <a:pt x="96" y="108"/>
                    <a:pt x="96" y="108"/>
                    <a:pt x="96" y="108"/>
                  </a:cubicBezTo>
                  <a:cubicBezTo>
                    <a:pt x="97" y="108"/>
                    <a:pt x="97" y="108"/>
                    <a:pt x="97" y="108"/>
                  </a:cubicBezTo>
                  <a:cubicBezTo>
                    <a:pt x="97" y="108"/>
                    <a:pt x="97" y="108"/>
                    <a:pt x="97" y="108"/>
                  </a:cubicBezTo>
                  <a:cubicBezTo>
                    <a:pt x="97" y="108"/>
                    <a:pt x="97" y="108"/>
                    <a:pt x="97" y="108"/>
                  </a:cubicBezTo>
                  <a:cubicBezTo>
                    <a:pt x="97" y="109"/>
                    <a:pt x="97" y="109"/>
                    <a:pt x="97" y="109"/>
                  </a:cubicBezTo>
                  <a:cubicBezTo>
                    <a:pt x="98" y="112"/>
                    <a:pt x="99" y="116"/>
                    <a:pt x="99" y="120"/>
                  </a:cubicBezTo>
                  <a:cubicBezTo>
                    <a:pt x="99" y="124"/>
                    <a:pt x="100" y="129"/>
                    <a:pt x="101" y="132"/>
                  </a:cubicBezTo>
                  <a:cubicBezTo>
                    <a:pt x="104" y="134"/>
                    <a:pt x="108" y="135"/>
                    <a:pt x="111" y="135"/>
                  </a:cubicBezTo>
                  <a:cubicBezTo>
                    <a:pt x="118" y="135"/>
                    <a:pt x="122" y="129"/>
                    <a:pt x="123" y="123"/>
                  </a:cubicBezTo>
                  <a:cubicBezTo>
                    <a:pt x="122" y="124"/>
                    <a:pt x="121" y="125"/>
                    <a:pt x="119" y="125"/>
                  </a:cubicBezTo>
                  <a:cubicBezTo>
                    <a:pt x="118" y="125"/>
                    <a:pt x="118" y="125"/>
                    <a:pt x="118" y="125"/>
                  </a:cubicBezTo>
                  <a:cubicBezTo>
                    <a:pt x="118" y="127"/>
                    <a:pt x="117" y="128"/>
                    <a:pt x="117" y="129"/>
                  </a:cubicBezTo>
                  <a:cubicBezTo>
                    <a:pt x="117" y="129"/>
                    <a:pt x="117" y="129"/>
                    <a:pt x="117" y="129"/>
                  </a:cubicBezTo>
                  <a:cubicBezTo>
                    <a:pt x="117" y="129"/>
                    <a:pt x="117" y="129"/>
                    <a:pt x="117" y="129"/>
                  </a:cubicBezTo>
                  <a:cubicBezTo>
                    <a:pt x="115" y="130"/>
                    <a:pt x="114" y="130"/>
                    <a:pt x="113" y="130"/>
                  </a:cubicBezTo>
                  <a:cubicBezTo>
                    <a:pt x="113" y="130"/>
                    <a:pt x="113" y="130"/>
                    <a:pt x="113" y="130"/>
                  </a:cubicBezTo>
                  <a:cubicBezTo>
                    <a:pt x="111" y="130"/>
                    <a:pt x="109" y="130"/>
                    <a:pt x="108" y="129"/>
                  </a:cubicBezTo>
                  <a:cubicBezTo>
                    <a:pt x="106" y="129"/>
                    <a:pt x="105" y="128"/>
                    <a:pt x="103" y="128"/>
                  </a:cubicBezTo>
                  <a:cubicBezTo>
                    <a:pt x="103" y="128"/>
                    <a:pt x="103" y="128"/>
                    <a:pt x="103" y="128"/>
                  </a:cubicBezTo>
                  <a:cubicBezTo>
                    <a:pt x="103" y="128"/>
                    <a:pt x="103" y="128"/>
                    <a:pt x="103" y="128"/>
                  </a:cubicBezTo>
                  <a:cubicBezTo>
                    <a:pt x="100" y="122"/>
                    <a:pt x="100" y="110"/>
                    <a:pt x="104" y="105"/>
                  </a:cubicBezTo>
                  <a:cubicBezTo>
                    <a:pt x="105" y="105"/>
                    <a:pt x="105" y="105"/>
                    <a:pt x="105" y="105"/>
                  </a:cubicBezTo>
                  <a:cubicBezTo>
                    <a:pt x="105" y="105"/>
                    <a:pt x="105" y="105"/>
                    <a:pt x="105" y="105"/>
                  </a:cubicBezTo>
                  <a:cubicBezTo>
                    <a:pt x="110" y="106"/>
                    <a:pt x="114" y="108"/>
                    <a:pt x="116" y="112"/>
                  </a:cubicBezTo>
                  <a:cubicBezTo>
                    <a:pt x="118" y="116"/>
                    <a:pt x="119" y="120"/>
                    <a:pt x="118" y="124"/>
                  </a:cubicBezTo>
                  <a:cubicBezTo>
                    <a:pt x="118" y="124"/>
                    <a:pt x="118" y="124"/>
                    <a:pt x="118" y="124"/>
                  </a:cubicBezTo>
                  <a:cubicBezTo>
                    <a:pt x="121" y="119"/>
                    <a:pt x="119" y="116"/>
                    <a:pt x="117" y="112"/>
                  </a:cubicBezTo>
                  <a:cubicBezTo>
                    <a:pt x="116" y="110"/>
                    <a:pt x="115" y="109"/>
                    <a:pt x="114" y="106"/>
                  </a:cubicBezTo>
                  <a:cubicBezTo>
                    <a:pt x="114" y="105"/>
                    <a:pt x="114" y="105"/>
                    <a:pt x="114" y="105"/>
                  </a:cubicBezTo>
                  <a:cubicBezTo>
                    <a:pt x="115" y="105"/>
                    <a:pt x="115" y="105"/>
                    <a:pt x="115" y="105"/>
                  </a:cubicBezTo>
                  <a:cubicBezTo>
                    <a:pt x="117" y="106"/>
                    <a:pt x="121" y="109"/>
                    <a:pt x="123" y="113"/>
                  </a:cubicBezTo>
                  <a:cubicBezTo>
                    <a:pt x="121" y="107"/>
                    <a:pt x="116" y="102"/>
                    <a:pt x="108" y="102"/>
                  </a:cubicBezTo>
                  <a:cubicBezTo>
                    <a:pt x="107" y="102"/>
                    <a:pt x="107" y="102"/>
                    <a:pt x="107" y="102"/>
                  </a:cubicBezTo>
                  <a:cubicBezTo>
                    <a:pt x="107" y="101"/>
                    <a:pt x="107" y="101"/>
                    <a:pt x="107" y="101"/>
                  </a:cubicBezTo>
                  <a:cubicBezTo>
                    <a:pt x="108" y="97"/>
                    <a:pt x="112" y="90"/>
                    <a:pt x="115" y="82"/>
                  </a:cubicBezTo>
                  <a:cubicBezTo>
                    <a:pt x="124" y="65"/>
                    <a:pt x="134" y="44"/>
                    <a:pt x="133" y="26"/>
                  </a:cubicBezTo>
                  <a:cubicBezTo>
                    <a:pt x="131" y="15"/>
                    <a:pt x="126" y="3"/>
                    <a:pt x="115" y="2"/>
                  </a:cubicBezTo>
                  <a:cubicBezTo>
                    <a:pt x="110" y="1"/>
                    <a:pt x="104" y="4"/>
                    <a:pt x="102" y="7"/>
                  </a:cubicBezTo>
                  <a:cubicBezTo>
                    <a:pt x="102" y="7"/>
                    <a:pt x="102" y="8"/>
                    <a:pt x="102" y="9"/>
                  </a:cubicBezTo>
                  <a:cubicBezTo>
                    <a:pt x="105" y="4"/>
                    <a:pt x="109" y="3"/>
                    <a:pt x="111" y="3"/>
                  </a:cubicBezTo>
                  <a:cubicBezTo>
                    <a:pt x="118" y="3"/>
                    <a:pt x="125" y="11"/>
                    <a:pt x="127" y="18"/>
                  </a:cubicBezTo>
                  <a:cubicBezTo>
                    <a:pt x="133" y="42"/>
                    <a:pt x="110" y="81"/>
                    <a:pt x="101" y="91"/>
                  </a:cubicBezTo>
                  <a:cubicBezTo>
                    <a:pt x="102" y="96"/>
                    <a:pt x="100" y="100"/>
                    <a:pt x="99" y="104"/>
                  </a:cubicBezTo>
                  <a:cubicBezTo>
                    <a:pt x="98" y="105"/>
                    <a:pt x="98" y="105"/>
                    <a:pt x="98" y="105"/>
                  </a:cubicBezTo>
                  <a:cubicBezTo>
                    <a:pt x="98" y="105"/>
                    <a:pt x="98" y="105"/>
                    <a:pt x="98" y="105"/>
                  </a:cubicBezTo>
                  <a:cubicBezTo>
                    <a:pt x="86" y="107"/>
                    <a:pt x="75" y="113"/>
                    <a:pt x="64" y="119"/>
                  </a:cubicBezTo>
                  <a:cubicBezTo>
                    <a:pt x="51" y="126"/>
                    <a:pt x="37" y="133"/>
                    <a:pt x="23" y="133"/>
                  </a:cubicBezTo>
                  <a:cubicBezTo>
                    <a:pt x="17" y="133"/>
                    <a:pt x="11" y="132"/>
                    <a:pt x="5" y="129"/>
                  </a:cubicBezTo>
                  <a:cubicBezTo>
                    <a:pt x="5" y="129"/>
                    <a:pt x="5" y="129"/>
                    <a:pt x="5" y="129"/>
                  </a:cubicBezTo>
                  <a:close/>
                  <a:moveTo>
                    <a:pt x="104" y="127"/>
                  </a:moveTo>
                  <a:cubicBezTo>
                    <a:pt x="106" y="127"/>
                    <a:pt x="107" y="127"/>
                    <a:pt x="108" y="128"/>
                  </a:cubicBezTo>
                  <a:cubicBezTo>
                    <a:pt x="111" y="129"/>
                    <a:pt x="113" y="129"/>
                    <a:pt x="116" y="128"/>
                  </a:cubicBezTo>
                  <a:cubicBezTo>
                    <a:pt x="118" y="123"/>
                    <a:pt x="118" y="117"/>
                    <a:pt x="115" y="113"/>
                  </a:cubicBezTo>
                  <a:cubicBezTo>
                    <a:pt x="113" y="110"/>
                    <a:pt x="109" y="107"/>
                    <a:pt x="105" y="107"/>
                  </a:cubicBezTo>
                  <a:cubicBezTo>
                    <a:pt x="102" y="111"/>
                    <a:pt x="102" y="121"/>
                    <a:pt x="104" y="127"/>
                  </a:cubicBezTo>
                  <a:close/>
                  <a:moveTo>
                    <a:pt x="89" y="110"/>
                  </a:moveTo>
                  <a:cubicBezTo>
                    <a:pt x="81" y="112"/>
                    <a:pt x="73" y="117"/>
                    <a:pt x="65" y="121"/>
                  </a:cubicBezTo>
                  <a:cubicBezTo>
                    <a:pt x="61" y="123"/>
                    <a:pt x="57" y="125"/>
                    <a:pt x="53" y="127"/>
                  </a:cubicBezTo>
                  <a:cubicBezTo>
                    <a:pt x="60" y="126"/>
                    <a:pt x="67" y="122"/>
                    <a:pt x="74" y="118"/>
                  </a:cubicBezTo>
                  <a:cubicBezTo>
                    <a:pt x="79" y="115"/>
                    <a:pt x="84" y="112"/>
                    <a:pt x="89" y="110"/>
                  </a:cubicBezTo>
                  <a:close/>
                  <a:moveTo>
                    <a:pt x="2" y="121"/>
                  </a:moveTo>
                  <a:cubicBezTo>
                    <a:pt x="2" y="123"/>
                    <a:pt x="3" y="125"/>
                    <a:pt x="4" y="127"/>
                  </a:cubicBezTo>
                  <a:cubicBezTo>
                    <a:pt x="3" y="127"/>
                    <a:pt x="3" y="125"/>
                    <a:pt x="3" y="124"/>
                  </a:cubicBezTo>
                  <a:cubicBezTo>
                    <a:pt x="3" y="123"/>
                    <a:pt x="4" y="122"/>
                    <a:pt x="3" y="121"/>
                  </a:cubicBezTo>
                  <a:cubicBezTo>
                    <a:pt x="3" y="121"/>
                    <a:pt x="3" y="121"/>
                    <a:pt x="2" y="121"/>
                  </a:cubicBezTo>
                  <a:close/>
                  <a:moveTo>
                    <a:pt x="116" y="108"/>
                  </a:moveTo>
                  <a:cubicBezTo>
                    <a:pt x="117" y="109"/>
                    <a:pt x="118" y="110"/>
                    <a:pt x="118" y="111"/>
                  </a:cubicBezTo>
                  <a:cubicBezTo>
                    <a:pt x="120" y="115"/>
                    <a:pt x="122" y="118"/>
                    <a:pt x="120" y="123"/>
                  </a:cubicBezTo>
                  <a:cubicBezTo>
                    <a:pt x="122" y="122"/>
                    <a:pt x="123" y="121"/>
                    <a:pt x="123" y="119"/>
                  </a:cubicBezTo>
                  <a:cubicBezTo>
                    <a:pt x="123" y="115"/>
                    <a:pt x="119" y="110"/>
                    <a:pt x="116" y="108"/>
                  </a:cubicBezTo>
                  <a:close/>
                  <a:moveTo>
                    <a:pt x="102" y="108"/>
                  </a:moveTo>
                  <a:cubicBezTo>
                    <a:pt x="103" y="103"/>
                    <a:pt x="103" y="103"/>
                    <a:pt x="103" y="103"/>
                  </a:cubicBezTo>
                  <a:cubicBezTo>
                    <a:pt x="104" y="92"/>
                    <a:pt x="109" y="82"/>
                    <a:pt x="114" y="72"/>
                  </a:cubicBezTo>
                  <a:cubicBezTo>
                    <a:pt x="121" y="60"/>
                    <a:pt x="127" y="47"/>
                    <a:pt x="128" y="32"/>
                  </a:cubicBezTo>
                  <a:cubicBezTo>
                    <a:pt x="130" y="32"/>
                    <a:pt x="130" y="32"/>
                    <a:pt x="130" y="32"/>
                  </a:cubicBezTo>
                  <a:cubicBezTo>
                    <a:pt x="131" y="51"/>
                    <a:pt x="122" y="68"/>
                    <a:pt x="114" y="84"/>
                  </a:cubicBezTo>
                  <a:cubicBezTo>
                    <a:pt x="110" y="90"/>
                    <a:pt x="107" y="97"/>
                    <a:pt x="104" y="103"/>
                  </a:cubicBezTo>
                  <a:lnTo>
                    <a:pt x="102" y="108"/>
                  </a:lnTo>
                  <a:close/>
                  <a:moveTo>
                    <a:pt x="128" y="44"/>
                  </a:moveTo>
                  <a:cubicBezTo>
                    <a:pt x="125" y="54"/>
                    <a:pt x="120" y="63"/>
                    <a:pt x="116" y="72"/>
                  </a:cubicBezTo>
                  <a:cubicBezTo>
                    <a:pt x="111" y="81"/>
                    <a:pt x="107" y="89"/>
                    <a:pt x="105" y="97"/>
                  </a:cubicBezTo>
                  <a:cubicBezTo>
                    <a:pt x="108" y="92"/>
                    <a:pt x="110" y="88"/>
                    <a:pt x="112" y="83"/>
                  </a:cubicBezTo>
                  <a:cubicBezTo>
                    <a:pt x="119" y="71"/>
                    <a:pt x="126" y="58"/>
                    <a:pt x="128" y="44"/>
                  </a:cubicBezTo>
                  <a:close/>
                </a:path>
              </a:pathLst>
            </a:custGeom>
            <a:solidFill>
              <a:schemeClr val="tx1">
                <a:lumMod val="50000"/>
              </a:schemeClr>
            </a:solidFill>
            <a:ln>
              <a:noFill/>
            </a:ln>
          </p:spPr>
          <p:txBody>
            <a:bodyPr vert="horz" wrap="square" lIns="91440" tIns="45720" rIns="91440" bIns="45720" numCol="1" rtlCol="0" anchor="t" anchorCtr="0" compatLnSpc="1">
              <a:prstTxWarp prst="textNoShape">
                <a:avLst/>
              </a:prstTxWarp>
            </a:bodyPr>
            <a:lstStyle/>
            <a:p>
              <a:pPr rtl="0"/>
              <a:endParaRPr/>
            </a:p>
          </p:txBody>
        </p:sp>
      </p:grpSp>
      <p:sp>
        <p:nvSpPr>
          <p:cNvPr id="3" name="Zástupný obrázok 2" descr="Prázdny zástupný objekt na pridanie obrázka. Kliknite na zástupný objekt a vyberte požadovaný obrázok."/>
          <p:cNvSpPr>
            <a:spLocks noGrp="1"/>
          </p:cNvSpPr>
          <p:nvPr>
            <p:ph type="pic" idx="1"/>
          </p:nvPr>
        </p:nvSpPr>
        <p:spPr>
          <a:xfrm>
            <a:off x="836613" y="1031195"/>
            <a:ext cx="5943600" cy="4572000"/>
          </a:xfrm>
          <a:solidFill>
            <a:schemeClr val="accent2">
              <a:lumMod val="40000"/>
              <a:lumOff val="60000"/>
            </a:schemeClr>
          </a:solidFill>
          <a:ln w="38100">
            <a:solidFill>
              <a:schemeClr val="bg1"/>
            </a:solidFill>
          </a:ln>
        </p:spPr>
        <p:txBody>
          <a:bodyPr rtlCol="0"/>
          <a:lstStyle>
            <a:lvl1pPr marL="0" indent="0" algn="l" rtl="0">
              <a:buNone/>
              <a:defRPr sz="3200"/>
            </a:lvl1pPr>
            <a:lvl2pPr marL="457200" indent="0" algn="l" rtl="0">
              <a:buNone/>
              <a:defRPr sz="2800"/>
            </a:lvl2pPr>
            <a:lvl3pPr marL="914400" indent="0" algn="l" rtl="0">
              <a:buNone/>
              <a:defRPr sz="2400"/>
            </a:lvl3pPr>
            <a:lvl4pPr marL="1371600" indent="0" algn="l" rtl="0">
              <a:buNone/>
              <a:defRPr sz="2000"/>
            </a:lvl4pPr>
            <a:lvl5pPr marL="1828800" indent="0" algn="l" rtl="0">
              <a:buNone/>
              <a:defRPr sz="2000"/>
            </a:lvl5pPr>
            <a:lvl6pPr marL="2286000" indent="0" algn="l" rtl="0">
              <a:buNone/>
              <a:defRPr sz="2000"/>
            </a:lvl6pPr>
            <a:lvl7pPr marL="2743200" indent="0" algn="l" rtl="0">
              <a:buNone/>
              <a:defRPr sz="2000"/>
            </a:lvl7pPr>
            <a:lvl8pPr marL="3200400" indent="0" algn="l" rtl="0">
              <a:buNone/>
              <a:defRPr sz="2000"/>
            </a:lvl8pPr>
            <a:lvl9pPr marL="3657600" indent="0" algn="l" rtl="0">
              <a:buNone/>
              <a:defRPr sz="2000"/>
            </a:lvl9pPr>
          </a:lstStyle>
          <a:p>
            <a:pPr rtl="0"/>
            <a:r>
              <a:rPr lang="sk-SK"/>
              <a:t>Ak chcete pridať obrázok, kliknite na ikonu</a:t>
            </a:r>
            <a:endParaRPr dirty="0"/>
          </a:p>
        </p:txBody>
      </p:sp>
      <p:sp>
        <p:nvSpPr>
          <p:cNvPr id="4" name="Zástupný text 3"/>
          <p:cNvSpPr>
            <a:spLocks noGrp="1"/>
          </p:cNvSpPr>
          <p:nvPr>
            <p:ph type="body" sz="half" idx="2"/>
          </p:nvPr>
        </p:nvSpPr>
        <p:spPr>
          <a:xfrm>
            <a:off x="7492891" y="3555521"/>
            <a:ext cx="3840480" cy="2168517"/>
          </a:xfrm>
        </p:spPr>
        <p:txBody>
          <a:bodyPr rtlCol="0">
            <a:normAutofit/>
          </a:bodyPr>
          <a:lstStyle>
            <a:lvl1pPr marL="0" indent="0" algn="l" rtl="0">
              <a:buNone/>
              <a:defRPr sz="1800"/>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sk-SK"/>
              <a:t>Kliknite sem a upravte štýly predlohy textu.</a:t>
            </a:r>
          </a:p>
        </p:txBody>
      </p:sp>
      <p:sp>
        <p:nvSpPr>
          <p:cNvPr id="7" name="Zástupné číslo snímky 6"/>
          <p:cNvSpPr>
            <a:spLocks noGrp="1"/>
          </p:cNvSpPr>
          <p:nvPr>
            <p:ph type="sldNum" sz="quarter" idx="12"/>
          </p:nvPr>
        </p:nvSpPr>
        <p:spPr/>
        <p:txBody>
          <a:bodyPr rtlCol="0"/>
          <a:lstStyle/>
          <a:p>
            <a:pPr rtl="0"/>
            <a:fld id="{022B156B-59AE-415F-B24B-8756D48BB977}" type="slidenum">
              <a:rPr/>
              <a:pPr rtl="0"/>
              <a:t>‹#›</a:t>
            </a:fld>
            <a:endParaRPr/>
          </a:p>
        </p:txBody>
      </p:sp>
      <p:sp>
        <p:nvSpPr>
          <p:cNvPr id="6" name="Zástupná päta 5"/>
          <p:cNvSpPr>
            <a:spLocks noGrp="1"/>
          </p:cNvSpPr>
          <p:nvPr>
            <p:ph type="ftr" sz="quarter" idx="11"/>
          </p:nvPr>
        </p:nvSpPr>
        <p:spPr/>
        <p:txBody>
          <a:bodyPr rtlCol="0"/>
          <a:lstStyle/>
          <a:p>
            <a:pPr rtl="0"/>
            <a:endParaRPr/>
          </a:p>
        </p:txBody>
      </p:sp>
      <p:sp>
        <p:nvSpPr>
          <p:cNvPr id="5" name="Zástupný dátum 4"/>
          <p:cNvSpPr>
            <a:spLocks noGrp="1"/>
          </p:cNvSpPr>
          <p:nvPr>
            <p:ph type="dt" sz="half" idx="10"/>
          </p:nvPr>
        </p:nvSpPr>
        <p:spPr/>
        <p:txBody>
          <a:bodyPr rtlCol="0"/>
          <a:lstStyle/>
          <a:p>
            <a:pPr rtl="0"/>
            <a:r>
              <a:rPr lang="en-US"/>
              <a:t>24.8.2016</a:t>
            </a:r>
            <a:endParaRPr/>
          </a:p>
        </p:txBody>
      </p:sp>
    </p:spTree>
    <p:extLst>
      <p:ext uri="{BB962C8B-B14F-4D97-AF65-F5344CB8AC3E}">
        <p14:creationId xmlns:p14="http://schemas.microsoft.com/office/powerpoint/2010/main" val="2659575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Nadpis a zvislý text">
    <p:spTree>
      <p:nvGrpSpPr>
        <p:cNvPr id="1" name=""/>
        <p:cNvGrpSpPr/>
        <p:nvPr/>
      </p:nvGrpSpPr>
      <p:grpSpPr>
        <a:xfrm>
          <a:off x="0" y="0"/>
          <a:ext cx="0" cy="0"/>
          <a:chOff x="0" y="0"/>
          <a:chExt cx="0" cy="0"/>
        </a:xfrm>
      </p:grpSpPr>
      <p:sp>
        <p:nvSpPr>
          <p:cNvPr id="2" name="Nadpis 1"/>
          <p:cNvSpPr>
            <a:spLocks noGrp="1"/>
          </p:cNvSpPr>
          <p:nvPr>
            <p:ph type="title"/>
          </p:nvPr>
        </p:nvSpPr>
        <p:spPr/>
        <p:txBody>
          <a:bodyPr rtlCol="0"/>
          <a:lstStyle/>
          <a:p>
            <a:pPr rtl="0"/>
            <a:r>
              <a:rPr lang="sk-SK"/>
              <a:t>Kliknite sem a upravte štýl predlohy nadpisov.</a:t>
            </a:r>
            <a:endParaRPr/>
          </a:p>
        </p:txBody>
      </p:sp>
      <p:sp>
        <p:nvSpPr>
          <p:cNvPr id="3" name="Zástupný zvislý text 2"/>
          <p:cNvSpPr>
            <a:spLocks noGrp="1"/>
          </p:cNvSpPr>
          <p:nvPr>
            <p:ph type="body" orient="vert" idx="1"/>
          </p:nvPr>
        </p:nvSpPr>
        <p:spPr/>
        <p:txBody>
          <a:bodyPr vert="eaVert" rtlCol="0"/>
          <a:lstStyle/>
          <a:p>
            <a:pPr lvl="0" rtl="0"/>
            <a:r>
              <a:rPr lang="sk-SK"/>
              <a:t>Kliknite sem a upravte štýly predlohy textu.</a:t>
            </a:r>
          </a:p>
          <a:p>
            <a:pPr lvl="1" rtl="0"/>
            <a:r>
              <a:rPr lang="sk-SK"/>
              <a:t>Druhá úroveň</a:t>
            </a:r>
          </a:p>
          <a:p>
            <a:pPr lvl="2" rtl="0"/>
            <a:r>
              <a:rPr lang="sk-SK"/>
              <a:t>Tretia úroveň</a:t>
            </a:r>
          </a:p>
          <a:p>
            <a:pPr lvl="3" rtl="0"/>
            <a:r>
              <a:rPr lang="sk-SK"/>
              <a:t>Štvrtá úroveň</a:t>
            </a:r>
          </a:p>
          <a:p>
            <a:pPr lvl="4" rtl="0"/>
            <a:r>
              <a:rPr lang="sk-SK"/>
              <a:t>Piata úroveň</a:t>
            </a:r>
            <a:endParaRPr/>
          </a:p>
        </p:txBody>
      </p:sp>
      <p:sp>
        <p:nvSpPr>
          <p:cNvPr id="6" name="Zástupný symbol čísla snímky 5"/>
          <p:cNvSpPr>
            <a:spLocks noGrp="1"/>
          </p:cNvSpPr>
          <p:nvPr>
            <p:ph type="sldNum" sz="quarter" idx="12"/>
          </p:nvPr>
        </p:nvSpPr>
        <p:spPr/>
        <p:txBody>
          <a:bodyPr rtlCol="0"/>
          <a:lstStyle/>
          <a:p>
            <a:pPr rtl="0"/>
            <a:fld id="{022B156B-59AE-415F-B24B-8756D48BB977}" type="slidenum">
              <a:rPr/>
              <a:pPr rtl="0"/>
              <a:t>‹#›</a:t>
            </a:fld>
            <a:endParaRPr/>
          </a:p>
        </p:txBody>
      </p:sp>
      <p:sp>
        <p:nvSpPr>
          <p:cNvPr id="5" name="Zástupná päta 4"/>
          <p:cNvSpPr>
            <a:spLocks noGrp="1"/>
          </p:cNvSpPr>
          <p:nvPr>
            <p:ph type="ftr" sz="quarter" idx="11"/>
          </p:nvPr>
        </p:nvSpPr>
        <p:spPr/>
        <p:txBody>
          <a:bodyPr rtlCol="0"/>
          <a:lstStyle/>
          <a:p>
            <a:pPr rtl="0"/>
            <a:endParaRPr/>
          </a:p>
        </p:txBody>
      </p:sp>
      <p:sp>
        <p:nvSpPr>
          <p:cNvPr id="4" name="Zástupný dátum 3"/>
          <p:cNvSpPr>
            <a:spLocks noGrp="1"/>
          </p:cNvSpPr>
          <p:nvPr>
            <p:ph type="dt" sz="half" idx="10"/>
          </p:nvPr>
        </p:nvSpPr>
        <p:spPr/>
        <p:txBody>
          <a:bodyPr rtlCol="0"/>
          <a:lstStyle/>
          <a:p>
            <a:pPr rtl="0"/>
            <a:r>
              <a:rPr lang="en-US"/>
              <a:t>24.8.2016</a:t>
            </a:r>
            <a:endParaRPr/>
          </a:p>
        </p:txBody>
      </p:sp>
    </p:spTree>
    <p:extLst>
      <p:ext uri="{BB962C8B-B14F-4D97-AF65-F5344CB8AC3E}">
        <p14:creationId xmlns:p14="http://schemas.microsoft.com/office/powerpoint/2010/main" val="2447936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extLst>
    <p:ext uri="{DCECCB84-F9BA-43D5-87BE-67443E8EF086}">
      <p15:sldGuideLst xmlns:p15="http://schemas.microsoft.com/office/powerpoint/2012/main">
        <p15:guide id="1" orient="horz" pos="216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Zvislý nadpis a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Zvislý nadpis 1"/>
          <p:cNvSpPr>
            <a:spLocks noGrp="1"/>
          </p:cNvSpPr>
          <p:nvPr>
            <p:ph type="title" orient="vert"/>
          </p:nvPr>
        </p:nvSpPr>
        <p:spPr>
          <a:xfrm>
            <a:off x="9624268" y="304800"/>
            <a:ext cx="1729531" cy="5676900"/>
          </a:xfrm>
        </p:spPr>
        <p:txBody>
          <a:bodyPr vert="eaVert" rtlCol="0"/>
          <a:lstStyle/>
          <a:p>
            <a:pPr rtl="0"/>
            <a:r>
              <a:rPr lang="sk-SK"/>
              <a:t>Kliknite sem a upravte štýl predlohy nadpisov.</a:t>
            </a:r>
            <a:endParaRPr/>
          </a:p>
        </p:txBody>
      </p:sp>
      <p:sp>
        <p:nvSpPr>
          <p:cNvPr id="3" name="Zástupný zvislý text 2"/>
          <p:cNvSpPr>
            <a:spLocks noGrp="1"/>
          </p:cNvSpPr>
          <p:nvPr>
            <p:ph type="body" orient="vert" idx="1"/>
          </p:nvPr>
        </p:nvSpPr>
        <p:spPr>
          <a:xfrm>
            <a:off x="838199" y="304800"/>
            <a:ext cx="8633671" cy="5676900"/>
          </a:xfrm>
        </p:spPr>
        <p:txBody>
          <a:bodyPr vert="eaVert" rtlCol="0"/>
          <a:lstStyle/>
          <a:p>
            <a:pPr lvl="0" rtl="0"/>
            <a:r>
              <a:rPr lang="sk-SK"/>
              <a:t>Kliknite sem a upravte štýly predlohy textu.</a:t>
            </a:r>
          </a:p>
          <a:p>
            <a:pPr lvl="1" rtl="0"/>
            <a:r>
              <a:rPr lang="sk-SK"/>
              <a:t>Druhá úroveň</a:t>
            </a:r>
          </a:p>
          <a:p>
            <a:pPr lvl="2" rtl="0"/>
            <a:r>
              <a:rPr lang="sk-SK"/>
              <a:t>Tretia úroveň</a:t>
            </a:r>
          </a:p>
          <a:p>
            <a:pPr lvl="3" rtl="0"/>
            <a:r>
              <a:rPr lang="sk-SK"/>
              <a:t>Štvrtá úroveň</a:t>
            </a:r>
          </a:p>
          <a:p>
            <a:pPr lvl="4" rtl="0"/>
            <a:r>
              <a:rPr lang="sk-SK"/>
              <a:t>Piata úroveň</a:t>
            </a:r>
            <a:endParaRPr/>
          </a:p>
        </p:txBody>
      </p:sp>
      <p:sp>
        <p:nvSpPr>
          <p:cNvPr id="6" name="Zástupné číslo snímky 5"/>
          <p:cNvSpPr>
            <a:spLocks noGrp="1"/>
          </p:cNvSpPr>
          <p:nvPr>
            <p:ph type="sldNum" sz="quarter" idx="12"/>
          </p:nvPr>
        </p:nvSpPr>
        <p:spPr/>
        <p:txBody>
          <a:bodyPr rtlCol="0"/>
          <a:lstStyle/>
          <a:p>
            <a:pPr rtl="0"/>
            <a:fld id="{022B156B-59AE-415F-B24B-8756D48BB977}" type="slidenum">
              <a:rPr/>
              <a:pPr rtl="0"/>
              <a:t>‹#›</a:t>
            </a:fld>
            <a:endParaRPr/>
          </a:p>
        </p:txBody>
      </p:sp>
      <p:sp>
        <p:nvSpPr>
          <p:cNvPr id="5" name="Zástupná päta 4"/>
          <p:cNvSpPr>
            <a:spLocks noGrp="1"/>
          </p:cNvSpPr>
          <p:nvPr>
            <p:ph type="ftr" sz="quarter" idx="11"/>
          </p:nvPr>
        </p:nvSpPr>
        <p:spPr/>
        <p:txBody>
          <a:bodyPr rtlCol="0"/>
          <a:lstStyle/>
          <a:p>
            <a:pPr rtl="0"/>
            <a:endParaRPr/>
          </a:p>
        </p:txBody>
      </p:sp>
      <p:sp>
        <p:nvSpPr>
          <p:cNvPr id="4" name="Zástupný dátum 3"/>
          <p:cNvSpPr>
            <a:spLocks noGrp="1"/>
          </p:cNvSpPr>
          <p:nvPr>
            <p:ph type="dt" sz="half" idx="10"/>
          </p:nvPr>
        </p:nvSpPr>
        <p:spPr/>
        <p:txBody>
          <a:bodyPr rtlCol="0"/>
          <a:lstStyle/>
          <a:p>
            <a:pPr rtl="0"/>
            <a:r>
              <a:rPr lang="en-US"/>
              <a:t>24.8.2016</a:t>
            </a:r>
            <a:endParaRPr/>
          </a:p>
        </p:txBody>
      </p:sp>
    </p:spTree>
    <p:extLst>
      <p:ext uri="{BB962C8B-B14F-4D97-AF65-F5344CB8AC3E}">
        <p14:creationId xmlns:p14="http://schemas.microsoft.com/office/powerpoint/2010/main" val="4205803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2" name="Zástupný objekt nadpisu 1"/>
          <p:cNvSpPr>
            <a:spLocks noGrp="1"/>
          </p:cNvSpPr>
          <p:nvPr>
            <p:ph type="title"/>
          </p:nvPr>
        </p:nvSpPr>
        <p:spPr>
          <a:xfrm>
            <a:off x="1065212" y="304800"/>
            <a:ext cx="10058402" cy="1219200"/>
          </a:xfrm>
          <a:prstGeom prst="rect">
            <a:avLst/>
          </a:prstGeom>
        </p:spPr>
        <p:txBody>
          <a:bodyPr vert="horz" lIns="91440" tIns="45720" rIns="91440" bIns="45720" rtlCol="0" anchor="b">
            <a:normAutofit/>
          </a:bodyPr>
          <a:lstStyle/>
          <a:p>
            <a:pPr rtl="0"/>
            <a:r>
              <a:rPr lang="sk"/>
              <a:t>Kliknite sem a upravte štýl predlohy nadpisov</a:t>
            </a:r>
            <a:endParaRPr/>
          </a:p>
        </p:txBody>
      </p:sp>
      <p:sp>
        <p:nvSpPr>
          <p:cNvPr id="3" name="Zástupný text 2"/>
          <p:cNvSpPr>
            <a:spLocks noGrp="1"/>
          </p:cNvSpPr>
          <p:nvPr>
            <p:ph type="body" idx="1"/>
          </p:nvPr>
        </p:nvSpPr>
        <p:spPr>
          <a:xfrm>
            <a:off x="1065214" y="1752600"/>
            <a:ext cx="10058400" cy="4229100"/>
          </a:xfrm>
          <a:prstGeom prst="rect">
            <a:avLst/>
          </a:prstGeom>
        </p:spPr>
        <p:txBody>
          <a:bodyPr vert="horz" lIns="91440" tIns="45720" rIns="91440" bIns="45720" rtlCol="0">
            <a:normAutofit/>
          </a:bodyPr>
          <a:lstStyle/>
          <a:p>
            <a:pPr lvl="0" rtl="0"/>
            <a:r>
              <a:rPr lang="sk"/>
              <a:t>Upraviť štýly predlohy textu</a:t>
            </a:r>
          </a:p>
          <a:p>
            <a:pPr lvl="1" rtl="0"/>
            <a:r>
              <a:rPr lang="sk"/>
              <a:t>Druhá úroveň</a:t>
            </a:r>
          </a:p>
          <a:p>
            <a:pPr lvl="2" rtl="0"/>
            <a:r>
              <a:rPr lang="sk"/>
              <a:t>Tretia úroveň</a:t>
            </a:r>
          </a:p>
          <a:p>
            <a:pPr lvl="3" rtl="0"/>
            <a:r>
              <a:rPr lang="sk"/>
              <a:t>Štvrtá úroveň</a:t>
            </a:r>
          </a:p>
          <a:p>
            <a:pPr lvl="4" rtl="0"/>
            <a:r>
              <a:rPr lang="sk"/>
              <a:t>Piata úroveň</a:t>
            </a:r>
            <a:endParaRPr/>
          </a:p>
        </p:txBody>
      </p:sp>
      <p:sp>
        <p:nvSpPr>
          <p:cNvPr id="6" name="Zástupný symbol čísla snímky 5"/>
          <p:cNvSpPr>
            <a:spLocks noGrp="1"/>
          </p:cNvSpPr>
          <p:nvPr>
            <p:ph type="sldNum" sz="quarter" idx="4"/>
          </p:nvPr>
        </p:nvSpPr>
        <p:spPr>
          <a:xfrm>
            <a:off x="1065213" y="6019801"/>
            <a:ext cx="762000" cy="228600"/>
          </a:xfrm>
          <a:prstGeom prst="rect">
            <a:avLst/>
          </a:prstGeom>
        </p:spPr>
        <p:txBody>
          <a:bodyPr vert="horz" lIns="91440" tIns="45720" rIns="91440" bIns="45720" rtlCol="0" anchor="ctr"/>
          <a:lstStyle>
            <a:lvl1pPr algn="l" rtl="0">
              <a:defRPr sz="1100">
                <a:solidFill>
                  <a:schemeClr val="tx1"/>
                </a:solidFill>
              </a:defRPr>
            </a:lvl1pPr>
          </a:lstStyle>
          <a:p>
            <a:pPr rtl="0"/>
            <a:fld id="{022B156B-59AE-415F-B24B-8756D48BB977}" type="slidenum">
              <a:rPr lang="en-US" smtClean="0"/>
              <a:pPr rtl="0"/>
              <a:t>‹#›</a:t>
            </a:fld>
            <a:endParaRPr lang="en-US"/>
          </a:p>
        </p:txBody>
      </p:sp>
      <p:sp>
        <p:nvSpPr>
          <p:cNvPr id="5" name="Zástupná päta 4"/>
          <p:cNvSpPr>
            <a:spLocks noGrp="1"/>
          </p:cNvSpPr>
          <p:nvPr>
            <p:ph type="ftr" sz="quarter" idx="3"/>
          </p:nvPr>
        </p:nvSpPr>
        <p:spPr>
          <a:xfrm>
            <a:off x="1979613" y="6019801"/>
            <a:ext cx="5943600" cy="228600"/>
          </a:xfrm>
          <a:prstGeom prst="rect">
            <a:avLst/>
          </a:prstGeom>
        </p:spPr>
        <p:txBody>
          <a:bodyPr vert="horz" lIns="91440" tIns="45720" rIns="91440" bIns="45720" rtlCol="0" anchor="ctr"/>
          <a:lstStyle>
            <a:lvl1pPr algn="l" rtl="0">
              <a:defRPr sz="1100">
                <a:solidFill>
                  <a:schemeClr val="tx1"/>
                </a:solidFill>
              </a:defRPr>
            </a:lvl1pPr>
          </a:lstStyle>
          <a:p>
            <a:pPr rtl="0"/>
            <a:endParaRPr lang="en-US"/>
          </a:p>
        </p:txBody>
      </p:sp>
      <p:sp>
        <p:nvSpPr>
          <p:cNvPr id="4" name="Zástupný dátum 3"/>
          <p:cNvSpPr>
            <a:spLocks noGrp="1"/>
          </p:cNvSpPr>
          <p:nvPr>
            <p:ph type="dt" sz="half" idx="2"/>
          </p:nvPr>
        </p:nvSpPr>
        <p:spPr>
          <a:xfrm>
            <a:off x="8075611" y="6019801"/>
            <a:ext cx="1396260" cy="228600"/>
          </a:xfrm>
          <a:prstGeom prst="rect">
            <a:avLst/>
          </a:prstGeom>
        </p:spPr>
        <p:txBody>
          <a:bodyPr vert="horz" lIns="91440" tIns="45720" rIns="91440" bIns="45720" rtlCol="0" anchor="ctr"/>
          <a:lstStyle>
            <a:lvl1pPr algn="l" rtl="0">
              <a:defRPr sz="1100">
                <a:solidFill>
                  <a:schemeClr val="tx1"/>
                </a:solidFill>
              </a:defRPr>
            </a:lvl1pPr>
          </a:lstStyle>
          <a:p>
            <a:pPr rtl="0"/>
            <a:r>
              <a:rPr lang="en-US"/>
              <a:t>24.8.2016</a:t>
            </a:r>
          </a:p>
        </p:txBody>
      </p:sp>
    </p:spTree>
    <p:extLst>
      <p:ext uri="{BB962C8B-B14F-4D97-AF65-F5344CB8AC3E}">
        <p14:creationId xmlns:p14="http://schemas.microsoft.com/office/powerpoint/2010/main" val="1300630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61" r:id="rId9"/>
    <p:sldLayoutId id="2147483662" r:id="rId10"/>
    <p:sldLayoutId id="2147483656" r:id="rId11"/>
    <p:sldLayoutId id="2147483657" r:id="rId12"/>
    <p:sldLayoutId id="2147483658" r:id="rId13"/>
    <p:sldLayoutId id="2147483659" r:id="rId14"/>
  </p:sldLayoutIdLst>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txStyles>
    <p:titleStyle>
      <a:lvl1pPr algn="l" defTabSz="914400" rtl="0" eaLnBrk="1" latinLnBrk="0" hangingPunct="1">
        <a:lnSpc>
          <a:spcPct val="90000"/>
        </a:lnSpc>
        <a:spcBef>
          <a:spcPct val="0"/>
        </a:spcBef>
        <a:buNone/>
        <a:defRPr sz="3600" kern="1200">
          <a:solidFill>
            <a:schemeClr val="tx1">
              <a:lumMod val="50000"/>
            </a:schemeClr>
          </a:solidFill>
          <a:latin typeface="+mj-lt"/>
          <a:ea typeface="+mj-ea"/>
          <a:cs typeface="+mj-cs"/>
        </a:defRPr>
      </a:lvl1pPr>
    </p:titleStyle>
    <p:bodyStyle>
      <a:lvl1pPr marL="347472" indent="-347472" algn="l" defTabSz="914400" rtl="0" eaLnBrk="1" latinLnBrk="0" hangingPunct="1">
        <a:lnSpc>
          <a:spcPct val="100000"/>
        </a:lnSpc>
        <a:spcBef>
          <a:spcPts val="1800"/>
        </a:spcBef>
        <a:buFont typeface="Arial" panose="020B0604020202020204" pitchFamily="34" charset="0"/>
        <a:buChar char="•"/>
        <a:defRPr sz="2400" kern="1200">
          <a:solidFill>
            <a:schemeClr val="tx1"/>
          </a:solidFill>
          <a:latin typeface="+mn-lt"/>
          <a:ea typeface="+mn-ea"/>
          <a:cs typeface="+mn-cs"/>
        </a:defRPr>
      </a:lvl1pPr>
      <a:lvl2pPr marL="740664" indent="-283464" algn="l" defTabSz="914400" rtl="0" eaLnBrk="1" latinLnBrk="0" hangingPunct="1">
        <a:lnSpc>
          <a:spcPct val="100000"/>
        </a:lnSpc>
        <a:spcBef>
          <a:spcPts val="12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6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6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600"/>
        </a:spcBef>
        <a:buFont typeface="Arial" panose="020B0604020202020204" pitchFamily="34" charset="0"/>
        <a:buChar char="•"/>
        <a:defRPr sz="1600" kern="1200" baseline="0">
          <a:solidFill>
            <a:schemeClr val="tx1"/>
          </a:solidFill>
          <a:latin typeface="+mn-lt"/>
          <a:ea typeface="+mn-ea"/>
          <a:cs typeface="+mn-cs"/>
        </a:defRPr>
      </a:lvl8pPr>
      <a:lvl9pPr marL="3886200" indent="-228600" algn="l" defTabSz="914400" rtl="0" eaLnBrk="1" latinLnBrk="0" hangingPunct="1">
        <a:lnSpc>
          <a:spcPct val="90000"/>
        </a:lnSpc>
        <a:spcBef>
          <a:spcPts val="600"/>
        </a:spcBef>
        <a:buFont typeface="Arial" panose="020B0604020202020204" pitchFamily="34" charset="0"/>
        <a:buChar char="•"/>
        <a:defRPr sz="16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orient="horz" pos="21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hyperlink" Target="https://wordwall.net/resource/11869463/vzory-%c5%beensk%c3%a9ho-rodu" TargetMode="External"/><Relationship Id="rId2" Type="http://schemas.openxmlformats.org/officeDocument/2006/relationships/hyperlink" Target="https://wordwall.net/resource/11867072/opakujeme-vzory-%c5%beensk%c3%a9ho-rodu" TargetMode="External"/><Relationship Id="rId1" Type="http://schemas.openxmlformats.org/officeDocument/2006/relationships/slideLayout" Target="../slideLayouts/slideLayout2.xml"/><Relationship Id="rId4" Type="http://schemas.openxmlformats.org/officeDocument/2006/relationships/hyperlink" Target="https://wordwall.net/resource/11870616/ur%c4%8d-vzor"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ctrTitle"/>
          </p:nvPr>
        </p:nvSpPr>
        <p:spPr>
          <a:xfrm>
            <a:off x="3463637" y="2320636"/>
            <a:ext cx="8352704" cy="1877291"/>
          </a:xfrm>
        </p:spPr>
        <p:txBody>
          <a:bodyPr rtlCol="0">
            <a:noAutofit/>
          </a:bodyPr>
          <a:lstStyle/>
          <a:p>
            <a:pPr algn="ctr" rtl="0">
              <a:lnSpc>
                <a:spcPct val="150000"/>
              </a:lnSpc>
            </a:pPr>
            <a:r>
              <a:rPr lang="sk" sz="7200" b="1" dirty="0"/>
              <a:t>Podstatné mená ženského rodu</a:t>
            </a:r>
          </a:p>
        </p:txBody>
      </p:sp>
      <p:sp>
        <p:nvSpPr>
          <p:cNvPr id="3" name="Podtitul 2"/>
          <p:cNvSpPr>
            <a:spLocks noGrp="1"/>
          </p:cNvSpPr>
          <p:nvPr>
            <p:ph type="subTitle" idx="1"/>
          </p:nvPr>
        </p:nvSpPr>
        <p:spPr>
          <a:xfrm>
            <a:off x="8605261" y="6421582"/>
            <a:ext cx="3586739" cy="436418"/>
          </a:xfrm>
        </p:spPr>
        <p:txBody>
          <a:bodyPr rtlCol="0">
            <a:normAutofit lnSpcReduction="10000"/>
          </a:bodyPr>
          <a:lstStyle/>
          <a:p>
            <a:pPr rtl="0"/>
            <a:endParaRPr lang="sk" b="1" dirty="0">
              <a:solidFill>
                <a:schemeClr val="tx2"/>
              </a:solidFill>
            </a:endParaRPr>
          </a:p>
        </p:txBody>
      </p:sp>
    </p:spTree>
    <p:extLst>
      <p:ext uri="{BB962C8B-B14F-4D97-AF65-F5344CB8AC3E}">
        <p14:creationId xmlns:p14="http://schemas.microsoft.com/office/powerpoint/2010/main" val="769675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Nadpis 12"/>
          <p:cNvSpPr>
            <a:spLocks noGrp="1"/>
          </p:cNvSpPr>
          <p:nvPr>
            <p:ph type="title"/>
          </p:nvPr>
        </p:nvSpPr>
        <p:spPr>
          <a:xfrm>
            <a:off x="1051357" y="415637"/>
            <a:ext cx="10058402" cy="1219200"/>
          </a:xfrm>
        </p:spPr>
        <p:txBody>
          <a:bodyPr rtlCol="0">
            <a:normAutofit/>
          </a:bodyPr>
          <a:lstStyle/>
          <a:p>
            <a:pPr algn="ctr" rtl="0"/>
            <a:r>
              <a:rPr lang="sk-SK" sz="5400" b="1" dirty="0"/>
              <a:t>Pomenuj obrázky</a:t>
            </a:r>
            <a:endParaRPr sz="5400" b="1"/>
          </a:p>
        </p:txBody>
      </p:sp>
      <p:pic>
        <p:nvPicPr>
          <p:cNvPr id="5" name="Picture 2" descr="Super Shred Diet: The Ultimate Diet Guide • DietBros.com"/>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4282" y="1308206"/>
            <a:ext cx="2286016" cy="405767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6" name="Picture 4" descr="3D kreslený styl ulice klipart zdarma ke stažení"/>
          <p:cNvPicPr>
            <a:picLocks noChangeAspect="1" noChangeArrowheads="1"/>
          </p:cNvPicPr>
          <p:nvPr/>
        </p:nvPicPr>
        <p:blipFill rotWithShape="1">
          <a:blip r:embed="rId3">
            <a:extLst>
              <a:ext uri="{28A0092B-C50C-407E-A947-70E740481C1C}">
                <a14:useLocalDpi xmlns:a14="http://schemas.microsoft.com/office/drawing/2010/main" val="0"/>
              </a:ext>
            </a:extLst>
          </a:blip>
          <a:srcRect l="3687" t="5198" r="3691" b="18923"/>
          <a:stretch/>
        </p:blipFill>
        <p:spPr bwMode="auto">
          <a:xfrm>
            <a:off x="2660058" y="3020290"/>
            <a:ext cx="3693226" cy="157941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7" name="Picture 6" descr="Ručné Dlaň Prsty - Vektorová grafika zdarma na Pixabay"/>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27303" y="2179047"/>
            <a:ext cx="2071702" cy="253677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descr="Kost Pes - Vektorová grafika zdarma na Pixabay"/>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18628329">
            <a:off x="8983090" y="2227801"/>
            <a:ext cx="3345145" cy="1672573"/>
          </a:xfrm>
          <a:prstGeom prst="rect">
            <a:avLst/>
          </a:prstGeom>
          <a:noFill/>
          <a:extLst>
            <a:ext uri="{909E8E84-426E-40DD-AFC4-6F175D3DCCD1}">
              <a14:hiddenFill xmlns:a14="http://schemas.microsoft.com/office/drawing/2010/main">
                <a:solidFill>
                  <a:srgbClr val="FFFFFF"/>
                </a:solidFill>
              </a14:hiddenFill>
            </a:ext>
          </a:extLst>
        </p:spPr>
      </p:pic>
      <p:sp>
        <p:nvSpPr>
          <p:cNvPr id="9" name="BlokTextu 8"/>
          <p:cNvSpPr txBox="1"/>
          <p:nvPr/>
        </p:nvSpPr>
        <p:spPr>
          <a:xfrm>
            <a:off x="557213" y="5572125"/>
            <a:ext cx="1436612" cy="584775"/>
          </a:xfrm>
          <a:prstGeom prst="rect">
            <a:avLst/>
          </a:prstGeom>
          <a:noFill/>
        </p:spPr>
        <p:txBody>
          <a:bodyPr wrap="none" rtlCol="0">
            <a:spAutoFit/>
          </a:bodyPr>
          <a:lstStyle/>
          <a:p>
            <a:r>
              <a:rPr lang="sk-SK" sz="3200" b="1" dirty="0"/>
              <a:t>ŽENA</a:t>
            </a:r>
          </a:p>
        </p:txBody>
      </p:sp>
      <p:sp>
        <p:nvSpPr>
          <p:cNvPr id="10" name="BlokTextu 9"/>
          <p:cNvSpPr txBox="1"/>
          <p:nvPr/>
        </p:nvSpPr>
        <p:spPr>
          <a:xfrm>
            <a:off x="3738563" y="4852988"/>
            <a:ext cx="1495922" cy="584775"/>
          </a:xfrm>
          <a:prstGeom prst="rect">
            <a:avLst/>
          </a:prstGeom>
          <a:noFill/>
        </p:spPr>
        <p:txBody>
          <a:bodyPr wrap="none" rtlCol="0">
            <a:spAutoFit/>
          </a:bodyPr>
          <a:lstStyle/>
          <a:p>
            <a:r>
              <a:rPr lang="sk-SK" sz="3200" b="1" dirty="0"/>
              <a:t>ULICA</a:t>
            </a:r>
          </a:p>
        </p:txBody>
      </p:sp>
      <p:sp>
        <p:nvSpPr>
          <p:cNvPr id="11" name="BlokTextu 10"/>
          <p:cNvSpPr txBox="1"/>
          <p:nvPr/>
        </p:nvSpPr>
        <p:spPr>
          <a:xfrm>
            <a:off x="7162801" y="4919663"/>
            <a:ext cx="1417376" cy="584775"/>
          </a:xfrm>
          <a:prstGeom prst="rect">
            <a:avLst/>
          </a:prstGeom>
          <a:noFill/>
        </p:spPr>
        <p:txBody>
          <a:bodyPr wrap="none" rtlCol="0">
            <a:spAutoFit/>
          </a:bodyPr>
          <a:lstStyle/>
          <a:p>
            <a:r>
              <a:rPr lang="sk-SK" sz="3200" b="1" dirty="0"/>
              <a:t>DLAŇ</a:t>
            </a:r>
          </a:p>
        </p:txBody>
      </p:sp>
      <p:sp>
        <p:nvSpPr>
          <p:cNvPr id="12" name="BlokTextu 11"/>
          <p:cNvSpPr txBox="1"/>
          <p:nvPr/>
        </p:nvSpPr>
        <p:spPr>
          <a:xfrm>
            <a:off x="9958388" y="4843463"/>
            <a:ext cx="1354858" cy="584775"/>
          </a:xfrm>
          <a:prstGeom prst="rect">
            <a:avLst/>
          </a:prstGeom>
          <a:noFill/>
        </p:spPr>
        <p:txBody>
          <a:bodyPr wrap="none" rtlCol="0">
            <a:spAutoFit/>
          </a:bodyPr>
          <a:lstStyle/>
          <a:p>
            <a:r>
              <a:rPr lang="sk-SK" sz="3200" b="1" dirty="0"/>
              <a:t>KOSŤ</a:t>
            </a:r>
          </a:p>
        </p:txBody>
      </p:sp>
    </p:spTree>
    <p:extLst>
      <p:ext uri="{BB962C8B-B14F-4D97-AF65-F5344CB8AC3E}">
        <p14:creationId xmlns:p14="http://schemas.microsoft.com/office/powerpoint/2010/main" val="3081074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wipe(down)">
                                      <p:cBhvr>
                                        <p:cTn id="12" dur="5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2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0">
                                            <p:txEl>
                                              <p:pRg st="0" end="0"/>
                                            </p:txEl>
                                          </p:spTgt>
                                        </p:tgtEl>
                                        <p:attrNameLst>
                                          <p:attrName>style.visibility</p:attrName>
                                        </p:attrNameLst>
                                      </p:cBhvr>
                                      <p:to>
                                        <p:strVal val="visible"/>
                                      </p:to>
                                    </p:set>
                                    <p:animEffect transition="in" filter="wipe(down)">
                                      <p:cBhvr>
                                        <p:cTn id="22" dur="500"/>
                                        <p:tgtEl>
                                          <p:spTgt spid="10">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20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1">
                                            <p:txEl>
                                              <p:pRg st="0" end="0"/>
                                            </p:txEl>
                                          </p:spTgt>
                                        </p:tgtEl>
                                        <p:attrNameLst>
                                          <p:attrName>style.visibility</p:attrName>
                                        </p:attrNameLst>
                                      </p:cBhvr>
                                      <p:to>
                                        <p:strVal val="visible"/>
                                      </p:to>
                                    </p:set>
                                    <p:animEffect transition="in" filter="wipe(down)">
                                      <p:cBhvr>
                                        <p:cTn id="32" dur="500"/>
                                        <p:tgtEl>
                                          <p:spTgt spid="11">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20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2">
                                            <p:txEl>
                                              <p:pRg st="0" end="0"/>
                                            </p:txEl>
                                          </p:spTgt>
                                        </p:tgtEl>
                                        <p:attrNameLst>
                                          <p:attrName>style.visibility</p:attrName>
                                        </p:attrNameLst>
                                      </p:cBhvr>
                                      <p:to>
                                        <p:strVal val="visible"/>
                                      </p:to>
                                    </p:set>
                                    <p:animEffect transition="in" filter="wipe(down)">
                                      <p:cBhvr>
                                        <p:cTn id="42"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p:bldP spid="10" grpId="0" build="allAtOnce"/>
      <p:bldP spid="11" grpId="0" build="allAtOnce"/>
      <p:bldP spid="12" grpId="0" build="allAtOnce"/>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rtlCol="0">
            <a:normAutofit/>
          </a:bodyPr>
          <a:lstStyle/>
          <a:p>
            <a:pPr algn="ctr" rtl="0"/>
            <a:r>
              <a:rPr lang="sk" sz="6600" b="1" dirty="0"/>
              <a:t>Vzor ŽENA</a:t>
            </a:r>
          </a:p>
        </p:txBody>
      </p:sp>
    </p:spTree>
    <p:extLst>
      <p:ext uri="{BB962C8B-B14F-4D97-AF65-F5344CB8AC3E}">
        <p14:creationId xmlns:p14="http://schemas.microsoft.com/office/powerpoint/2010/main" val="1805748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Nadpis 12"/>
          <p:cNvSpPr>
            <a:spLocks noGrp="1"/>
          </p:cNvSpPr>
          <p:nvPr>
            <p:ph type="title"/>
          </p:nvPr>
        </p:nvSpPr>
        <p:spPr>
          <a:xfrm>
            <a:off x="1051357" y="0"/>
            <a:ext cx="10058402" cy="1066800"/>
          </a:xfrm>
        </p:spPr>
        <p:txBody>
          <a:bodyPr rtlCol="0">
            <a:normAutofit/>
          </a:bodyPr>
          <a:lstStyle/>
          <a:p>
            <a:pPr algn="ctr" rtl="0"/>
            <a:r>
              <a:rPr lang="sk-SK" sz="5400" b="1" dirty="0"/>
              <a:t>Vzor ŽENA</a:t>
            </a:r>
            <a:endParaRPr sz="5400" b="1"/>
          </a:p>
        </p:txBody>
      </p:sp>
      <p:sp>
        <p:nvSpPr>
          <p:cNvPr id="14" name="Zástupný symbol obsahu 13"/>
          <p:cNvSpPr>
            <a:spLocks noGrp="1"/>
          </p:cNvSpPr>
          <p:nvPr>
            <p:ph idx="1"/>
          </p:nvPr>
        </p:nvSpPr>
        <p:spPr>
          <a:xfrm>
            <a:off x="261651" y="1032164"/>
            <a:ext cx="10058400" cy="4229100"/>
          </a:xfrm>
        </p:spPr>
        <p:txBody>
          <a:bodyPr rtlCol="0"/>
          <a:lstStyle/>
          <a:p>
            <a:pPr algn="just">
              <a:lnSpc>
                <a:spcPct val="150000"/>
              </a:lnSpc>
            </a:pPr>
            <a:r>
              <a:rPr lang="sk-SK" b="1" dirty="0"/>
              <a:t> podľa vzoru </a:t>
            </a:r>
            <a:r>
              <a:rPr lang="sk-SK" b="1" dirty="0">
                <a:solidFill>
                  <a:schemeClr val="accent5"/>
                </a:solidFill>
              </a:rPr>
              <a:t>ŽENA</a:t>
            </a:r>
            <a:r>
              <a:rPr lang="sk-SK" b="1" dirty="0"/>
              <a:t> sa skloňujú podstatné mená ženského rodu, ktoré sú v </a:t>
            </a:r>
            <a:r>
              <a:rPr lang="sk-SK" b="1" dirty="0">
                <a:solidFill>
                  <a:schemeClr val="accent5"/>
                </a:solidFill>
              </a:rPr>
              <a:t>N </a:t>
            </a:r>
            <a:r>
              <a:rPr lang="sk-SK" b="1" dirty="0" err="1">
                <a:solidFill>
                  <a:schemeClr val="accent5"/>
                </a:solidFill>
              </a:rPr>
              <a:t>sg</a:t>
            </a:r>
            <a:r>
              <a:rPr lang="sk-SK" b="1" dirty="0">
                <a:solidFill>
                  <a:schemeClr val="accent5"/>
                </a:solidFill>
              </a:rPr>
              <a:t>. zakončené </a:t>
            </a:r>
            <a:r>
              <a:rPr lang="sk-SK" b="1" dirty="0"/>
              <a:t>na samohlásku </a:t>
            </a:r>
            <a:r>
              <a:rPr lang="sk-SK" b="1" dirty="0">
                <a:solidFill>
                  <a:schemeClr val="accent5"/>
                </a:solidFill>
              </a:rPr>
              <a:t>–a.</a:t>
            </a:r>
            <a:r>
              <a:rPr lang="sk-SK" b="1" dirty="0"/>
              <a:t> Pred –a je tvrdá alebo obojaká spoluhláska. </a:t>
            </a:r>
          </a:p>
          <a:p>
            <a:pPr algn="just">
              <a:lnSpc>
                <a:spcPct val="150000"/>
              </a:lnSpc>
            </a:pPr>
            <a:r>
              <a:rPr lang="sk-SK" b="1" dirty="0"/>
              <a:t> Y píšeme: G </a:t>
            </a:r>
            <a:r>
              <a:rPr lang="sk-SK" b="1" dirty="0" err="1"/>
              <a:t>sg</a:t>
            </a:r>
            <a:r>
              <a:rPr lang="sk-SK" b="1" dirty="0"/>
              <a:t>., N </a:t>
            </a:r>
            <a:r>
              <a:rPr lang="sk-SK" b="1" dirty="0" err="1"/>
              <a:t>pl</a:t>
            </a:r>
            <a:r>
              <a:rPr lang="sk-SK" b="1" dirty="0"/>
              <a:t>., A </a:t>
            </a:r>
            <a:r>
              <a:rPr lang="sk-SK" b="1" dirty="0" err="1"/>
              <a:t>pl</a:t>
            </a:r>
            <a:r>
              <a:rPr lang="sk-SK" b="1" dirty="0"/>
              <a:t>. </a:t>
            </a:r>
          </a:p>
          <a:p>
            <a:pPr algn="just">
              <a:lnSpc>
                <a:spcPct val="150000"/>
              </a:lnSpc>
              <a:buNone/>
            </a:pPr>
            <a:endParaRPr lang="sk-SK" b="1" dirty="0">
              <a:latin typeface="+mj-lt"/>
            </a:endParaRPr>
          </a:p>
        </p:txBody>
      </p:sp>
      <p:graphicFrame>
        <p:nvGraphicFramePr>
          <p:cNvPr id="4" name="Tabuľka 3"/>
          <p:cNvGraphicFramePr>
            <a:graphicFrameLocks noGrp="1"/>
          </p:cNvGraphicFramePr>
          <p:nvPr>
            <p:extLst>
              <p:ext uri="{D42A27DB-BD31-4B8C-83A1-F6EECF244321}">
                <p14:modId xmlns:p14="http://schemas.microsoft.com/office/powerpoint/2010/main" val="1907121251"/>
              </p:ext>
            </p:extLst>
          </p:nvPr>
        </p:nvGraphicFramePr>
        <p:xfrm>
          <a:off x="479682" y="3657600"/>
          <a:ext cx="7930025" cy="3200400"/>
        </p:xfrm>
        <a:graphic>
          <a:graphicData uri="http://schemas.openxmlformats.org/drawingml/2006/table">
            <a:tbl>
              <a:tblPr firstRow="1" bandRow="1">
                <a:tableStyleId>{8FD4443E-F989-4FC4-A0C8-D5A2AF1F390B}</a:tableStyleId>
              </a:tblPr>
              <a:tblGrid>
                <a:gridCol w="2060786">
                  <a:extLst>
                    <a:ext uri="{9D8B030D-6E8A-4147-A177-3AD203B41FA5}">
                      <a16:colId xmlns:a16="http://schemas.microsoft.com/office/drawing/2014/main" val="20000"/>
                    </a:ext>
                  </a:extLst>
                </a:gridCol>
                <a:gridCol w="2220023">
                  <a:extLst>
                    <a:ext uri="{9D8B030D-6E8A-4147-A177-3AD203B41FA5}">
                      <a16:colId xmlns:a16="http://schemas.microsoft.com/office/drawing/2014/main" val="20001"/>
                    </a:ext>
                  </a:extLst>
                </a:gridCol>
                <a:gridCol w="3649216">
                  <a:extLst>
                    <a:ext uri="{9D8B030D-6E8A-4147-A177-3AD203B41FA5}">
                      <a16:colId xmlns:a16="http://schemas.microsoft.com/office/drawing/2014/main" val="20002"/>
                    </a:ext>
                  </a:extLst>
                </a:gridCol>
              </a:tblGrid>
              <a:tr h="371359">
                <a:tc>
                  <a:txBody>
                    <a:bodyPr/>
                    <a:lstStyle/>
                    <a:p>
                      <a:pPr algn="ctr"/>
                      <a:r>
                        <a:rPr lang="sk-SK" sz="2400" dirty="0"/>
                        <a:t>vzor žena</a:t>
                      </a:r>
                      <a:endParaRPr lang="sk-SK" sz="2400" b="1" dirty="0">
                        <a:latin typeface="Comic Sans MS" panose="030F0702030302020204" pitchFamily="66" charset="0"/>
                      </a:endParaRPr>
                    </a:p>
                  </a:txBody>
                  <a:tcPr anchor="ctr"/>
                </a:tc>
                <a:tc>
                  <a:txBody>
                    <a:bodyPr/>
                    <a:lstStyle/>
                    <a:p>
                      <a:pPr algn="ctr"/>
                      <a:r>
                        <a:rPr lang="sk-SK" sz="2400" dirty="0"/>
                        <a:t>singulár</a:t>
                      </a:r>
                      <a:endParaRPr lang="sk-SK" sz="2400" b="1" dirty="0">
                        <a:latin typeface="Comic Sans MS" panose="030F0702030302020204" pitchFamily="66" charset="0"/>
                      </a:endParaRPr>
                    </a:p>
                  </a:txBody>
                  <a:tcPr anchor="ctr"/>
                </a:tc>
                <a:tc>
                  <a:txBody>
                    <a:bodyPr/>
                    <a:lstStyle/>
                    <a:p>
                      <a:pPr algn="ctr"/>
                      <a:r>
                        <a:rPr lang="sk-SK" sz="2400" dirty="0"/>
                        <a:t>plurál</a:t>
                      </a:r>
                      <a:endParaRPr lang="sk-SK" sz="2400" b="1" dirty="0">
                        <a:latin typeface="Comic Sans MS" panose="030F0702030302020204" pitchFamily="66" charset="0"/>
                      </a:endParaRPr>
                    </a:p>
                  </a:txBody>
                  <a:tcPr anchor="ctr"/>
                </a:tc>
                <a:extLst>
                  <a:ext uri="{0D108BD9-81ED-4DB2-BD59-A6C34878D82A}">
                    <a16:rowId xmlns:a16="http://schemas.microsoft.com/office/drawing/2014/main" val="10000"/>
                  </a:ext>
                </a:extLst>
              </a:tr>
              <a:tr h="371359">
                <a:tc>
                  <a:txBody>
                    <a:bodyPr/>
                    <a:lstStyle/>
                    <a:p>
                      <a:pPr algn="ctr"/>
                      <a:r>
                        <a:rPr lang="sk-SK" sz="2400" dirty="0"/>
                        <a:t>N</a:t>
                      </a:r>
                      <a:endParaRPr lang="sk-SK" sz="2400" b="1" dirty="0">
                        <a:latin typeface="Comic Sans MS" panose="030F0702030302020204" pitchFamily="66" charset="0"/>
                      </a:endParaRPr>
                    </a:p>
                  </a:txBody>
                  <a:tcPr anchor="ctr"/>
                </a:tc>
                <a:tc>
                  <a:txBody>
                    <a:bodyPr/>
                    <a:lstStyle/>
                    <a:p>
                      <a:pPr algn="ctr"/>
                      <a:r>
                        <a:rPr lang="sk-SK" sz="2400" dirty="0"/>
                        <a:t>žena</a:t>
                      </a:r>
                      <a:endParaRPr lang="sk-SK" sz="2400" b="1" dirty="0">
                        <a:solidFill>
                          <a:srgbClr val="FF0000"/>
                        </a:solidFill>
                        <a:latin typeface="Comic Sans MS" panose="030F0702030302020204" pitchFamily="66" charset="0"/>
                      </a:endParaRPr>
                    </a:p>
                  </a:txBody>
                  <a:tcPr anchor="ctr"/>
                </a:tc>
                <a:tc>
                  <a:txBody>
                    <a:bodyPr/>
                    <a:lstStyle/>
                    <a:p>
                      <a:pPr algn="ctr"/>
                      <a:r>
                        <a:rPr lang="sk-SK" sz="2400" dirty="0"/>
                        <a:t>ženy</a:t>
                      </a:r>
                      <a:endParaRPr lang="sk-SK" sz="2400" b="1" dirty="0">
                        <a:solidFill>
                          <a:srgbClr val="FF0000"/>
                        </a:solidFill>
                        <a:latin typeface="Comic Sans MS" panose="030F0702030302020204" pitchFamily="66" charset="0"/>
                      </a:endParaRPr>
                    </a:p>
                  </a:txBody>
                  <a:tcPr anchor="ctr"/>
                </a:tc>
                <a:extLst>
                  <a:ext uri="{0D108BD9-81ED-4DB2-BD59-A6C34878D82A}">
                    <a16:rowId xmlns:a16="http://schemas.microsoft.com/office/drawing/2014/main" val="10001"/>
                  </a:ext>
                </a:extLst>
              </a:tr>
              <a:tr h="371359">
                <a:tc>
                  <a:txBody>
                    <a:bodyPr/>
                    <a:lstStyle/>
                    <a:p>
                      <a:pPr algn="ctr"/>
                      <a:r>
                        <a:rPr lang="sk-SK" sz="2400" dirty="0"/>
                        <a:t>G</a:t>
                      </a:r>
                      <a:endParaRPr lang="sk-SK" sz="2400" b="1" dirty="0">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dirty="0"/>
                        <a:t>ženy</a:t>
                      </a:r>
                      <a:endParaRPr lang="sk-SK" sz="2400" b="1" dirty="0">
                        <a:solidFill>
                          <a:srgbClr val="FF0000"/>
                        </a:solidFill>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dirty="0"/>
                        <a:t>žien-Ø</a:t>
                      </a:r>
                      <a:endParaRPr lang="sk-SK" sz="2400" b="1" dirty="0">
                        <a:solidFill>
                          <a:srgbClr val="FF0000"/>
                        </a:solidFill>
                        <a:latin typeface="Comic Sans MS" panose="030F0702030302020204" pitchFamily="66" charset="0"/>
                      </a:endParaRPr>
                    </a:p>
                  </a:txBody>
                  <a:tcPr anchor="ctr"/>
                </a:tc>
                <a:extLst>
                  <a:ext uri="{0D108BD9-81ED-4DB2-BD59-A6C34878D82A}">
                    <a16:rowId xmlns:a16="http://schemas.microsoft.com/office/drawing/2014/main" val="10002"/>
                  </a:ext>
                </a:extLst>
              </a:tr>
              <a:tr h="371359">
                <a:tc>
                  <a:txBody>
                    <a:bodyPr/>
                    <a:lstStyle/>
                    <a:p>
                      <a:pPr algn="ctr"/>
                      <a:r>
                        <a:rPr lang="sk-SK" sz="2400" dirty="0"/>
                        <a:t>D</a:t>
                      </a:r>
                      <a:endParaRPr lang="sk-SK" sz="2400" b="1" dirty="0">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dirty="0"/>
                        <a:t>žene</a:t>
                      </a:r>
                      <a:endParaRPr lang="sk-SK" sz="2400" b="1" dirty="0">
                        <a:solidFill>
                          <a:srgbClr val="FF0000"/>
                        </a:solidFill>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dirty="0"/>
                        <a:t>ženám</a:t>
                      </a:r>
                      <a:endParaRPr lang="sk-SK" sz="2400" b="1" dirty="0">
                        <a:solidFill>
                          <a:srgbClr val="FF0000"/>
                        </a:solidFill>
                        <a:latin typeface="Comic Sans MS" panose="030F0702030302020204" pitchFamily="66" charset="0"/>
                      </a:endParaRPr>
                    </a:p>
                  </a:txBody>
                  <a:tcPr anchor="ctr"/>
                </a:tc>
                <a:extLst>
                  <a:ext uri="{0D108BD9-81ED-4DB2-BD59-A6C34878D82A}">
                    <a16:rowId xmlns:a16="http://schemas.microsoft.com/office/drawing/2014/main" val="10003"/>
                  </a:ext>
                </a:extLst>
              </a:tr>
              <a:tr h="371359">
                <a:tc>
                  <a:txBody>
                    <a:bodyPr/>
                    <a:lstStyle/>
                    <a:p>
                      <a:pPr algn="ctr"/>
                      <a:r>
                        <a:rPr lang="sk-SK" sz="2400" dirty="0"/>
                        <a:t>A</a:t>
                      </a:r>
                      <a:endParaRPr lang="sk-SK" sz="2400" b="1" dirty="0">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dirty="0"/>
                        <a:t>ženu</a:t>
                      </a:r>
                      <a:endParaRPr lang="sk-SK" sz="2400" b="1" dirty="0">
                        <a:solidFill>
                          <a:srgbClr val="FF0000"/>
                        </a:solidFill>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dirty="0"/>
                        <a:t>ženy</a:t>
                      </a:r>
                      <a:endParaRPr lang="sk-SK" sz="2400" b="1" dirty="0">
                        <a:solidFill>
                          <a:srgbClr val="FF0000"/>
                        </a:solidFill>
                        <a:latin typeface="Comic Sans MS" panose="030F0702030302020204" pitchFamily="66" charset="0"/>
                      </a:endParaRPr>
                    </a:p>
                  </a:txBody>
                  <a:tcPr anchor="ctr"/>
                </a:tc>
                <a:extLst>
                  <a:ext uri="{0D108BD9-81ED-4DB2-BD59-A6C34878D82A}">
                    <a16:rowId xmlns:a16="http://schemas.microsoft.com/office/drawing/2014/main" val="10004"/>
                  </a:ext>
                </a:extLst>
              </a:tr>
              <a:tr h="371359">
                <a:tc>
                  <a:txBody>
                    <a:bodyPr/>
                    <a:lstStyle/>
                    <a:p>
                      <a:pPr algn="ctr"/>
                      <a:r>
                        <a:rPr lang="sk-SK" sz="2400" dirty="0"/>
                        <a:t>L</a:t>
                      </a:r>
                      <a:endParaRPr lang="sk-SK" sz="2400" b="1" dirty="0">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dirty="0"/>
                        <a:t>žene</a:t>
                      </a:r>
                      <a:r>
                        <a:rPr lang="sk-SK" sz="2400" baseline="0" dirty="0"/>
                        <a:t> </a:t>
                      </a:r>
                      <a:endParaRPr lang="sk-SK" sz="2400" b="1" dirty="0">
                        <a:solidFill>
                          <a:schemeClr val="tx1"/>
                        </a:solidFill>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dirty="0"/>
                        <a:t>ženách</a:t>
                      </a:r>
                      <a:endParaRPr lang="sk-SK" sz="2400" b="1" dirty="0">
                        <a:solidFill>
                          <a:srgbClr val="FF0000"/>
                        </a:solidFill>
                        <a:latin typeface="Comic Sans MS" panose="030F0702030302020204" pitchFamily="66" charset="0"/>
                      </a:endParaRPr>
                    </a:p>
                  </a:txBody>
                  <a:tcPr anchor="ctr"/>
                </a:tc>
                <a:extLst>
                  <a:ext uri="{0D108BD9-81ED-4DB2-BD59-A6C34878D82A}">
                    <a16:rowId xmlns:a16="http://schemas.microsoft.com/office/drawing/2014/main" val="10005"/>
                  </a:ext>
                </a:extLst>
              </a:tr>
              <a:tr h="371359">
                <a:tc>
                  <a:txBody>
                    <a:bodyPr/>
                    <a:lstStyle/>
                    <a:p>
                      <a:pPr algn="ctr"/>
                      <a:r>
                        <a:rPr lang="sk-SK" sz="2400" dirty="0"/>
                        <a:t>I</a:t>
                      </a:r>
                      <a:endParaRPr lang="sk-SK" sz="2400" b="1" dirty="0">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dirty="0"/>
                        <a:t>ženou</a:t>
                      </a:r>
                      <a:endParaRPr lang="sk-SK" sz="2400" b="1" dirty="0">
                        <a:solidFill>
                          <a:srgbClr val="FF0000"/>
                        </a:solidFill>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dirty="0"/>
                        <a:t>ženami</a:t>
                      </a:r>
                      <a:endParaRPr lang="sk-SK" sz="2400" b="1" dirty="0">
                        <a:solidFill>
                          <a:srgbClr val="FF0000"/>
                        </a:solidFill>
                        <a:latin typeface="Comic Sans MS" panose="030F0702030302020204" pitchFamily="66" charset="0"/>
                      </a:endParaRPr>
                    </a:p>
                  </a:txBody>
                  <a:tcPr anchor="ctr"/>
                </a:tc>
                <a:extLst>
                  <a:ext uri="{0D108BD9-81ED-4DB2-BD59-A6C34878D82A}">
                    <a16:rowId xmlns:a16="http://schemas.microsoft.com/office/drawing/2014/main" val="10006"/>
                  </a:ext>
                </a:extLst>
              </a:tr>
            </a:tbl>
          </a:graphicData>
        </a:graphic>
      </p:graphicFrame>
      <p:pic>
        <p:nvPicPr>
          <p:cNvPr id="5" name="Picture 2" descr="Super Shred Diet: The Ultimate Diet Guide • DietBros.com"/>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22311" y="2564794"/>
            <a:ext cx="2286016" cy="405767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1074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600" decel="100000"/>
                                        <p:tgtEl>
                                          <p:spTgt spid="4"/>
                                        </p:tgtEl>
                                      </p:cBhvr>
                                    </p:animEffect>
                                    <p:anim calcmode="lin" valueType="num">
                                      <p:cBhvr>
                                        <p:cTn id="8" dur="1600" decel="100000" fill="hold"/>
                                        <p:tgtEl>
                                          <p:spTgt spid="4"/>
                                        </p:tgtEl>
                                        <p:attrNameLst>
                                          <p:attrName>style.rotation</p:attrName>
                                        </p:attrNameLst>
                                      </p:cBhvr>
                                      <p:tavLst>
                                        <p:tav tm="0">
                                          <p:val>
                                            <p:fltVal val="-90"/>
                                          </p:val>
                                        </p:tav>
                                        <p:tav tm="100000">
                                          <p:val>
                                            <p:fltVal val="0"/>
                                          </p:val>
                                        </p:tav>
                                      </p:tavLst>
                                    </p:anim>
                                    <p:anim calcmode="lin" valueType="num">
                                      <p:cBhvr>
                                        <p:cTn id="9" dur="1600" decel="100000" fill="hold"/>
                                        <p:tgtEl>
                                          <p:spTgt spid="4"/>
                                        </p:tgtEl>
                                        <p:attrNameLst>
                                          <p:attrName>ppt_x</p:attrName>
                                        </p:attrNameLst>
                                      </p:cBhvr>
                                      <p:tavLst>
                                        <p:tav tm="0">
                                          <p:val>
                                            <p:strVal val="#ppt_x+0.4"/>
                                          </p:val>
                                        </p:tav>
                                        <p:tav tm="100000">
                                          <p:val>
                                            <p:strVal val="#ppt_x-0.05"/>
                                          </p:val>
                                        </p:tav>
                                      </p:tavLst>
                                    </p:anim>
                                    <p:anim calcmode="lin" valueType="num">
                                      <p:cBhvr>
                                        <p:cTn id="10" dur="1600" decel="100000" fill="hold"/>
                                        <p:tgtEl>
                                          <p:spTgt spid="4"/>
                                        </p:tgtEl>
                                        <p:attrNameLst>
                                          <p:attrName>ppt_y</p:attrName>
                                        </p:attrNameLst>
                                      </p:cBhvr>
                                      <p:tavLst>
                                        <p:tav tm="0">
                                          <p:val>
                                            <p:strVal val="#ppt_y-0.4"/>
                                          </p:val>
                                        </p:tav>
                                        <p:tav tm="100000">
                                          <p:val>
                                            <p:strVal val="#ppt_y+0.1"/>
                                          </p:val>
                                        </p:tav>
                                      </p:tavLst>
                                    </p:anim>
                                    <p:anim calcmode="lin" valueType="num">
                                      <p:cBhvr>
                                        <p:cTn id="11" dur="400" accel="100000" fill="hold">
                                          <p:stCondLst>
                                            <p:cond delay="1600"/>
                                          </p:stCondLst>
                                        </p:cTn>
                                        <p:tgtEl>
                                          <p:spTgt spid="4"/>
                                        </p:tgtEl>
                                        <p:attrNameLst>
                                          <p:attrName>ppt_x</p:attrName>
                                        </p:attrNameLst>
                                      </p:cBhvr>
                                      <p:tavLst>
                                        <p:tav tm="0">
                                          <p:val>
                                            <p:strVal val="#ppt_x-0.05"/>
                                          </p:val>
                                        </p:tav>
                                        <p:tav tm="100000">
                                          <p:val>
                                            <p:strVal val="#ppt_x"/>
                                          </p:val>
                                        </p:tav>
                                      </p:tavLst>
                                    </p:anim>
                                    <p:anim calcmode="lin" valueType="num">
                                      <p:cBhvr>
                                        <p:cTn id="12" dur="400" accel="100000" fill="hold">
                                          <p:stCondLst>
                                            <p:cond delay="1600"/>
                                          </p:stCondLst>
                                        </p:cTn>
                                        <p:tgtEl>
                                          <p:spTgt spid="4"/>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rtlCol="0">
            <a:normAutofit/>
          </a:bodyPr>
          <a:lstStyle/>
          <a:p>
            <a:pPr algn="ctr" rtl="0"/>
            <a:r>
              <a:rPr lang="sk" sz="6600" b="1" dirty="0"/>
              <a:t>Vzor ULICA</a:t>
            </a:r>
          </a:p>
        </p:txBody>
      </p:sp>
    </p:spTree>
    <p:extLst>
      <p:ext uri="{BB962C8B-B14F-4D97-AF65-F5344CB8AC3E}">
        <p14:creationId xmlns:p14="http://schemas.microsoft.com/office/powerpoint/2010/main" val="1805748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Nadpis 12"/>
          <p:cNvSpPr>
            <a:spLocks noGrp="1"/>
          </p:cNvSpPr>
          <p:nvPr>
            <p:ph type="title"/>
          </p:nvPr>
        </p:nvSpPr>
        <p:spPr>
          <a:xfrm>
            <a:off x="1051357" y="0"/>
            <a:ext cx="10058402" cy="1066800"/>
          </a:xfrm>
        </p:spPr>
        <p:txBody>
          <a:bodyPr rtlCol="0">
            <a:normAutofit/>
          </a:bodyPr>
          <a:lstStyle/>
          <a:p>
            <a:pPr algn="ctr" rtl="0"/>
            <a:r>
              <a:rPr lang="sk-SK" sz="5400" b="1" dirty="0"/>
              <a:t>Vzor ULICA</a:t>
            </a:r>
            <a:endParaRPr sz="5400" b="1"/>
          </a:p>
        </p:txBody>
      </p:sp>
      <p:sp>
        <p:nvSpPr>
          <p:cNvPr id="14" name="Zástupný symbol obsahu 13"/>
          <p:cNvSpPr>
            <a:spLocks noGrp="1"/>
          </p:cNvSpPr>
          <p:nvPr>
            <p:ph idx="1"/>
          </p:nvPr>
        </p:nvSpPr>
        <p:spPr>
          <a:xfrm>
            <a:off x="261651" y="1032164"/>
            <a:ext cx="10058400" cy="4229100"/>
          </a:xfrm>
        </p:spPr>
        <p:txBody>
          <a:bodyPr rtlCol="0"/>
          <a:lstStyle/>
          <a:p>
            <a:pPr algn="just">
              <a:lnSpc>
                <a:spcPct val="150000"/>
              </a:lnSpc>
            </a:pPr>
            <a:r>
              <a:rPr lang="sk-SK" b="1" dirty="0">
                <a:latin typeface="+mj-lt"/>
              </a:rPr>
              <a:t> podľa vzoru ULICA sa skloňujú podstatné mená ženského rodu, ktoré sú v N </a:t>
            </a:r>
            <a:r>
              <a:rPr lang="sk-SK" b="1" dirty="0" err="1">
                <a:latin typeface="+mj-lt"/>
              </a:rPr>
              <a:t>sg</a:t>
            </a:r>
            <a:r>
              <a:rPr lang="sk-SK" b="1" dirty="0">
                <a:latin typeface="+mj-lt"/>
              </a:rPr>
              <a:t>. zakončené na samohlásku –a. Pred –a je mäkká  spoluhláska.</a:t>
            </a:r>
          </a:p>
          <a:p>
            <a:pPr algn="just">
              <a:lnSpc>
                <a:spcPct val="150000"/>
              </a:lnSpc>
            </a:pPr>
            <a:r>
              <a:rPr lang="sk-SK" b="1" dirty="0">
                <a:latin typeface="+mj-lt"/>
              </a:rPr>
              <a:t> v pádových príponách píšeme len -i</a:t>
            </a:r>
          </a:p>
        </p:txBody>
      </p:sp>
      <p:pic>
        <p:nvPicPr>
          <p:cNvPr id="6" name="Picture 4" descr="3D kreslený styl ulice klipart zdarma ke stažení"/>
          <p:cNvPicPr>
            <a:picLocks noChangeAspect="1" noChangeArrowheads="1"/>
          </p:cNvPicPr>
          <p:nvPr/>
        </p:nvPicPr>
        <p:blipFill rotWithShape="1">
          <a:blip r:embed="rId2">
            <a:extLst>
              <a:ext uri="{28A0092B-C50C-407E-A947-70E740481C1C}">
                <a14:useLocalDpi xmlns:a14="http://schemas.microsoft.com/office/drawing/2010/main" val="0"/>
              </a:ext>
            </a:extLst>
          </a:blip>
          <a:srcRect l="3687" t="5198" r="3691" b="18923"/>
          <a:stretch/>
        </p:blipFill>
        <p:spPr bwMode="auto">
          <a:xfrm>
            <a:off x="8365363" y="2373011"/>
            <a:ext cx="3507982" cy="150019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graphicFrame>
        <p:nvGraphicFramePr>
          <p:cNvPr id="7" name="Tabuľka 6"/>
          <p:cNvGraphicFramePr>
            <a:graphicFrameLocks noGrp="1"/>
          </p:cNvGraphicFramePr>
          <p:nvPr>
            <p:extLst>
              <p:ext uri="{D42A27DB-BD31-4B8C-83A1-F6EECF244321}">
                <p14:modId xmlns:p14="http://schemas.microsoft.com/office/powerpoint/2010/main" val="1456536311"/>
              </p:ext>
            </p:extLst>
          </p:nvPr>
        </p:nvGraphicFramePr>
        <p:xfrm>
          <a:off x="509574" y="3643315"/>
          <a:ext cx="6777916" cy="3214685"/>
        </p:xfrm>
        <a:graphic>
          <a:graphicData uri="http://schemas.openxmlformats.org/drawingml/2006/table">
            <a:tbl>
              <a:tblPr firstRow="1" bandRow="1">
                <a:tableStyleId>{8FD4443E-F989-4FC4-A0C8-D5A2AF1F390B}</a:tableStyleId>
              </a:tblPr>
              <a:tblGrid>
                <a:gridCol w="1761386">
                  <a:extLst>
                    <a:ext uri="{9D8B030D-6E8A-4147-A177-3AD203B41FA5}">
                      <a16:colId xmlns:a16="http://schemas.microsoft.com/office/drawing/2014/main" val="20000"/>
                    </a:ext>
                  </a:extLst>
                </a:gridCol>
                <a:gridCol w="1897487">
                  <a:extLst>
                    <a:ext uri="{9D8B030D-6E8A-4147-A177-3AD203B41FA5}">
                      <a16:colId xmlns:a16="http://schemas.microsoft.com/office/drawing/2014/main" val="20001"/>
                    </a:ext>
                  </a:extLst>
                </a:gridCol>
                <a:gridCol w="3119043">
                  <a:extLst>
                    <a:ext uri="{9D8B030D-6E8A-4147-A177-3AD203B41FA5}">
                      <a16:colId xmlns:a16="http://schemas.microsoft.com/office/drawing/2014/main" val="20002"/>
                    </a:ext>
                  </a:extLst>
                </a:gridCol>
              </a:tblGrid>
              <a:tr h="741851">
                <a:tc>
                  <a:txBody>
                    <a:bodyPr/>
                    <a:lstStyle/>
                    <a:p>
                      <a:pPr algn="ctr"/>
                      <a:r>
                        <a:rPr lang="sk-SK" sz="2000" dirty="0"/>
                        <a:t>vzor ulica</a:t>
                      </a:r>
                      <a:endParaRPr lang="sk-SK" sz="2000" b="1" dirty="0">
                        <a:latin typeface="Comic Sans MS" panose="030F0702030302020204" pitchFamily="66" charset="0"/>
                      </a:endParaRPr>
                    </a:p>
                  </a:txBody>
                  <a:tcPr anchor="ctr"/>
                </a:tc>
                <a:tc>
                  <a:txBody>
                    <a:bodyPr/>
                    <a:lstStyle/>
                    <a:p>
                      <a:pPr algn="ctr"/>
                      <a:r>
                        <a:rPr lang="sk-SK" sz="2000" dirty="0"/>
                        <a:t>singulár</a:t>
                      </a:r>
                      <a:endParaRPr lang="sk-SK" sz="2000" b="1" dirty="0">
                        <a:latin typeface="Comic Sans MS" panose="030F0702030302020204" pitchFamily="66" charset="0"/>
                      </a:endParaRPr>
                    </a:p>
                  </a:txBody>
                  <a:tcPr anchor="ctr"/>
                </a:tc>
                <a:tc>
                  <a:txBody>
                    <a:bodyPr/>
                    <a:lstStyle/>
                    <a:p>
                      <a:pPr algn="ctr"/>
                      <a:r>
                        <a:rPr lang="sk-SK" sz="2000" dirty="0"/>
                        <a:t>plurál</a:t>
                      </a:r>
                      <a:endParaRPr lang="sk-SK" sz="2000" b="1" dirty="0">
                        <a:latin typeface="Comic Sans MS" panose="030F0702030302020204" pitchFamily="66" charset="0"/>
                      </a:endParaRPr>
                    </a:p>
                  </a:txBody>
                  <a:tcPr anchor="ctr"/>
                </a:tc>
                <a:extLst>
                  <a:ext uri="{0D108BD9-81ED-4DB2-BD59-A6C34878D82A}">
                    <a16:rowId xmlns:a16="http://schemas.microsoft.com/office/drawing/2014/main" val="10000"/>
                  </a:ext>
                </a:extLst>
              </a:tr>
              <a:tr h="412139">
                <a:tc>
                  <a:txBody>
                    <a:bodyPr/>
                    <a:lstStyle/>
                    <a:p>
                      <a:pPr algn="ctr"/>
                      <a:r>
                        <a:rPr lang="sk-SK" sz="2000" dirty="0"/>
                        <a:t>N</a:t>
                      </a:r>
                      <a:endParaRPr lang="sk-SK" sz="2000" b="1" dirty="0">
                        <a:latin typeface="Comic Sans MS" panose="030F0702030302020204" pitchFamily="66" charset="0"/>
                      </a:endParaRPr>
                    </a:p>
                  </a:txBody>
                  <a:tcPr anchor="ctr"/>
                </a:tc>
                <a:tc>
                  <a:txBody>
                    <a:bodyPr/>
                    <a:lstStyle/>
                    <a:p>
                      <a:pPr algn="ctr"/>
                      <a:r>
                        <a:rPr lang="sk-SK" sz="2000" dirty="0"/>
                        <a:t>ulica</a:t>
                      </a:r>
                      <a:endParaRPr lang="sk-SK" sz="2000" b="1" dirty="0">
                        <a:solidFill>
                          <a:srgbClr val="FF0000"/>
                        </a:solidFill>
                        <a:latin typeface="Comic Sans MS" panose="030F0702030302020204" pitchFamily="66" charset="0"/>
                      </a:endParaRPr>
                    </a:p>
                  </a:txBody>
                  <a:tcPr anchor="ctr"/>
                </a:tc>
                <a:tc>
                  <a:txBody>
                    <a:bodyPr/>
                    <a:lstStyle/>
                    <a:p>
                      <a:pPr algn="ctr"/>
                      <a:r>
                        <a:rPr lang="sk-SK" sz="2000" dirty="0"/>
                        <a:t>ulice</a:t>
                      </a:r>
                      <a:endParaRPr lang="sk-SK" sz="2000" b="1" dirty="0">
                        <a:solidFill>
                          <a:srgbClr val="FF0000"/>
                        </a:solidFill>
                        <a:latin typeface="Comic Sans MS" panose="030F0702030302020204" pitchFamily="66" charset="0"/>
                      </a:endParaRPr>
                    </a:p>
                  </a:txBody>
                  <a:tcPr anchor="ctr"/>
                </a:tc>
                <a:extLst>
                  <a:ext uri="{0D108BD9-81ED-4DB2-BD59-A6C34878D82A}">
                    <a16:rowId xmlns:a16="http://schemas.microsoft.com/office/drawing/2014/main" val="10001"/>
                  </a:ext>
                </a:extLst>
              </a:tr>
              <a:tr h="412139">
                <a:tc>
                  <a:txBody>
                    <a:bodyPr/>
                    <a:lstStyle/>
                    <a:p>
                      <a:pPr algn="ctr"/>
                      <a:r>
                        <a:rPr lang="sk-SK" sz="2000" dirty="0"/>
                        <a:t>G</a:t>
                      </a:r>
                      <a:endParaRPr lang="sk-SK" sz="2000" b="1" dirty="0">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000" dirty="0"/>
                        <a:t>ulice</a:t>
                      </a:r>
                      <a:endParaRPr lang="sk-SK" sz="2000" b="1" dirty="0">
                        <a:solidFill>
                          <a:srgbClr val="FF0000"/>
                        </a:solidFill>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000" dirty="0"/>
                        <a:t>ulíc-Ø</a:t>
                      </a:r>
                      <a:endParaRPr lang="sk-SK" sz="2000" b="1" dirty="0">
                        <a:solidFill>
                          <a:schemeClr val="tx1"/>
                        </a:solidFill>
                        <a:latin typeface="Comic Sans MS" panose="030F0702030302020204" pitchFamily="66" charset="0"/>
                      </a:endParaRPr>
                    </a:p>
                  </a:txBody>
                  <a:tcPr anchor="ctr"/>
                </a:tc>
                <a:extLst>
                  <a:ext uri="{0D108BD9-81ED-4DB2-BD59-A6C34878D82A}">
                    <a16:rowId xmlns:a16="http://schemas.microsoft.com/office/drawing/2014/main" val="10002"/>
                  </a:ext>
                </a:extLst>
              </a:tr>
              <a:tr h="412139">
                <a:tc>
                  <a:txBody>
                    <a:bodyPr/>
                    <a:lstStyle/>
                    <a:p>
                      <a:pPr algn="ctr"/>
                      <a:r>
                        <a:rPr lang="sk-SK" sz="2000" dirty="0"/>
                        <a:t>D</a:t>
                      </a:r>
                      <a:endParaRPr lang="sk-SK" sz="2000" b="1" dirty="0">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000" dirty="0"/>
                        <a:t>ulici</a:t>
                      </a:r>
                      <a:endParaRPr lang="sk-SK" sz="2000" b="1" dirty="0">
                        <a:solidFill>
                          <a:srgbClr val="FF0000"/>
                        </a:solidFill>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000" dirty="0"/>
                        <a:t>uliciam</a:t>
                      </a:r>
                      <a:endParaRPr lang="sk-SK" sz="2000" b="1" dirty="0">
                        <a:solidFill>
                          <a:srgbClr val="FF0000"/>
                        </a:solidFill>
                        <a:latin typeface="Comic Sans MS" panose="030F0702030302020204" pitchFamily="66" charset="0"/>
                      </a:endParaRPr>
                    </a:p>
                  </a:txBody>
                  <a:tcPr anchor="ctr"/>
                </a:tc>
                <a:extLst>
                  <a:ext uri="{0D108BD9-81ED-4DB2-BD59-A6C34878D82A}">
                    <a16:rowId xmlns:a16="http://schemas.microsoft.com/office/drawing/2014/main" val="10003"/>
                  </a:ext>
                </a:extLst>
              </a:tr>
              <a:tr h="412139">
                <a:tc>
                  <a:txBody>
                    <a:bodyPr/>
                    <a:lstStyle/>
                    <a:p>
                      <a:pPr algn="ctr"/>
                      <a:r>
                        <a:rPr lang="sk-SK" sz="2000" dirty="0"/>
                        <a:t>A</a:t>
                      </a:r>
                      <a:endParaRPr lang="sk-SK" sz="2000" b="1" dirty="0">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000" dirty="0"/>
                        <a:t>ulicu</a:t>
                      </a:r>
                      <a:endParaRPr lang="sk-SK" sz="2000" b="1" dirty="0">
                        <a:solidFill>
                          <a:srgbClr val="FF0000"/>
                        </a:solidFill>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000" dirty="0"/>
                        <a:t>ulice</a:t>
                      </a:r>
                      <a:endParaRPr lang="sk-SK" sz="2000" b="1" dirty="0">
                        <a:solidFill>
                          <a:srgbClr val="FF0000"/>
                        </a:solidFill>
                        <a:latin typeface="Comic Sans MS" panose="030F0702030302020204" pitchFamily="66" charset="0"/>
                      </a:endParaRPr>
                    </a:p>
                  </a:txBody>
                  <a:tcPr anchor="ctr"/>
                </a:tc>
                <a:extLst>
                  <a:ext uri="{0D108BD9-81ED-4DB2-BD59-A6C34878D82A}">
                    <a16:rowId xmlns:a16="http://schemas.microsoft.com/office/drawing/2014/main" val="10004"/>
                  </a:ext>
                </a:extLst>
              </a:tr>
              <a:tr h="412139">
                <a:tc>
                  <a:txBody>
                    <a:bodyPr/>
                    <a:lstStyle/>
                    <a:p>
                      <a:pPr algn="ctr"/>
                      <a:r>
                        <a:rPr lang="sk-SK" sz="2000" dirty="0"/>
                        <a:t>L</a:t>
                      </a:r>
                      <a:endParaRPr lang="sk-SK" sz="2000" b="1" dirty="0">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000" dirty="0"/>
                        <a:t>ulici</a:t>
                      </a:r>
                      <a:endParaRPr lang="sk-SK" sz="2000" b="1" dirty="0">
                        <a:solidFill>
                          <a:srgbClr val="FF0000"/>
                        </a:solidFill>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000" dirty="0"/>
                        <a:t>uliciach</a:t>
                      </a:r>
                      <a:endParaRPr lang="sk-SK" sz="2000" b="1" dirty="0">
                        <a:solidFill>
                          <a:srgbClr val="FF0000"/>
                        </a:solidFill>
                        <a:latin typeface="Comic Sans MS" panose="030F0702030302020204" pitchFamily="66" charset="0"/>
                      </a:endParaRPr>
                    </a:p>
                  </a:txBody>
                  <a:tcPr anchor="ctr"/>
                </a:tc>
                <a:extLst>
                  <a:ext uri="{0D108BD9-81ED-4DB2-BD59-A6C34878D82A}">
                    <a16:rowId xmlns:a16="http://schemas.microsoft.com/office/drawing/2014/main" val="10005"/>
                  </a:ext>
                </a:extLst>
              </a:tr>
              <a:tr h="412139">
                <a:tc>
                  <a:txBody>
                    <a:bodyPr/>
                    <a:lstStyle/>
                    <a:p>
                      <a:pPr algn="ctr"/>
                      <a:r>
                        <a:rPr lang="sk-SK" sz="2000" dirty="0"/>
                        <a:t>I</a:t>
                      </a:r>
                      <a:endParaRPr lang="sk-SK" sz="2000" b="1" dirty="0">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000" dirty="0"/>
                        <a:t>ulicou</a:t>
                      </a:r>
                      <a:endParaRPr lang="sk-SK" sz="2000" b="1" dirty="0">
                        <a:solidFill>
                          <a:srgbClr val="FF0000"/>
                        </a:solidFill>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000" dirty="0"/>
                        <a:t>ulicami</a:t>
                      </a:r>
                      <a:endParaRPr lang="sk-SK" sz="2000" b="1" dirty="0">
                        <a:solidFill>
                          <a:srgbClr val="FF0000"/>
                        </a:solidFill>
                        <a:latin typeface="Comic Sans MS" panose="030F0702030302020204" pitchFamily="66" charset="0"/>
                      </a:endParaRPr>
                    </a:p>
                  </a:txBody>
                  <a:tcPr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081074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par>
                          <p:cTn id="8" fill="hold">
                            <p:stCondLst>
                              <p:cond delay="2000"/>
                            </p:stCondLst>
                            <p:childTnLst>
                              <p:par>
                                <p:cTn id="9" presetID="3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600" decel="100000"/>
                                        <p:tgtEl>
                                          <p:spTgt spid="7"/>
                                        </p:tgtEl>
                                      </p:cBhvr>
                                    </p:animEffect>
                                    <p:anim calcmode="lin" valueType="num">
                                      <p:cBhvr>
                                        <p:cTn id="12" dur="1600" decel="100000" fill="hold"/>
                                        <p:tgtEl>
                                          <p:spTgt spid="7"/>
                                        </p:tgtEl>
                                        <p:attrNameLst>
                                          <p:attrName>style.rotation</p:attrName>
                                        </p:attrNameLst>
                                      </p:cBhvr>
                                      <p:tavLst>
                                        <p:tav tm="0">
                                          <p:val>
                                            <p:fltVal val="-90"/>
                                          </p:val>
                                        </p:tav>
                                        <p:tav tm="100000">
                                          <p:val>
                                            <p:fltVal val="0"/>
                                          </p:val>
                                        </p:tav>
                                      </p:tavLst>
                                    </p:anim>
                                    <p:anim calcmode="lin" valueType="num">
                                      <p:cBhvr>
                                        <p:cTn id="13" dur="1600" decel="100000" fill="hold"/>
                                        <p:tgtEl>
                                          <p:spTgt spid="7"/>
                                        </p:tgtEl>
                                        <p:attrNameLst>
                                          <p:attrName>ppt_x</p:attrName>
                                        </p:attrNameLst>
                                      </p:cBhvr>
                                      <p:tavLst>
                                        <p:tav tm="0">
                                          <p:val>
                                            <p:strVal val="#ppt_x+0.4"/>
                                          </p:val>
                                        </p:tav>
                                        <p:tav tm="100000">
                                          <p:val>
                                            <p:strVal val="#ppt_x-0.05"/>
                                          </p:val>
                                        </p:tav>
                                      </p:tavLst>
                                    </p:anim>
                                    <p:anim calcmode="lin" valueType="num">
                                      <p:cBhvr>
                                        <p:cTn id="14" dur="1600" decel="100000" fill="hold"/>
                                        <p:tgtEl>
                                          <p:spTgt spid="7"/>
                                        </p:tgtEl>
                                        <p:attrNameLst>
                                          <p:attrName>ppt_y</p:attrName>
                                        </p:attrNameLst>
                                      </p:cBhvr>
                                      <p:tavLst>
                                        <p:tav tm="0">
                                          <p:val>
                                            <p:strVal val="#ppt_y-0.4"/>
                                          </p:val>
                                        </p:tav>
                                        <p:tav tm="100000">
                                          <p:val>
                                            <p:strVal val="#ppt_y+0.1"/>
                                          </p:val>
                                        </p:tav>
                                      </p:tavLst>
                                    </p:anim>
                                    <p:anim calcmode="lin" valueType="num">
                                      <p:cBhvr>
                                        <p:cTn id="15" dur="400" accel="100000" fill="hold">
                                          <p:stCondLst>
                                            <p:cond delay="1600"/>
                                          </p:stCondLst>
                                        </p:cTn>
                                        <p:tgtEl>
                                          <p:spTgt spid="7"/>
                                        </p:tgtEl>
                                        <p:attrNameLst>
                                          <p:attrName>ppt_x</p:attrName>
                                        </p:attrNameLst>
                                      </p:cBhvr>
                                      <p:tavLst>
                                        <p:tav tm="0">
                                          <p:val>
                                            <p:strVal val="#ppt_x-0.05"/>
                                          </p:val>
                                        </p:tav>
                                        <p:tav tm="100000">
                                          <p:val>
                                            <p:strVal val="#ppt_x"/>
                                          </p:val>
                                        </p:tav>
                                      </p:tavLst>
                                    </p:anim>
                                    <p:anim calcmode="lin" valueType="num">
                                      <p:cBhvr>
                                        <p:cTn id="16" dur="400" accel="100000" fill="hold">
                                          <p:stCondLst>
                                            <p:cond delay="1600"/>
                                          </p:stCondLst>
                                        </p:cTn>
                                        <p:tgtEl>
                                          <p:spTgt spid="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Nadpis 12"/>
          <p:cNvSpPr>
            <a:spLocks noGrp="1"/>
          </p:cNvSpPr>
          <p:nvPr>
            <p:ph type="title"/>
          </p:nvPr>
        </p:nvSpPr>
        <p:spPr>
          <a:xfrm>
            <a:off x="817418" y="0"/>
            <a:ext cx="10306196" cy="1371600"/>
          </a:xfrm>
        </p:spPr>
        <p:txBody>
          <a:bodyPr rtlCol="0">
            <a:noAutofit/>
          </a:bodyPr>
          <a:lstStyle/>
          <a:p>
            <a:pPr algn="ctr"/>
            <a:r>
              <a:rPr lang="sk-SK" sz="3800" b="1" dirty="0"/>
              <a:t>Ako určujeme podstatné mená </a:t>
            </a:r>
            <a:br>
              <a:rPr lang="sk-SK" sz="3800" b="1" dirty="0"/>
            </a:br>
            <a:r>
              <a:rPr lang="sk-SK" sz="3800" b="1" dirty="0"/>
              <a:t>ženského rodu?</a:t>
            </a:r>
            <a:endParaRPr sz="3800" b="1"/>
          </a:p>
        </p:txBody>
      </p:sp>
      <p:sp>
        <p:nvSpPr>
          <p:cNvPr id="14" name="Zástupný symbol obsahu 13"/>
          <p:cNvSpPr>
            <a:spLocks noGrp="1"/>
          </p:cNvSpPr>
          <p:nvPr>
            <p:ph idx="1"/>
          </p:nvPr>
        </p:nvSpPr>
        <p:spPr>
          <a:xfrm>
            <a:off x="206232" y="1461655"/>
            <a:ext cx="9658204" cy="5105400"/>
          </a:xfrm>
        </p:spPr>
        <p:txBody>
          <a:bodyPr rtlCol="0">
            <a:normAutofit fontScale="92500" lnSpcReduction="10000"/>
          </a:bodyPr>
          <a:lstStyle/>
          <a:p>
            <a:pPr algn="just">
              <a:lnSpc>
                <a:spcPct val="150000"/>
              </a:lnSpc>
            </a:pPr>
            <a:r>
              <a:rPr lang="sk-SK" b="1" dirty="0">
                <a:solidFill>
                  <a:schemeClr val="accent1">
                    <a:lumMod val="50000"/>
                  </a:schemeClr>
                </a:solidFill>
                <a:latin typeface="+mj-lt"/>
              </a:rPr>
              <a:t> určíme rod podstatného mena (</a:t>
            </a:r>
            <a:r>
              <a:rPr lang="sk-SK" b="1" u="sng" dirty="0">
                <a:solidFill>
                  <a:schemeClr val="bg2">
                    <a:lumMod val="50000"/>
                  </a:schemeClr>
                </a:solidFill>
                <a:latin typeface="+mj-lt"/>
              </a:rPr>
              <a:t>TÁ</a:t>
            </a:r>
            <a:r>
              <a:rPr lang="sk-SK" b="1" dirty="0">
                <a:solidFill>
                  <a:schemeClr val="accent1">
                    <a:lumMod val="50000"/>
                  </a:schemeClr>
                </a:solidFill>
                <a:latin typeface="+mj-lt"/>
              </a:rPr>
              <a:t> TEKVICA) </a:t>
            </a:r>
          </a:p>
          <a:p>
            <a:pPr algn="just">
              <a:lnSpc>
                <a:spcPct val="150000"/>
              </a:lnSpc>
            </a:pPr>
            <a:r>
              <a:rPr lang="sk-SK" b="1" dirty="0">
                <a:solidFill>
                  <a:schemeClr val="accent1">
                    <a:lumMod val="50000"/>
                  </a:schemeClr>
                </a:solidFill>
                <a:latin typeface="+mj-lt"/>
              </a:rPr>
              <a:t> určíme N </a:t>
            </a:r>
            <a:r>
              <a:rPr lang="sk-SK" b="1" dirty="0" err="1">
                <a:solidFill>
                  <a:schemeClr val="accent1">
                    <a:lumMod val="50000"/>
                  </a:schemeClr>
                </a:solidFill>
                <a:latin typeface="+mj-lt"/>
              </a:rPr>
              <a:t>sg</a:t>
            </a:r>
            <a:r>
              <a:rPr lang="sk-SK" b="1" dirty="0">
                <a:solidFill>
                  <a:schemeClr val="accent1">
                    <a:lumMod val="50000"/>
                  </a:schemeClr>
                </a:solidFill>
                <a:latin typeface="+mj-lt"/>
              </a:rPr>
              <a:t>. a všimneme si koncovku – TEKVIC</a:t>
            </a:r>
            <a:r>
              <a:rPr lang="sk-SK" b="1" dirty="0">
                <a:solidFill>
                  <a:schemeClr val="bg2">
                    <a:lumMod val="50000"/>
                  </a:schemeClr>
                </a:solidFill>
                <a:latin typeface="+mj-lt"/>
              </a:rPr>
              <a:t>A</a:t>
            </a:r>
          </a:p>
          <a:p>
            <a:pPr algn="just">
              <a:lnSpc>
                <a:spcPct val="150000"/>
              </a:lnSpc>
            </a:pPr>
            <a:r>
              <a:rPr lang="sk-SK" b="1" dirty="0">
                <a:solidFill>
                  <a:schemeClr val="accent1">
                    <a:lumMod val="50000"/>
                  </a:schemeClr>
                </a:solidFill>
                <a:latin typeface="+mj-lt"/>
              </a:rPr>
              <a:t> keď sa podstatné meno ženského rodu končí v N </a:t>
            </a:r>
            <a:r>
              <a:rPr lang="sk-SK" b="1" dirty="0" err="1">
                <a:solidFill>
                  <a:schemeClr val="accent1">
                    <a:lumMod val="50000"/>
                  </a:schemeClr>
                </a:solidFill>
                <a:latin typeface="+mj-lt"/>
              </a:rPr>
              <a:t>sg</a:t>
            </a:r>
            <a:r>
              <a:rPr lang="sk-SK" b="1" dirty="0">
                <a:solidFill>
                  <a:schemeClr val="accent1">
                    <a:lumMod val="50000"/>
                  </a:schemeClr>
                </a:solidFill>
                <a:latin typeface="+mj-lt"/>
              </a:rPr>
              <a:t>. na –a, môže to byť vzor </a:t>
            </a:r>
            <a:r>
              <a:rPr lang="sk-SK" b="1" dirty="0">
                <a:solidFill>
                  <a:schemeClr val="bg2">
                    <a:lumMod val="50000"/>
                  </a:schemeClr>
                </a:solidFill>
                <a:latin typeface="+mj-lt"/>
              </a:rPr>
              <a:t>ŽENA</a:t>
            </a:r>
            <a:r>
              <a:rPr lang="sk-SK" b="1" dirty="0">
                <a:solidFill>
                  <a:schemeClr val="accent1">
                    <a:lumMod val="50000"/>
                  </a:schemeClr>
                </a:solidFill>
                <a:latin typeface="+mj-lt"/>
              </a:rPr>
              <a:t> alebo </a:t>
            </a:r>
            <a:r>
              <a:rPr lang="sk-SK" b="1" dirty="0">
                <a:solidFill>
                  <a:schemeClr val="bg2">
                    <a:lumMod val="50000"/>
                  </a:schemeClr>
                </a:solidFill>
                <a:latin typeface="+mj-lt"/>
              </a:rPr>
              <a:t>ULICA</a:t>
            </a:r>
          </a:p>
          <a:p>
            <a:pPr algn="just">
              <a:lnSpc>
                <a:spcPct val="150000"/>
              </a:lnSpc>
            </a:pPr>
            <a:r>
              <a:rPr lang="sk-SK" b="1" dirty="0">
                <a:solidFill>
                  <a:schemeClr val="accent1">
                    <a:lumMod val="50000"/>
                  </a:schemeClr>
                </a:solidFill>
                <a:latin typeface="+mj-lt"/>
              </a:rPr>
              <a:t> určíme si tvrdosť spoluhlásky, ktorá sa nachádza pred –a (tvrdá, mäkká, obojaká) – </a:t>
            </a:r>
            <a:r>
              <a:rPr lang="sk-SK" b="1" dirty="0">
                <a:solidFill>
                  <a:schemeClr val="bg2">
                    <a:lumMod val="50000"/>
                  </a:schemeClr>
                </a:solidFill>
                <a:latin typeface="+mj-lt"/>
              </a:rPr>
              <a:t>C</a:t>
            </a:r>
            <a:r>
              <a:rPr lang="sk-SK" b="1" dirty="0">
                <a:solidFill>
                  <a:schemeClr val="accent1">
                    <a:lumMod val="50000"/>
                  </a:schemeClr>
                </a:solidFill>
                <a:latin typeface="+mj-lt"/>
              </a:rPr>
              <a:t> je </a:t>
            </a:r>
            <a:r>
              <a:rPr lang="sk-SK" b="1" dirty="0">
                <a:solidFill>
                  <a:schemeClr val="bg2">
                    <a:lumMod val="50000"/>
                  </a:schemeClr>
                </a:solidFill>
                <a:latin typeface="+mj-lt"/>
              </a:rPr>
              <a:t>mäkká </a:t>
            </a:r>
            <a:r>
              <a:rPr lang="sk-SK" b="1" dirty="0">
                <a:solidFill>
                  <a:schemeClr val="accent1">
                    <a:lumMod val="50000"/>
                  </a:schemeClr>
                </a:solidFill>
                <a:latin typeface="+mj-lt"/>
              </a:rPr>
              <a:t>spoluhláska = vzor </a:t>
            </a:r>
            <a:r>
              <a:rPr lang="sk-SK" b="1" dirty="0">
                <a:solidFill>
                  <a:schemeClr val="bg2">
                    <a:lumMod val="50000"/>
                  </a:schemeClr>
                </a:solidFill>
                <a:latin typeface="+mj-lt"/>
              </a:rPr>
              <a:t>ULICA</a:t>
            </a:r>
          </a:p>
          <a:p>
            <a:pPr algn="just">
              <a:lnSpc>
                <a:spcPct val="150000"/>
              </a:lnSpc>
            </a:pPr>
            <a:r>
              <a:rPr lang="sk-SK" b="1" dirty="0">
                <a:solidFill>
                  <a:schemeClr val="accent1">
                    <a:lumMod val="50000"/>
                  </a:schemeClr>
                </a:solidFill>
                <a:latin typeface="+mj-lt"/>
              </a:rPr>
              <a:t> overenie: podstatné meno si dáme do N </a:t>
            </a:r>
            <a:r>
              <a:rPr lang="sk-SK" b="1" dirty="0" err="1">
                <a:solidFill>
                  <a:schemeClr val="accent1">
                    <a:lumMod val="50000"/>
                  </a:schemeClr>
                </a:solidFill>
                <a:latin typeface="+mj-lt"/>
              </a:rPr>
              <a:t>pl</a:t>
            </a:r>
            <a:r>
              <a:rPr lang="sk-SK" b="1" dirty="0">
                <a:solidFill>
                  <a:schemeClr val="accent1">
                    <a:lumMod val="50000"/>
                  </a:schemeClr>
                </a:solidFill>
                <a:latin typeface="+mj-lt"/>
              </a:rPr>
              <a:t>.:</a:t>
            </a:r>
          </a:p>
          <a:p>
            <a:pPr algn="just">
              <a:lnSpc>
                <a:spcPct val="150000"/>
              </a:lnSpc>
              <a:buNone/>
            </a:pPr>
            <a:r>
              <a:rPr lang="sk-SK" b="1" dirty="0">
                <a:solidFill>
                  <a:schemeClr val="accent1">
                    <a:lumMod val="50000"/>
                  </a:schemeClr>
                </a:solidFill>
                <a:latin typeface="+mj-lt"/>
              </a:rPr>
              <a:t>		 TEKVIC</a:t>
            </a:r>
            <a:r>
              <a:rPr lang="sk-SK" b="1" dirty="0">
                <a:solidFill>
                  <a:schemeClr val="bg2">
                    <a:lumMod val="50000"/>
                  </a:schemeClr>
                </a:solidFill>
                <a:latin typeface="+mj-lt"/>
              </a:rPr>
              <a:t>A</a:t>
            </a:r>
            <a:r>
              <a:rPr lang="sk-SK" b="1" dirty="0">
                <a:solidFill>
                  <a:schemeClr val="accent1">
                    <a:lumMod val="50000"/>
                  </a:schemeClr>
                </a:solidFill>
                <a:latin typeface="+mj-lt"/>
              </a:rPr>
              <a:t>– TEKVIC</a:t>
            </a:r>
            <a:r>
              <a:rPr lang="sk-SK" b="1" dirty="0">
                <a:solidFill>
                  <a:schemeClr val="bg2">
                    <a:lumMod val="50000"/>
                  </a:schemeClr>
                </a:solidFill>
                <a:latin typeface="+mj-lt"/>
              </a:rPr>
              <a:t>E</a:t>
            </a:r>
            <a:r>
              <a:rPr lang="sk-SK" b="1" dirty="0">
                <a:solidFill>
                  <a:schemeClr val="accent1">
                    <a:lumMod val="50000"/>
                  </a:schemeClr>
                </a:solidFill>
                <a:latin typeface="+mj-lt"/>
              </a:rPr>
              <a:t>		ULIC</a:t>
            </a:r>
            <a:r>
              <a:rPr lang="sk-SK" b="1" dirty="0">
                <a:solidFill>
                  <a:schemeClr val="bg2">
                    <a:lumMod val="50000"/>
                  </a:schemeClr>
                </a:solidFill>
                <a:latin typeface="+mj-lt"/>
              </a:rPr>
              <a:t>A</a:t>
            </a:r>
            <a:r>
              <a:rPr lang="sk-SK" b="1" dirty="0">
                <a:solidFill>
                  <a:schemeClr val="accent1">
                    <a:lumMod val="50000"/>
                  </a:schemeClr>
                </a:solidFill>
                <a:latin typeface="+mj-lt"/>
              </a:rPr>
              <a:t>- ULIC</a:t>
            </a:r>
            <a:r>
              <a:rPr lang="sk-SK" b="1" dirty="0">
                <a:solidFill>
                  <a:schemeClr val="bg2">
                    <a:lumMod val="50000"/>
                  </a:schemeClr>
                </a:solidFill>
                <a:latin typeface="+mj-lt"/>
              </a:rPr>
              <a:t>E</a:t>
            </a:r>
          </a:p>
        </p:txBody>
      </p:sp>
      <p:pic>
        <p:nvPicPr>
          <p:cNvPr id="38914" name="Picture 2" descr="Výsledok vyhľadávania obrázkov pre dopyt tekvica png"/>
          <p:cNvPicPr>
            <a:picLocks noChangeAspect="1" noChangeArrowheads="1"/>
          </p:cNvPicPr>
          <p:nvPr/>
        </p:nvPicPr>
        <p:blipFill>
          <a:blip r:embed="rId2" cstate="print"/>
          <a:srcRect/>
          <a:stretch>
            <a:fillRect/>
          </a:stretch>
        </p:blipFill>
        <p:spPr bwMode="auto">
          <a:xfrm>
            <a:off x="9646480" y="609600"/>
            <a:ext cx="2185302" cy="2126240"/>
          </a:xfrm>
          <a:prstGeom prst="rect">
            <a:avLst/>
          </a:prstGeom>
          <a:noFill/>
        </p:spPr>
      </p:pic>
    </p:spTree>
    <p:extLst>
      <p:ext uri="{BB962C8B-B14F-4D97-AF65-F5344CB8AC3E}">
        <p14:creationId xmlns:p14="http://schemas.microsoft.com/office/powerpoint/2010/main" val="3081074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20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fade">
                                      <p:cBhvr>
                                        <p:cTn id="12" dur="2000"/>
                                        <p:tgtEl>
                                          <p:spTgt spid="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Effect transition="in" filter="fade">
                                      <p:cBhvr>
                                        <p:cTn id="17" dur="2000"/>
                                        <p:tgtEl>
                                          <p:spTgt spid="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xEl>
                                              <p:pRg st="3" end="3"/>
                                            </p:txEl>
                                          </p:spTgt>
                                        </p:tgtEl>
                                        <p:attrNameLst>
                                          <p:attrName>style.visibility</p:attrName>
                                        </p:attrNameLst>
                                      </p:cBhvr>
                                      <p:to>
                                        <p:strVal val="visible"/>
                                      </p:to>
                                    </p:set>
                                    <p:animEffect transition="in" filter="fade">
                                      <p:cBhvr>
                                        <p:cTn id="22" dur="2000"/>
                                        <p:tgtEl>
                                          <p:spTgt spid="1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
                                            <p:txEl>
                                              <p:pRg st="4" end="4"/>
                                            </p:txEl>
                                          </p:spTgt>
                                        </p:tgtEl>
                                        <p:attrNameLst>
                                          <p:attrName>style.visibility</p:attrName>
                                        </p:attrNameLst>
                                      </p:cBhvr>
                                      <p:to>
                                        <p:strVal val="visible"/>
                                      </p:to>
                                    </p:set>
                                    <p:animEffect transition="in" filter="fade">
                                      <p:cBhvr>
                                        <p:cTn id="27" dur="2000"/>
                                        <p:tgtEl>
                                          <p:spTgt spid="1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xEl>
                                              <p:pRg st="5" end="5"/>
                                            </p:txEl>
                                          </p:spTgt>
                                        </p:tgtEl>
                                        <p:attrNameLst>
                                          <p:attrName>style.visibility</p:attrName>
                                        </p:attrNameLst>
                                      </p:cBhvr>
                                      <p:to>
                                        <p:strVal val="visible"/>
                                      </p:to>
                                    </p:set>
                                    <p:animEffect transition="in" filter="fade">
                                      <p:cBhvr>
                                        <p:cTn id="32" dur="2000"/>
                                        <p:tgtEl>
                                          <p:spTgt spid="1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Nadpis 12"/>
          <p:cNvSpPr>
            <a:spLocks noGrp="1"/>
          </p:cNvSpPr>
          <p:nvPr>
            <p:ph type="title"/>
          </p:nvPr>
        </p:nvSpPr>
        <p:spPr>
          <a:xfrm>
            <a:off x="720436" y="789709"/>
            <a:ext cx="10721832" cy="1066800"/>
          </a:xfrm>
        </p:spPr>
        <p:txBody>
          <a:bodyPr rtlCol="0">
            <a:noAutofit/>
          </a:bodyPr>
          <a:lstStyle/>
          <a:p>
            <a:pPr algn="ctr" rtl="0">
              <a:lnSpc>
                <a:spcPct val="150000"/>
              </a:lnSpc>
            </a:pPr>
            <a:r>
              <a:rPr lang="sk-SK" sz="3200" b="1" dirty="0"/>
              <a:t>Vyber z textu podstatné mená ženského rodu, ktoré sa skloňujú podľa vzoru ulica, a urč ich pád.</a:t>
            </a:r>
            <a:endParaRPr sz="3200" b="1"/>
          </a:p>
        </p:txBody>
      </p:sp>
      <p:sp>
        <p:nvSpPr>
          <p:cNvPr id="14" name="Zástupný symbol obsahu 13"/>
          <p:cNvSpPr>
            <a:spLocks noGrp="1"/>
          </p:cNvSpPr>
          <p:nvPr>
            <p:ph idx="1"/>
          </p:nvPr>
        </p:nvSpPr>
        <p:spPr>
          <a:xfrm>
            <a:off x="261650" y="2216727"/>
            <a:ext cx="11528567" cy="3699163"/>
          </a:xfrm>
        </p:spPr>
        <p:txBody>
          <a:bodyPr rtlCol="0">
            <a:normAutofit lnSpcReduction="10000"/>
          </a:bodyPr>
          <a:lstStyle/>
          <a:p>
            <a:pPr algn="just">
              <a:lnSpc>
                <a:spcPct val="150000"/>
              </a:lnSpc>
              <a:buNone/>
            </a:pPr>
            <a:r>
              <a:rPr lang="sk-SK" dirty="0"/>
              <a:t>	Naproti spálni bola umiestnená čitáreň. Sestra sa tešila novým náušniciam. Doma chodíme v papučiach. Na schôdzke sme hovorili o našej práci. Vo voľných chvíľach čítam. Chorí sa majú vyhýbať ťažkej práci. Mama čistí škvrny na dlaždiciach. Ružiam sa poteší každá žena. Dnes už piesne nevychádzajú na platni. Neviem dobre chodiť na korčuliach. Po hrádzi sa môžem bezpečne bicyklovať. Na hranici už nepotrebujeme pas.</a:t>
            </a:r>
            <a:endParaRPr lang="sk-SK" b="1" dirty="0">
              <a:latin typeface="+mj-lt"/>
            </a:endParaRPr>
          </a:p>
        </p:txBody>
      </p:sp>
      <p:cxnSp>
        <p:nvCxnSpPr>
          <p:cNvPr id="4" name="Rovná spojnica 3"/>
          <p:cNvCxnSpPr/>
          <p:nvPr/>
        </p:nvCxnSpPr>
        <p:spPr>
          <a:xfrm>
            <a:off x="2119746" y="2715491"/>
            <a:ext cx="942109" cy="1588"/>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5" name="Rovná spojnica 4"/>
          <p:cNvCxnSpPr/>
          <p:nvPr/>
        </p:nvCxnSpPr>
        <p:spPr>
          <a:xfrm flipV="1">
            <a:off x="706582" y="3228109"/>
            <a:ext cx="1690254" cy="1"/>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7" name="Rovná spojnica 6"/>
          <p:cNvCxnSpPr/>
          <p:nvPr/>
        </p:nvCxnSpPr>
        <p:spPr>
          <a:xfrm>
            <a:off x="5514110" y="3200400"/>
            <a:ext cx="1565563" cy="13855"/>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9" name="Rovná spojnica 8"/>
          <p:cNvCxnSpPr/>
          <p:nvPr/>
        </p:nvCxnSpPr>
        <p:spPr>
          <a:xfrm>
            <a:off x="1551710" y="3740728"/>
            <a:ext cx="942109" cy="1588"/>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0" name="Rovná spojnica 9"/>
          <p:cNvCxnSpPr/>
          <p:nvPr/>
        </p:nvCxnSpPr>
        <p:spPr>
          <a:xfrm flipV="1">
            <a:off x="4433455" y="3740727"/>
            <a:ext cx="1399309" cy="13855"/>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2" name="Rovná spojnica 11"/>
          <p:cNvCxnSpPr/>
          <p:nvPr/>
        </p:nvCxnSpPr>
        <p:spPr>
          <a:xfrm>
            <a:off x="609601" y="4239491"/>
            <a:ext cx="942109" cy="1588"/>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5" name="Rovná spojnica 14"/>
          <p:cNvCxnSpPr/>
          <p:nvPr/>
        </p:nvCxnSpPr>
        <p:spPr>
          <a:xfrm>
            <a:off x="5209310" y="4253346"/>
            <a:ext cx="1731817" cy="13854"/>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7" name="Rovná spojnica 16"/>
          <p:cNvCxnSpPr/>
          <p:nvPr/>
        </p:nvCxnSpPr>
        <p:spPr>
          <a:xfrm>
            <a:off x="7135092" y="4239491"/>
            <a:ext cx="1191490" cy="13854"/>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9" name="Rovná spojnica 18"/>
          <p:cNvCxnSpPr/>
          <p:nvPr/>
        </p:nvCxnSpPr>
        <p:spPr>
          <a:xfrm>
            <a:off x="6331528" y="4779818"/>
            <a:ext cx="942109" cy="1588"/>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20" name="Rovná spojnica 19"/>
          <p:cNvCxnSpPr/>
          <p:nvPr/>
        </p:nvCxnSpPr>
        <p:spPr>
          <a:xfrm>
            <a:off x="581891" y="5278582"/>
            <a:ext cx="1662545" cy="13854"/>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22" name="Rovná spojnica 21"/>
          <p:cNvCxnSpPr/>
          <p:nvPr/>
        </p:nvCxnSpPr>
        <p:spPr>
          <a:xfrm>
            <a:off x="3144983" y="5292436"/>
            <a:ext cx="942109" cy="1588"/>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23" name="Rovná spojnica 22"/>
          <p:cNvCxnSpPr/>
          <p:nvPr/>
        </p:nvCxnSpPr>
        <p:spPr>
          <a:xfrm>
            <a:off x="10072255" y="5250873"/>
            <a:ext cx="1163781" cy="13854"/>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1074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down)">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down)">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ipe(down)">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down)">
                                      <p:cBhvr>
                                        <p:cTn id="47" dur="5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wipe(down)">
                                      <p:cBhvr>
                                        <p:cTn id="52" dur="500"/>
                                        <p:tgtEl>
                                          <p:spTgt spid="2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wipe(down)">
                                      <p:cBhvr>
                                        <p:cTn id="57" dur="500"/>
                                        <p:tgtEl>
                                          <p:spTgt spid="2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wipe(down)">
                                      <p:cBhvr>
                                        <p:cTn id="6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rtlCol="0">
            <a:normAutofit/>
          </a:bodyPr>
          <a:lstStyle/>
          <a:p>
            <a:pPr algn="ctr" rtl="0"/>
            <a:r>
              <a:rPr lang="sk" sz="6600" b="1" dirty="0"/>
              <a:t>Vzor DLAŇ</a:t>
            </a:r>
          </a:p>
        </p:txBody>
      </p:sp>
    </p:spTree>
    <p:extLst>
      <p:ext uri="{BB962C8B-B14F-4D97-AF65-F5344CB8AC3E}">
        <p14:creationId xmlns:p14="http://schemas.microsoft.com/office/powerpoint/2010/main" val="1805748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Nadpis 12"/>
          <p:cNvSpPr>
            <a:spLocks noGrp="1"/>
          </p:cNvSpPr>
          <p:nvPr>
            <p:ph type="title"/>
          </p:nvPr>
        </p:nvSpPr>
        <p:spPr>
          <a:xfrm>
            <a:off x="1051357" y="0"/>
            <a:ext cx="10058402" cy="1066800"/>
          </a:xfrm>
        </p:spPr>
        <p:txBody>
          <a:bodyPr rtlCol="0">
            <a:normAutofit/>
          </a:bodyPr>
          <a:lstStyle/>
          <a:p>
            <a:pPr algn="ctr" rtl="0"/>
            <a:r>
              <a:rPr lang="sk-SK" sz="5400" b="1" dirty="0"/>
              <a:t>Vzor DLAŇ</a:t>
            </a:r>
            <a:endParaRPr sz="5400" b="1"/>
          </a:p>
        </p:txBody>
      </p:sp>
      <p:sp>
        <p:nvSpPr>
          <p:cNvPr id="14" name="Zástupný symbol obsahu 13"/>
          <p:cNvSpPr>
            <a:spLocks noGrp="1"/>
          </p:cNvSpPr>
          <p:nvPr>
            <p:ph idx="1"/>
          </p:nvPr>
        </p:nvSpPr>
        <p:spPr>
          <a:xfrm>
            <a:off x="261651" y="1032164"/>
            <a:ext cx="10058400" cy="4229100"/>
          </a:xfrm>
        </p:spPr>
        <p:txBody>
          <a:bodyPr rtlCol="0"/>
          <a:lstStyle/>
          <a:p>
            <a:pPr algn="just">
              <a:lnSpc>
                <a:spcPct val="150000"/>
              </a:lnSpc>
            </a:pPr>
            <a:r>
              <a:rPr lang="sk-SK" b="1" dirty="0">
                <a:latin typeface="+mj-lt"/>
              </a:rPr>
              <a:t> podľa vzoru DLAŇ sa skloňujú podstatné mená ženského rodu, ktoré sú v </a:t>
            </a:r>
            <a:r>
              <a:rPr lang="sk-SK" b="1" dirty="0">
                <a:solidFill>
                  <a:srgbClr val="FF0000"/>
                </a:solidFill>
                <a:latin typeface="+mj-lt"/>
              </a:rPr>
              <a:t>N </a:t>
            </a:r>
            <a:r>
              <a:rPr lang="sk-SK" b="1" dirty="0" err="1">
                <a:solidFill>
                  <a:srgbClr val="FF0000"/>
                </a:solidFill>
                <a:latin typeface="+mj-lt"/>
              </a:rPr>
              <a:t>sg</a:t>
            </a:r>
            <a:r>
              <a:rPr lang="sk-SK" b="1" dirty="0">
                <a:solidFill>
                  <a:srgbClr val="FF0000"/>
                </a:solidFill>
                <a:latin typeface="+mj-lt"/>
              </a:rPr>
              <a:t>. a G </a:t>
            </a:r>
            <a:r>
              <a:rPr lang="sk-SK" b="1" dirty="0" err="1">
                <a:solidFill>
                  <a:srgbClr val="FF0000"/>
                </a:solidFill>
                <a:latin typeface="+mj-lt"/>
              </a:rPr>
              <a:t>sg</a:t>
            </a:r>
            <a:r>
              <a:rPr lang="sk-SK" b="1" dirty="0">
                <a:solidFill>
                  <a:srgbClr val="FF0000"/>
                </a:solidFill>
                <a:latin typeface="+mj-lt"/>
              </a:rPr>
              <a:t> </a:t>
            </a:r>
            <a:r>
              <a:rPr lang="sk-SK" b="1" dirty="0">
                <a:latin typeface="+mj-lt"/>
              </a:rPr>
              <a:t>zakončené na </a:t>
            </a:r>
            <a:r>
              <a:rPr lang="sk-SK" b="1" dirty="0">
                <a:solidFill>
                  <a:srgbClr val="FF0000"/>
                </a:solidFill>
                <a:latin typeface="+mj-lt"/>
              </a:rPr>
              <a:t>spoluhlásku</a:t>
            </a:r>
            <a:r>
              <a:rPr lang="sk-SK" b="1" dirty="0">
                <a:latin typeface="+mj-lt"/>
              </a:rPr>
              <a:t> a v </a:t>
            </a:r>
            <a:r>
              <a:rPr lang="sk-SK" b="1" dirty="0">
                <a:solidFill>
                  <a:srgbClr val="FF0000"/>
                </a:solidFill>
                <a:latin typeface="+mj-lt"/>
              </a:rPr>
              <a:t>N </a:t>
            </a:r>
            <a:r>
              <a:rPr lang="sk-SK" b="1" dirty="0" err="1">
                <a:solidFill>
                  <a:srgbClr val="FF0000"/>
                </a:solidFill>
                <a:latin typeface="+mj-lt"/>
              </a:rPr>
              <a:t>pl</a:t>
            </a:r>
            <a:r>
              <a:rPr lang="sk-SK" b="1" dirty="0">
                <a:solidFill>
                  <a:srgbClr val="FF0000"/>
                </a:solidFill>
                <a:latin typeface="+mj-lt"/>
              </a:rPr>
              <a:t>. </a:t>
            </a:r>
            <a:r>
              <a:rPr lang="sk-SK" b="1" dirty="0">
                <a:latin typeface="+mj-lt"/>
              </a:rPr>
              <a:t>zakončené na </a:t>
            </a:r>
            <a:r>
              <a:rPr lang="sk-SK" b="1" dirty="0">
                <a:solidFill>
                  <a:srgbClr val="FF0000"/>
                </a:solidFill>
                <a:latin typeface="+mj-lt"/>
              </a:rPr>
              <a:t>samohlásku –e. </a:t>
            </a:r>
          </a:p>
          <a:p>
            <a:pPr algn="just">
              <a:lnSpc>
                <a:spcPct val="150000"/>
              </a:lnSpc>
            </a:pPr>
            <a:endParaRPr lang="sk-SK" b="1" dirty="0">
              <a:latin typeface="+mj-lt"/>
            </a:endParaRPr>
          </a:p>
        </p:txBody>
      </p:sp>
      <p:graphicFrame>
        <p:nvGraphicFramePr>
          <p:cNvPr id="8" name="Tabuľka 7"/>
          <p:cNvGraphicFramePr>
            <a:graphicFrameLocks noGrp="1"/>
          </p:cNvGraphicFramePr>
          <p:nvPr>
            <p:extLst>
              <p:ext uri="{D42A27DB-BD31-4B8C-83A1-F6EECF244321}">
                <p14:modId xmlns:p14="http://schemas.microsoft.com/office/powerpoint/2010/main" val="1505861058"/>
              </p:ext>
            </p:extLst>
          </p:nvPr>
        </p:nvGraphicFramePr>
        <p:xfrm>
          <a:off x="271866" y="3097876"/>
          <a:ext cx="7625225" cy="3200400"/>
        </p:xfrm>
        <a:graphic>
          <a:graphicData uri="http://schemas.openxmlformats.org/drawingml/2006/table">
            <a:tbl>
              <a:tblPr firstRow="1" bandRow="1">
                <a:tableStyleId>{8FD4443E-F989-4FC4-A0C8-D5A2AF1F390B}</a:tableStyleId>
              </a:tblPr>
              <a:tblGrid>
                <a:gridCol w="2033148">
                  <a:extLst>
                    <a:ext uri="{9D8B030D-6E8A-4147-A177-3AD203B41FA5}">
                      <a16:colId xmlns:a16="http://schemas.microsoft.com/office/drawing/2014/main" val="20000"/>
                    </a:ext>
                  </a:extLst>
                </a:gridCol>
                <a:gridCol w="2190249">
                  <a:extLst>
                    <a:ext uri="{9D8B030D-6E8A-4147-A177-3AD203B41FA5}">
                      <a16:colId xmlns:a16="http://schemas.microsoft.com/office/drawing/2014/main" val="20001"/>
                    </a:ext>
                  </a:extLst>
                </a:gridCol>
                <a:gridCol w="3401828">
                  <a:extLst>
                    <a:ext uri="{9D8B030D-6E8A-4147-A177-3AD203B41FA5}">
                      <a16:colId xmlns:a16="http://schemas.microsoft.com/office/drawing/2014/main" val="20002"/>
                    </a:ext>
                  </a:extLst>
                </a:gridCol>
              </a:tblGrid>
              <a:tr h="370840">
                <a:tc>
                  <a:txBody>
                    <a:bodyPr/>
                    <a:lstStyle/>
                    <a:p>
                      <a:pPr algn="ctr"/>
                      <a:r>
                        <a:rPr lang="sk-SK" sz="2400" dirty="0"/>
                        <a:t>vzor dlaň</a:t>
                      </a:r>
                      <a:endParaRPr lang="sk-SK" sz="2400" b="1" dirty="0">
                        <a:latin typeface="Comic Sans MS" panose="030F0702030302020204" pitchFamily="66" charset="0"/>
                      </a:endParaRPr>
                    </a:p>
                  </a:txBody>
                  <a:tcPr anchor="ctr"/>
                </a:tc>
                <a:tc>
                  <a:txBody>
                    <a:bodyPr/>
                    <a:lstStyle/>
                    <a:p>
                      <a:pPr algn="ctr"/>
                      <a:r>
                        <a:rPr lang="sk-SK" sz="2400" dirty="0"/>
                        <a:t>singulár</a:t>
                      </a:r>
                      <a:endParaRPr lang="sk-SK" sz="2400" b="1" dirty="0">
                        <a:latin typeface="Comic Sans MS" panose="030F0702030302020204" pitchFamily="66" charset="0"/>
                      </a:endParaRPr>
                    </a:p>
                  </a:txBody>
                  <a:tcPr anchor="ctr"/>
                </a:tc>
                <a:tc>
                  <a:txBody>
                    <a:bodyPr/>
                    <a:lstStyle/>
                    <a:p>
                      <a:pPr algn="ctr"/>
                      <a:r>
                        <a:rPr lang="sk-SK" sz="2400" dirty="0"/>
                        <a:t>plurál</a:t>
                      </a:r>
                      <a:endParaRPr lang="sk-SK" sz="2400" b="1" dirty="0">
                        <a:latin typeface="Comic Sans MS" panose="030F0702030302020204" pitchFamily="66" charset="0"/>
                      </a:endParaRPr>
                    </a:p>
                  </a:txBody>
                  <a:tcPr anchor="ctr"/>
                </a:tc>
                <a:extLst>
                  <a:ext uri="{0D108BD9-81ED-4DB2-BD59-A6C34878D82A}">
                    <a16:rowId xmlns:a16="http://schemas.microsoft.com/office/drawing/2014/main" val="10000"/>
                  </a:ext>
                </a:extLst>
              </a:tr>
              <a:tr h="370840">
                <a:tc>
                  <a:txBody>
                    <a:bodyPr/>
                    <a:lstStyle/>
                    <a:p>
                      <a:pPr algn="ctr"/>
                      <a:r>
                        <a:rPr lang="sk-SK" sz="2400" dirty="0"/>
                        <a:t>N</a:t>
                      </a:r>
                      <a:endParaRPr lang="sk-SK" sz="2400" b="1" dirty="0">
                        <a:latin typeface="Comic Sans MS" panose="030F0702030302020204" pitchFamily="66" charset="0"/>
                      </a:endParaRPr>
                    </a:p>
                  </a:txBody>
                  <a:tcPr anchor="ctr"/>
                </a:tc>
                <a:tc>
                  <a:txBody>
                    <a:bodyPr/>
                    <a:lstStyle/>
                    <a:p>
                      <a:pPr algn="ctr"/>
                      <a:r>
                        <a:rPr lang="sk-SK" sz="2400" dirty="0"/>
                        <a:t>dlaň</a:t>
                      </a:r>
                      <a:endParaRPr lang="sk-SK" sz="2400" b="1" dirty="0">
                        <a:solidFill>
                          <a:srgbClr val="FF0000"/>
                        </a:solidFill>
                        <a:latin typeface="Comic Sans MS" panose="030F0702030302020204" pitchFamily="66" charset="0"/>
                      </a:endParaRPr>
                    </a:p>
                  </a:txBody>
                  <a:tcPr anchor="ctr"/>
                </a:tc>
                <a:tc>
                  <a:txBody>
                    <a:bodyPr/>
                    <a:lstStyle/>
                    <a:p>
                      <a:pPr algn="ctr"/>
                      <a:r>
                        <a:rPr lang="sk-SK" sz="2400" b="1" dirty="0">
                          <a:solidFill>
                            <a:schemeClr val="tx2"/>
                          </a:solidFill>
                        </a:rPr>
                        <a:t>dlane</a:t>
                      </a:r>
                      <a:endParaRPr lang="sk-SK" sz="2400" b="1" dirty="0">
                        <a:solidFill>
                          <a:schemeClr val="tx2"/>
                        </a:solidFill>
                        <a:latin typeface="Comic Sans MS" panose="030F0702030302020204" pitchFamily="66" charset="0"/>
                      </a:endParaRPr>
                    </a:p>
                  </a:txBody>
                  <a:tcPr anchor="ctr"/>
                </a:tc>
                <a:extLst>
                  <a:ext uri="{0D108BD9-81ED-4DB2-BD59-A6C34878D82A}">
                    <a16:rowId xmlns:a16="http://schemas.microsoft.com/office/drawing/2014/main" val="10001"/>
                  </a:ext>
                </a:extLst>
              </a:tr>
              <a:tr h="370840">
                <a:tc>
                  <a:txBody>
                    <a:bodyPr/>
                    <a:lstStyle/>
                    <a:p>
                      <a:pPr algn="ctr"/>
                      <a:r>
                        <a:rPr lang="sk-SK" sz="2400" dirty="0"/>
                        <a:t>G</a:t>
                      </a:r>
                      <a:endParaRPr lang="sk-SK" sz="2400" b="1" dirty="0">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b="1" dirty="0">
                          <a:solidFill>
                            <a:schemeClr val="tx2"/>
                          </a:solidFill>
                        </a:rPr>
                        <a:t>dlane</a:t>
                      </a:r>
                      <a:endParaRPr lang="sk-SK" sz="2400" b="1" dirty="0">
                        <a:solidFill>
                          <a:schemeClr val="tx2"/>
                        </a:solidFill>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dirty="0"/>
                        <a:t>dlaní</a:t>
                      </a:r>
                      <a:endParaRPr lang="sk-SK" sz="2400" b="1" dirty="0">
                        <a:solidFill>
                          <a:srgbClr val="FF0000"/>
                        </a:solidFill>
                        <a:latin typeface="Comic Sans MS" panose="030F0702030302020204" pitchFamily="66" charset="0"/>
                      </a:endParaRPr>
                    </a:p>
                  </a:txBody>
                  <a:tcPr anchor="ctr"/>
                </a:tc>
                <a:extLst>
                  <a:ext uri="{0D108BD9-81ED-4DB2-BD59-A6C34878D82A}">
                    <a16:rowId xmlns:a16="http://schemas.microsoft.com/office/drawing/2014/main" val="10002"/>
                  </a:ext>
                </a:extLst>
              </a:tr>
              <a:tr h="370840">
                <a:tc>
                  <a:txBody>
                    <a:bodyPr/>
                    <a:lstStyle/>
                    <a:p>
                      <a:pPr algn="ctr"/>
                      <a:r>
                        <a:rPr lang="sk-SK" sz="2400" dirty="0"/>
                        <a:t>D</a:t>
                      </a:r>
                      <a:endParaRPr lang="sk-SK" sz="2400" b="1" dirty="0">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dirty="0"/>
                        <a:t>dlani</a:t>
                      </a:r>
                      <a:endParaRPr lang="sk-SK" sz="2400" b="1" dirty="0">
                        <a:solidFill>
                          <a:srgbClr val="FF0000"/>
                        </a:solidFill>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dirty="0"/>
                        <a:t>dlaniam</a:t>
                      </a:r>
                      <a:endParaRPr lang="sk-SK" sz="2400" b="1" dirty="0">
                        <a:solidFill>
                          <a:srgbClr val="FF0000"/>
                        </a:solidFill>
                        <a:latin typeface="Comic Sans MS" panose="030F0702030302020204" pitchFamily="66" charset="0"/>
                      </a:endParaRPr>
                    </a:p>
                  </a:txBody>
                  <a:tcPr anchor="ctr"/>
                </a:tc>
                <a:extLst>
                  <a:ext uri="{0D108BD9-81ED-4DB2-BD59-A6C34878D82A}">
                    <a16:rowId xmlns:a16="http://schemas.microsoft.com/office/drawing/2014/main" val="10003"/>
                  </a:ext>
                </a:extLst>
              </a:tr>
              <a:tr h="370840">
                <a:tc>
                  <a:txBody>
                    <a:bodyPr/>
                    <a:lstStyle/>
                    <a:p>
                      <a:pPr algn="ctr"/>
                      <a:r>
                        <a:rPr lang="sk-SK" sz="2400" dirty="0"/>
                        <a:t>A</a:t>
                      </a:r>
                      <a:endParaRPr lang="sk-SK" sz="2400" b="1" dirty="0">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dirty="0"/>
                        <a:t>dlaň</a:t>
                      </a:r>
                      <a:endParaRPr lang="sk-SK" sz="2400" b="1" dirty="0">
                        <a:solidFill>
                          <a:srgbClr val="FF0000"/>
                        </a:solidFill>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dirty="0"/>
                        <a:t>dlane</a:t>
                      </a:r>
                      <a:endParaRPr lang="sk-SK" sz="2400" b="1" dirty="0">
                        <a:solidFill>
                          <a:srgbClr val="FF0000"/>
                        </a:solidFill>
                        <a:latin typeface="Comic Sans MS" panose="030F0702030302020204" pitchFamily="66" charset="0"/>
                      </a:endParaRPr>
                    </a:p>
                  </a:txBody>
                  <a:tcPr anchor="ctr"/>
                </a:tc>
                <a:extLst>
                  <a:ext uri="{0D108BD9-81ED-4DB2-BD59-A6C34878D82A}">
                    <a16:rowId xmlns:a16="http://schemas.microsoft.com/office/drawing/2014/main" val="10004"/>
                  </a:ext>
                </a:extLst>
              </a:tr>
              <a:tr h="370840">
                <a:tc>
                  <a:txBody>
                    <a:bodyPr/>
                    <a:lstStyle/>
                    <a:p>
                      <a:pPr algn="ctr"/>
                      <a:r>
                        <a:rPr lang="sk-SK" sz="2400" dirty="0"/>
                        <a:t>L</a:t>
                      </a:r>
                      <a:endParaRPr lang="sk-SK" sz="2400" b="1" dirty="0">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dirty="0"/>
                        <a:t>dlani</a:t>
                      </a:r>
                      <a:endParaRPr lang="sk-SK" sz="2400" b="1" dirty="0">
                        <a:solidFill>
                          <a:srgbClr val="FF0000"/>
                        </a:solidFill>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dirty="0"/>
                        <a:t>dlaniach</a:t>
                      </a:r>
                      <a:endParaRPr lang="sk-SK" sz="2400" b="1" dirty="0">
                        <a:solidFill>
                          <a:srgbClr val="FF0000"/>
                        </a:solidFill>
                        <a:latin typeface="Comic Sans MS" panose="030F0702030302020204" pitchFamily="66" charset="0"/>
                      </a:endParaRPr>
                    </a:p>
                  </a:txBody>
                  <a:tcPr anchor="ctr"/>
                </a:tc>
                <a:extLst>
                  <a:ext uri="{0D108BD9-81ED-4DB2-BD59-A6C34878D82A}">
                    <a16:rowId xmlns:a16="http://schemas.microsoft.com/office/drawing/2014/main" val="10005"/>
                  </a:ext>
                </a:extLst>
              </a:tr>
              <a:tr h="370840">
                <a:tc>
                  <a:txBody>
                    <a:bodyPr/>
                    <a:lstStyle/>
                    <a:p>
                      <a:pPr algn="ctr"/>
                      <a:r>
                        <a:rPr lang="sk-SK" sz="2400" dirty="0"/>
                        <a:t>I</a:t>
                      </a:r>
                      <a:endParaRPr lang="sk-SK" sz="2400" b="1" dirty="0">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dirty="0"/>
                        <a:t>dlaňou</a:t>
                      </a:r>
                      <a:endParaRPr lang="sk-SK" sz="2400" b="1" dirty="0">
                        <a:solidFill>
                          <a:srgbClr val="FF0000"/>
                        </a:solidFill>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dirty="0"/>
                        <a:t>dlaňami</a:t>
                      </a:r>
                      <a:endParaRPr lang="sk-SK" sz="2400" b="1" dirty="0">
                        <a:solidFill>
                          <a:srgbClr val="FF0000"/>
                        </a:solidFill>
                        <a:latin typeface="Comic Sans MS" panose="030F0702030302020204" pitchFamily="66" charset="0"/>
                      </a:endParaRPr>
                    </a:p>
                  </a:txBody>
                  <a:tcPr anchor="ctr"/>
                </a:tc>
                <a:extLst>
                  <a:ext uri="{0D108BD9-81ED-4DB2-BD59-A6C34878D82A}">
                    <a16:rowId xmlns:a16="http://schemas.microsoft.com/office/drawing/2014/main" val="10006"/>
                  </a:ext>
                </a:extLst>
              </a:tr>
            </a:tbl>
          </a:graphicData>
        </a:graphic>
      </p:graphicFrame>
      <p:pic>
        <p:nvPicPr>
          <p:cNvPr id="9" name="Picture 6" descr="Ručné Dlaň Prsty - Vektorová grafika zdarma na Pixaba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8592862" y="2631492"/>
            <a:ext cx="2325077" cy="284703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3">
            <p14:nvContentPartPr>
              <p14:cNvPr id="2" name="Písanie rukou 1">
                <a:extLst>
                  <a:ext uri="{FF2B5EF4-FFF2-40B4-BE49-F238E27FC236}">
                    <a16:creationId xmlns:a16="http://schemas.microsoft.com/office/drawing/2014/main" id="{0FB16757-0C8C-E1A1-AE7A-02001A2782FF}"/>
                  </a:ext>
                </a:extLst>
              </p14:cNvPr>
              <p14:cNvContentPartPr/>
              <p14:nvPr/>
            </p14:nvContentPartPr>
            <p14:xfrm>
              <a:off x="463680" y="114120"/>
              <a:ext cx="8350560" cy="4204080"/>
            </p14:xfrm>
          </p:contentPart>
        </mc:Choice>
        <mc:Fallback>
          <p:pic>
            <p:nvPicPr>
              <p:cNvPr id="2" name="Písanie rukou 1">
                <a:extLst>
                  <a:ext uri="{FF2B5EF4-FFF2-40B4-BE49-F238E27FC236}">
                    <a16:creationId xmlns:a16="http://schemas.microsoft.com/office/drawing/2014/main" id="{0FB16757-0C8C-E1A1-AE7A-02001A2782FF}"/>
                  </a:ext>
                </a:extLst>
              </p:cNvPr>
              <p:cNvPicPr/>
              <p:nvPr/>
            </p:nvPicPr>
            <p:blipFill>
              <a:blip r:embed="rId4"/>
              <a:stretch>
                <a:fillRect/>
              </a:stretch>
            </p:blipFill>
            <p:spPr>
              <a:xfrm>
                <a:off x="454320" y="104760"/>
                <a:ext cx="8369280" cy="4222800"/>
              </a:xfrm>
              <a:prstGeom prst="rect">
                <a:avLst/>
              </a:prstGeom>
            </p:spPr>
          </p:pic>
        </mc:Fallback>
      </mc:AlternateContent>
    </p:spTree>
    <p:extLst>
      <p:ext uri="{BB962C8B-B14F-4D97-AF65-F5344CB8AC3E}">
        <p14:creationId xmlns:p14="http://schemas.microsoft.com/office/powerpoint/2010/main" val="3081074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600" decel="100000"/>
                                        <p:tgtEl>
                                          <p:spTgt spid="8"/>
                                        </p:tgtEl>
                                      </p:cBhvr>
                                    </p:animEffect>
                                    <p:anim calcmode="lin" valueType="num">
                                      <p:cBhvr>
                                        <p:cTn id="8" dur="1600" decel="100000" fill="hold"/>
                                        <p:tgtEl>
                                          <p:spTgt spid="8"/>
                                        </p:tgtEl>
                                        <p:attrNameLst>
                                          <p:attrName>style.rotation</p:attrName>
                                        </p:attrNameLst>
                                      </p:cBhvr>
                                      <p:tavLst>
                                        <p:tav tm="0">
                                          <p:val>
                                            <p:fltVal val="-90"/>
                                          </p:val>
                                        </p:tav>
                                        <p:tav tm="100000">
                                          <p:val>
                                            <p:fltVal val="0"/>
                                          </p:val>
                                        </p:tav>
                                      </p:tavLst>
                                    </p:anim>
                                    <p:anim calcmode="lin" valueType="num">
                                      <p:cBhvr>
                                        <p:cTn id="9" dur="1600" decel="100000" fill="hold"/>
                                        <p:tgtEl>
                                          <p:spTgt spid="8"/>
                                        </p:tgtEl>
                                        <p:attrNameLst>
                                          <p:attrName>ppt_x</p:attrName>
                                        </p:attrNameLst>
                                      </p:cBhvr>
                                      <p:tavLst>
                                        <p:tav tm="0">
                                          <p:val>
                                            <p:strVal val="#ppt_x+0.4"/>
                                          </p:val>
                                        </p:tav>
                                        <p:tav tm="100000">
                                          <p:val>
                                            <p:strVal val="#ppt_x-0.05"/>
                                          </p:val>
                                        </p:tav>
                                      </p:tavLst>
                                    </p:anim>
                                    <p:anim calcmode="lin" valueType="num">
                                      <p:cBhvr>
                                        <p:cTn id="10" dur="1600" decel="100000" fill="hold"/>
                                        <p:tgtEl>
                                          <p:spTgt spid="8"/>
                                        </p:tgtEl>
                                        <p:attrNameLst>
                                          <p:attrName>ppt_y</p:attrName>
                                        </p:attrNameLst>
                                      </p:cBhvr>
                                      <p:tavLst>
                                        <p:tav tm="0">
                                          <p:val>
                                            <p:strVal val="#ppt_y-0.4"/>
                                          </p:val>
                                        </p:tav>
                                        <p:tav tm="100000">
                                          <p:val>
                                            <p:strVal val="#ppt_y+0.1"/>
                                          </p:val>
                                        </p:tav>
                                      </p:tavLst>
                                    </p:anim>
                                    <p:anim calcmode="lin" valueType="num">
                                      <p:cBhvr>
                                        <p:cTn id="11" dur="400" accel="100000" fill="hold">
                                          <p:stCondLst>
                                            <p:cond delay="1600"/>
                                          </p:stCondLst>
                                        </p:cTn>
                                        <p:tgtEl>
                                          <p:spTgt spid="8"/>
                                        </p:tgtEl>
                                        <p:attrNameLst>
                                          <p:attrName>ppt_x</p:attrName>
                                        </p:attrNameLst>
                                      </p:cBhvr>
                                      <p:tavLst>
                                        <p:tav tm="0">
                                          <p:val>
                                            <p:strVal val="#ppt_x-0.05"/>
                                          </p:val>
                                        </p:tav>
                                        <p:tav tm="100000">
                                          <p:val>
                                            <p:strVal val="#ppt_x"/>
                                          </p:val>
                                        </p:tav>
                                      </p:tavLst>
                                    </p:anim>
                                    <p:anim calcmode="lin" valueType="num">
                                      <p:cBhvr>
                                        <p:cTn id="12" dur="400" accel="100000" fill="hold">
                                          <p:stCondLst>
                                            <p:cond delay="1600"/>
                                          </p:stCondLst>
                                        </p:cTn>
                                        <p:tgtEl>
                                          <p:spTgt spid="8"/>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rtlCol="0">
            <a:normAutofit/>
          </a:bodyPr>
          <a:lstStyle/>
          <a:p>
            <a:pPr algn="ctr" rtl="0"/>
            <a:r>
              <a:rPr lang="sk" sz="6600" b="1" dirty="0"/>
              <a:t>Vzor KOSŤ</a:t>
            </a:r>
          </a:p>
        </p:txBody>
      </p:sp>
    </p:spTree>
    <p:extLst>
      <p:ext uri="{BB962C8B-B14F-4D97-AF65-F5344CB8AC3E}">
        <p14:creationId xmlns:p14="http://schemas.microsoft.com/office/powerpoint/2010/main" val="1805748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Nadpis 12"/>
          <p:cNvSpPr>
            <a:spLocks noGrp="1"/>
          </p:cNvSpPr>
          <p:nvPr>
            <p:ph type="title"/>
          </p:nvPr>
        </p:nvSpPr>
        <p:spPr>
          <a:xfrm>
            <a:off x="1051357" y="0"/>
            <a:ext cx="10058402" cy="1066800"/>
          </a:xfrm>
        </p:spPr>
        <p:txBody>
          <a:bodyPr rtlCol="0">
            <a:normAutofit/>
          </a:bodyPr>
          <a:lstStyle/>
          <a:p>
            <a:pPr algn="ctr" rtl="0"/>
            <a:r>
              <a:rPr lang="sk-SK" sz="5400" b="1" dirty="0"/>
              <a:t>Vzor KOSŤ</a:t>
            </a:r>
            <a:endParaRPr sz="5400" b="1"/>
          </a:p>
        </p:txBody>
      </p:sp>
      <p:sp>
        <p:nvSpPr>
          <p:cNvPr id="14" name="Zástupný symbol obsahu 13"/>
          <p:cNvSpPr>
            <a:spLocks noGrp="1"/>
          </p:cNvSpPr>
          <p:nvPr>
            <p:ph idx="1"/>
          </p:nvPr>
        </p:nvSpPr>
        <p:spPr>
          <a:xfrm>
            <a:off x="261651" y="1032164"/>
            <a:ext cx="10058400" cy="4229100"/>
          </a:xfrm>
        </p:spPr>
        <p:txBody>
          <a:bodyPr rtlCol="0"/>
          <a:lstStyle/>
          <a:p>
            <a:pPr algn="just">
              <a:lnSpc>
                <a:spcPct val="150000"/>
              </a:lnSpc>
            </a:pPr>
            <a:r>
              <a:rPr lang="sk-SK" b="1" dirty="0">
                <a:latin typeface="+mj-lt"/>
              </a:rPr>
              <a:t> podľa vzoru KOSŤ sa skloňujú podstatné mená ženského rodu, ktoré sú v </a:t>
            </a:r>
            <a:r>
              <a:rPr lang="sk-SK" b="1" dirty="0">
                <a:solidFill>
                  <a:schemeClr val="accent5"/>
                </a:solidFill>
                <a:latin typeface="+mj-lt"/>
              </a:rPr>
              <a:t>N </a:t>
            </a:r>
            <a:r>
              <a:rPr lang="sk-SK" b="1" dirty="0" err="1">
                <a:solidFill>
                  <a:schemeClr val="accent5"/>
                </a:solidFill>
                <a:latin typeface="+mj-lt"/>
              </a:rPr>
              <a:t>sg</a:t>
            </a:r>
            <a:r>
              <a:rPr lang="sk-SK" b="1" dirty="0">
                <a:solidFill>
                  <a:schemeClr val="accent5"/>
                </a:solidFill>
                <a:latin typeface="+mj-lt"/>
              </a:rPr>
              <a:t>. a G </a:t>
            </a:r>
            <a:r>
              <a:rPr lang="sk-SK" b="1" dirty="0" err="1">
                <a:solidFill>
                  <a:schemeClr val="accent5"/>
                </a:solidFill>
                <a:latin typeface="+mj-lt"/>
              </a:rPr>
              <a:t>sg</a:t>
            </a:r>
            <a:r>
              <a:rPr lang="sk-SK" b="1" dirty="0">
                <a:solidFill>
                  <a:schemeClr val="accent5"/>
                </a:solidFill>
                <a:latin typeface="+mj-lt"/>
              </a:rPr>
              <a:t>. </a:t>
            </a:r>
            <a:r>
              <a:rPr lang="sk-SK" b="1" dirty="0">
                <a:latin typeface="+mj-lt"/>
              </a:rPr>
              <a:t>zakončené na </a:t>
            </a:r>
            <a:r>
              <a:rPr lang="sk-SK" b="1" dirty="0">
                <a:solidFill>
                  <a:schemeClr val="accent5"/>
                </a:solidFill>
                <a:latin typeface="+mj-lt"/>
              </a:rPr>
              <a:t>spoluhlásku</a:t>
            </a:r>
            <a:r>
              <a:rPr lang="sk-SK" b="1" dirty="0">
                <a:latin typeface="+mj-lt"/>
              </a:rPr>
              <a:t> a v </a:t>
            </a:r>
            <a:r>
              <a:rPr lang="sk-SK" b="1" dirty="0">
                <a:solidFill>
                  <a:schemeClr val="accent5"/>
                </a:solidFill>
                <a:latin typeface="+mj-lt"/>
              </a:rPr>
              <a:t>N </a:t>
            </a:r>
            <a:r>
              <a:rPr lang="sk-SK" b="1" dirty="0" err="1">
                <a:solidFill>
                  <a:schemeClr val="accent5"/>
                </a:solidFill>
                <a:latin typeface="+mj-lt"/>
              </a:rPr>
              <a:t>pl</a:t>
            </a:r>
            <a:r>
              <a:rPr lang="sk-SK" b="1" dirty="0">
                <a:solidFill>
                  <a:schemeClr val="accent5"/>
                </a:solidFill>
                <a:latin typeface="+mj-lt"/>
              </a:rPr>
              <a:t>. </a:t>
            </a:r>
            <a:r>
              <a:rPr lang="sk-SK" b="1" dirty="0">
                <a:latin typeface="+mj-lt"/>
              </a:rPr>
              <a:t>zakončené na </a:t>
            </a:r>
            <a:r>
              <a:rPr lang="sk-SK" b="1" dirty="0">
                <a:solidFill>
                  <a:schemeClr val="accent5"/>
                </a:solidFill>
                <a:latin typeface="+mj-lt"/>
              </a:rPr>
              <a:t>samohlásku –i</a:t>
            </a:r>
            <a:r>
              <a:rPr lang="sk-SK" b="1" dirty="0">
                <a:latin typeface="+mj-lt"/>
              </a:rPr>
              <a:t>. </a:t>
            </a:r>
          </a:p>
          <a:p>
            <a:pPr algn="just">
              <a:lnSpc>
                <a:spcPct val="150000"/>
              </a:lnSpc>
            </a:pPr>
            <a:endParaRPr lang="sk-SK" b="1" dirty="0">
              <a:latin typeface="+mj-lt"/>
            </a:endParaRPr>
          </a:p>
        </p:txBody>
      </p:sp>
      <p:graphicFrame>
        <p:nvGraphicFramePr>
          <p:cNvPr id="6" name="Tabuľka 5"/>
          <p:cNvGraphicFramePr>
            <a:graphicFrameLocks noGrp="1"/>
          </p:cNvGraphicFramePr>
          <p:nvPr>
            <p:extLst>
              <p:ext uri="{D42A27DB-BD31-4B8C-83A1-F6EECF244321}">
                <p14:modId xmlns:p14="http://schemas.microsoft.com/office/powerpoint/2010/main" val="672519275"/>
              </p:ext>
            </p:extLst>
          </p:nvPr>
        </p:nvGraphicFramePr>
        <p:xfrm>
          <a:off x="357158" y="3071810"/>
          <a:ext cx="7207424" cy="3501536"/>
        </p:xfrm>
        <a:graphic>
          <a:graphicData uri="http://schemas.openxmlformats.org/drawingml/2006/table">
            <a:tbl>
              <a:tblPr firstRow="1" bandRow="1">
                <a:tableStyleId>{8FD4443E-F989-4FC4-A0C8-D5A2AF1F390B}</a:tableStyleId>
              </a:tblPr>
              <a:tblGrid>
                <a:gridCol w="1873003">
                  <a:extLst>
                    <a:ext uri="{9D8B030D-6E8A-4147-A177-3AD203B41FA5}">
                      <a16:colId xmlns:a16="http://schemas.microsoft.com/office/drawing/2014/main" val="20000"/>
                    </a:ext>
                  </a:extLst>
                </a:gridCol>
                <a:gridCol w="2017728">
                  <a:extLst>
                    <a:ext uri="{9D8B030D-6E8A-4147-A177-3AD203B41FA5}">
                      <a16:colId xmlns:a16="http://schemas.microsoft.com/office/drawing/2014/main" val="20001"/>
                    </a:ext>
                  </a:extLst>
                </a:gridCol>
                <a:gridCol w="3316693">
                  <a:extLst>
                    <a:ext uri="{9D8B030D-6E8A-4147-A177-3AD203B41FA5}">
                      <a16:colId xmlns:a16="http://schemas.microsoft.com/office/drawing/2014/main" val="20002"/>
                    </a:ext>
                  </a:extLst>
                </a:gridCol>
              </a:tblGrid>
              <a:tr h="758336">
                <a:tc>
                  <a:txBody>
                    <a:bodyPr/>
                    <a:lstStyle/>
                    <a:p>
                      <a:pPr algn="ctr"/>
                      <a:r>
                        <a:rPr lang="sk-SK" sz="2400" dirty="0"/>
                        <a:t>vzor kosť</a:t>
                      </a:r>
                      <a:endParaRPr lang="sk-SK" sz="2400" b="1" dirty="0">
                        <a:latin typeface="Comic Sans MS" panose="030F0702030302020204" pitchFamily="66" charset="0"/>
                      </a:endParaRPr>
                    </a:p>
                  </a:txBody>
                  <a:tcPr anchor="ctr"/>
                </a:tc>
                <a:tc>
                  <a:txBody>
                    <a:bodyPr/>
                    <a:lstStyle/>
                    <a:p>
                      <a:pPr algn="ctr"/>
                      <a:r>
                        <a:rPr lang="sk-SK" sz="2400" dirty="0"/>
                        <a:t>singulár</a:t>
                      </a:r>
                      <a:endParaRPr lang="sk-SK" sz="2400" b="1" dirty="0">
                        <a:latin typeface="Comic Sans MS" panose="030F0702030302020204" pitchFamily="66" charset="0"/>
                      </a:endParaRPr>
                    </a:p>
                  </a:txBody>
                  <a:tcPr anchor="ctr"/>
                </a:tc>
                <a:tc>
                  <a:txBody>
                    <a:bodyPr/>
                    <a:lstStyle/>
                    <a:p>
                      <a:pPr algn="ctr"/>
                      <a:r>
                        <a:rPr lang="sk-SK" sz="2400" dirty="0"/>
                        <a:t>plurál</a:t>
                      </a:r>
                      <a:endParaRPr lang="sk-SK" sz="2400" b="1" dirty="0">
                        <a:latin typeface="Comic Sans MS" panose="030F0702030302020204" pitchFamily="66" charset="0"/>
                      </a:endParaRPr>
                    </a:p>
                  </a:txBody>
                  <a:tcPr anchor="ctr"/>
                </a:tc>
                <a:extLst>
                  <a:ext uri="{0D108BD9-81ED-4DB2-BD59-A6C34878D82A}">
                    <a16:rowId xmlns:a16="http://schemas.microsoft.com/office/drawing/2014/main" val="10000"/>
                  </a:ext>
                </a:extLst>
              </a:tr>
              <a:tr h="421298">
                <a:tc>
                  <a:txBody>
                    <a:bodyPr/>
                    <a:lstStyle/>
                    <a:p>
                      <a:pPr algn="ctr"/>
                      <a:r>
                        <a:rPr lang="sk-SK" sz="2400" dirty="0"/>
                        <a:t>N</a:t>
                      </a:r>
                      <a:endParaRPr lang="sk-SK" sz="2400" b="1" dirty="0">
                        <a:latin typeface="Comic Sans MS" panose="030F0702030302020204" pitchFamily="66" charset="0"/>
                      </a:endParaRPr>
                    </a:p>
                  </a:txBody>
                  <a:tcPr anchor="ctr"/>
                </a:tc>
                <a:tc>
                  <a:txBody>
                    <a:bodyPr/>
                    <a:lstStyle/>
                    <a:p>
                      <a:pPr algn="ctr"/>
                      <a:r>
                        <a:rPr lang="sk-SK" sz="2400" dirty="0"/>
                        <a:t>kosť</a:t>
                      </a:r>
                      <a:endParaRPr lang="sk-SK" sz="2400" b="1" dirty="0">
                        <a:solidFill>
                          <a:srgbClr val="FF0000"/>
                        </a:solidFill>
                        <a:latin typeface="Comic Sans MS" panose="030F0702030302020204" pitchFamily="66" charset="0"/>
                      </a:endParaRPr>
                    </a:p>
                  </a:txBody>
                  <a:tcPr anchor="ctr"/>
                </a:tc>
                <a:tc>
                  <a:txBody>
                    <a:bodyPr/>
                    <a:lstStyle/>
                    <a:p>
                      <a:pPr algn="ctr"/>
                      <a:r>
                        <a:rPr lang="sk-SK" sz="2400" b="1" dirty="0">
                          <a:solidFill>
                            <a:schemeClr val="tx2"/>
                          </a:solidFill>
                        </a:rPr>
                        <a:t>kosti</a:t>
                      </a:r>
                      <a:endParaRPr lang="sk-SK" sz="2400" b="1" dirty="0">
                        <a:solidFill>
                          <a:schemeClr val="tx2"/>
                        </a:solidFill>
                        <a:latin typeface="Comic Sans MS" panose="030F0702030302020204" pitchFamily="66" charset="0"/>
                      </a:endParaRPr>
                    </a:p>
                  </a:txBody>
                  <a:tcPr anchor="ctr"/>
                </a:tc>
                <a:extLst>
                  <a:ext uri="{0D108BD9-81ED-4DB2-BD59-A6C34878D82A}">
                    <a16:rowId xmlns:a16="http://schemas.microsoft.com/office/drawing/2014/main" val="10001"/>
                  </a:ext>
                </a:extLst>
              </a:tr>
              <a:tr h="421298">
                <a:tc>
                  <a:txBody>
                    <a:bodyPr/>
                    <a:lstStyle/>
                    <a:p>
                      <a:pPr algn="ctr"/>
                      <a:r>
                        <a:rPr lang="sk-SK" sz="2400" dirty="0"/>
                        <a:t>G</a:t>
                      </a:r>
                      <a:endParaRPr lang="sk-SK" sz="2400" b="1" dirty="0">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b="1" dirty="0">
                          <a:solidFill>
                            <a:schemeClr val="tx2"/>
                          </a:solidFill>
                        </a:rPr>
                        <a:t>kosti</a:t>
                      </a:r>
                      <a:endParaRPr lang="sk-SK" sz="2400" b="1" dirty="0">
                        <a:solidFill>
                          <a:schemeClr val="tx2"/>
                        </a:solidFill>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dirty="0"/>
                        <a:t>kostí</a:t>
                      </a:r>
                      <a:endParaRPr lang="sk-SK" sz="2400" b="1" dirty="0">
                        <a:solidFill>
                          <a:srgbClr val="FF0000"/>
                        </a:solidFill>
                        <a:latin typeface="Comic Sans MS" panose="030F0702030302020204" pitchFamily="66" charset="0"/>
                      </a:endParaRPr>
                    </a:p>
                  </a:txBody>
                  <a:tcPr anchor="ctr"/>
                </a:tc>
                <a:extLst>
                  <a:ext uri="{0D108BD9-81ED-4DB2-BD59-A6C34878D82A}">
                    <a16:rowId xmlns:a16="http://schemas.microsoft.com/office/drawing/2014/main" val="10002"/>
                  </a:ext>
                </a:extLst>
              </a:tr>
              <a:tr h="421298">
                <a:tc>
                  <a:txBody>
                    <a:bodyPr/>
                    <a:lstStyle/>
                    <a:p>
                      <a:pPr algn="ctr"/>
                      <a:r>
                        <a:rPr lang="sk-SK" sz="2400" dirty="0"/>
                        <a:t>D</a:t>
                      </a:r>
                      <a:endParaRPr lang="sk-SK" sz="2400" b="1" dirty="0">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dirty="0"/>
                        <a:t>kosti</a:t>
                      </a:r>
                      <a:endParaRPr lang="sk-SK" sz="2400" b="1" dirty="0">
                        <a:solidFill>
                          <a:srgbClr val="FF0000"/>
                        </a:solidFill>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dirty="0"/>
                        <a:t>kostiam</a:t>
                      </a:r>
                      <a:endParaRPr lang="sk-SK" sz="2400" b="1" dirty="0">
                        <a:solidFill>
                          <a:srgbClr val="FF0000"/>
                        </a:solidFill>
                        <a:latin typeface="Comic Sans MS" panose="030F0702030302020204" pitchFamily="66" charset="0"/>
                      </a:endParaRPr>
                    </a:p>
                  </a:txBody>
                  <a:tcPr anchor="ctr"/>
                </a:tc>
                <a:extLst>
                  <a:ext uri="{0D108BD9-81ED-4DB2-BD59-A6C34878D82A}">
                    <a16:rowId xmlns:a16="http://schemas.microsoft.com/office/drawing/2014/main" val="10003"/>
                  </a:ext>
                </a:extLst>
              </a:tr>
              <a:tr h="421298">
                <a:tc>
                  <a:txBody>
                    <a:bodyPr/>
                    <a:lstStyle/>
                    <a:p>
                      <a:pPr algn="ctr"/>
                      <a:r>
                        <a:rPr lang="sk-SK" sz="2400" dirty="0"/>
                        <a:t>A</a:t>
                      </a:r>
                      <a:endParaRPr lang="sk-SK" sz="2400" b="1" dirty="0">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dirty="0"/>
                        <a:t>kosť</a:t>
                      </a:r>
                      <a:endParaRPr lang="sk-SK" sz="2400" b="1" dirty="0">
                        <a:solidFill>
                          <a:srgbClr val="FF0000"/>
                        </a:solidFill>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dirty="0"/>
                        <a:t>kosti</a:t>
                      </a:r>
                      <a:endParaRPr lang="sk-SK" sz="2400" b="1" dirty="0">
                        <a:solidFill>
                          <a:srgbClr val="FF0000"/>
                        </a:solidFill>
                        <a:latin typeface="Comic Sans MS" panose="030F0702030302020204" pitchFamily="66" charset="0"/>
                      </a:endParaRPr>
                    </a:p>
                  </a:txBody>
                  <a:tcPr anchor="ctr"/>
                </a:tc>
                <a:extLst>
                  <a:ext uri="{0D108BD9-81ED-4DB2-BD59-A6C34878D82A}">
                    <a16:rowId xmlns:a16="http://schemas.microsoft.com/office/drawing/2014/main" val="10004"/>
                  </a:ext>
                </a:extLst>
              </a:tr>
              <a:tr h="421298">
                <a:tc>
                  <a:txBody>
                    <a:bodyPr/>
                    <a:lstStyle/>
                    <a:p>
                      <a:pPr algn="ctr"/>
                      <a:r>
                        <a:rPr lang="sk-SK" sz="2400" dirty="0"/>
                        <a:t>L</a:t>
                      </a:r>
                      <a:endParaRPr lang="sk-SK" sz="2400" b="1" dirty="0">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dirty="0"/>
                        <a:t>kosti</a:t>
                      </a:r>
                      <a:endParaRPr lang="sk-SK" sz="2400" b="1" dirty="0">
                        <a:solidFill>
                          <a:srgbClr val="FF0000"/>
                        </a:solidFill>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dirty="0"/>
                        <a:t>kostiach</a:t>
                      </a:r>
                      <a:endParaRPr lang="sk-SK" sz="2400" b="1" dirty="0">
                        <a:solidFill>
                          <a:srgbClr val="FF0000"/>
                        </a:solidFill>
                        <a:latin typeface="Comic Sans MS" panose="030F0702030302020204" pitchFamily="66" charset="0"/>
                      </a:endParaRPr>
                    </a:p>
                  </a:txBody>
                  <a:tcPr anchor="ctr"/>
                </a:tc>
                <a:extLst>
                  <a:ext uri="{0D108BD9-81ED-4DB2-BD59-A6C34878D82A}">
                    <a16:rowId xmlns:a16="http://schemas.microsoft.com/office/drawing/2014/main" val="10005"/>
                  </a:ext>
                </a:extLst>
              </a:tr>
              <a:tr h="421298">
                <a:tc>
                  <a:txBody>
                    <a:bodyPr/>
                    <a:lstStyle/>
                    <a:p>
                      <a:pPr algn="ctr"/>
                      <a:r>
                        <a:rPr lang="sk-SK" sz="2400" dirty="0"/>
                        <a:t>I</a:t>
                      </a:r>
                      <a:endParaRPr lang="sk-SK" sz="2400" b="1" dirty="0">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dirty="0"/>
                        <a:t>kosťou</a:t>
                      </a:r>
                      <a:endParaRPr lang="sk-SK" sz="2400" b="1" dirty="0">
                        <a:solidFill>
                          <a:srgbClr val="FF0000"/>
                        </a:solidFill>
                        <a:latin typeface="Comic Sans MS" panose="030F0702030302020204" pitchFamily="66"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sk-SK" sz="2400" dirty="0"/>
                        <a:t>kosťami</a:t>
                      </a:r>
                      <a:endParaRPr lang="sk-SK" sz="2400" b="1" dirty="0">
                        <a:solidFill>
                          <a:srgbClr val="FF0000"/>
                        </a:solidFill>
                        <a:latin typeface="Comic Sans MS" panose="030F0702030302020204" pitchFamily="66" charset="0"/>
                      </a:endParaRPr>
                    </a:p>
                  </a:txBody>
                  <a:tcPr anchor="ctr"/>
                </a:tc>
                <a:extLst>
                  <a:ext uri="{0D108BD9-81ED-4DB2-BD59-A6C34878D82A}">
                    <a16:rowId xmlns:a16="http://schemas.microsoft.com/office/drawing/2014/main" val="10006"/>
                  </a:ext>
                </a:extLst>
              </a:tr>
            </a:tbl>
          </a:graphicData>
        </a:graphic>
      </p:graphicFrame>
      <p:pic>
        <p:nvPicPr>
          <p:cNvPr id="7" name="Picture 8" descr="Kost Pes - Vektorová grafika zdarma na Pixaba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6390502" flipH="1">
            <a:off x="7731637" y="3345776"/>
            <a:ext cx="3644310" cy="182215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3">
            <p14:nvContentPartPr>
              <p14:cNvPr id="2" name="Písanie rukou 1">
                <a:extLst>
                  <a:ext uri="{FF2B5EF4-FFF2-40B4-BE49-F238E27FC236}">
                    <a16:creationId xmlns:a16="http://schemas.microsoft.com/office/drawing/2014/main" id="{887A9E6A-4F2A-7AA1-CB96-2D2FFCDB7093}"/>
                  </a:ext>
                </a:extLst>
              </p14:cNvPr>
              <p14:cNvContentPartPr/>
              <p14:nvPr/>
            </p14:nvContentPartPr>
            <p14:xfrm>
              <a:off x="615960" y="1790640"/>
              <a:ext cx="5073840" cy="1263960"/>
            </p14:xfrm>
          </p:contentPart>
        </mc:Choice>
        <mc:Fallback>
          <p:pic>
            <p:nvPicPr>
              <p:cNvPr id="2" name="Písanie rukou 1">
                <a:extLst>
                  <a:ext uri="{FF2B5EF4-FFF2-40B4-BE49-F238E27FC236}">
                    <a16:creationId xmlns:a16="http://schemas.microsoft.com/office/drawing/2014/main" id="{887A9E6A-4F2A-7AA1-CB96-2D2FFCDB7093}"/>
                  </a:ext>
                </a:extLst>
              </p:cNvPr>
              <p:cNvPicPr/>
              <p:nvPr/>
            </p:nvPicPr>
            <p:blipFill>
              <a:blip r:embed="rId4"/>
              <a:stretch>
                <a:fillRect/>
              </a:stretch>
            </p:blipFill>
            <p:spPr>
              <a:xfrm>
                <a:off x="606600" y="1781280"/>
                <a:ext cx="5092560" cy="1282680"/>
              </a:xfrm>
              <a:prstGeom prst="rect">
                <a:avLst/>
              </a:prstGeom>
            </p:spPr>
          </p:pic>
        </mc:Fallback>
      </mc:AlternateContent>
    </p:spTree>
    <p:extLst>
      <p:ext uri="{BB962C8B-B14F-4D97-AF65-F5344CB8AC3E}">
        <p14:creationId xmlns:p14="http://schemas.microsoft.com/office/powerpoint/2010/main" val="3081074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600" decel="100000"/>
                                        <p:tgtEl>
                                          <p:spTgt spid="6"/>
                                        </p:tgtEl>
                                      </p:cBhvr>
                                    </p:animEffect>
                                    <p:anim calcmode="lin" valueType="num">
                                      <p:cBhvr>
                                        <p:cTn id="8" dur="1600" decel="100000" fill="hold"/>
                                        <p:tgtEl>
                                          <p:spTgt spid="6"/>
                                        </p:tgtEl>
                                        <p:attrNameLst>
                                          <p:attrName>style.rotation</p:attrName>
                                        </p:attrNameLst>
                                      </p:cBhvr>
                                      <p:tavLst>
                                        <p:tav tm="0">
                                          <p:val>
                                            <p:fltVal val="-90"/>
                                          </p:val>
                                        </p:tav>
                                        <p:tav tm="100000">
                                          <p:val>
                                            <p:fltVal val="0"/>
                                          </p:val>
                                        </p:tav>
                                      </p:tavLst>
                                    </p:anim>
                                    <p:anim calcmode="lin" valueType="num">
                                      <p:cBhvr>
                                        <p:cTn id="9" dur="1600" decel="100000" fill="hold"/>
                                        <p:tgtEl>
                                          <p:spTgt spid="6"/>
                                        </p:tgtEl>
                                        <p:attrNameLst>
                                          <p:attrName>ppt_x</p:attrName>
                                        </p:attrNameLst>
                                      </p:cBhvr>
                                      <p:tavLst>
                                        <p:tav tm="0">
                                          <p:val>
                                            <p:strVal val="#ppt_x+0.4"/>
                                          </p:val>
                                        </p:tav>
                                        <p:tav tm="100000">
                                          <p:val>
                                            <p:strVal val="#ppt_x-0.05"/>
                                          </p:val>
                                        </p:tav>
                                      </p:tavLst>
                                    </p:anim>
                                    <p:anim calcmode="lin" valueType="num">
                                      <p:cBhvr>
                                        <p:cTn id="10" dur="1600" decel="100000" fill="hold"/>
                                        <p:tgtEl>
                                          <p:spTgt spid="6"/>
                                        </p:tgtEl>
                                        <p:attrNameLst>
                                          <p:attrName>ppt_y</p:attrName>
                                        </p:attrNameLst>
                                      </p:cBhvr>
                                      <p:tavLst>
                                        <p:tav tm="0">
                                          <p:val>
                                            <p:strVal val="#ppt_y-0.4"/>
                                          </p:val>
                                        </p:tav>
                                        <p:tav tm="100000">
                                          <p:val>
                                            <p:strVal val="#ppt_y+0.1"/>
                                          </p:val>
                                        </p:tav>
                                      </p:tavLst>
                                    </p:anim>
                                    <p:anim calcmode="lin" valueType="num">
                                      <p:cBhvr>
                                        <p:cTn id="11" dur="400" accel="100000" fill="hold">
                                          <p:stCondLst>
                                            <p:cond delay="1600"/>
                                          </p:stCondLst>
                                        </p:cTn>
                                        <p:tgtEl>
                                          <p:spTgt spid="6"/>
                                        </p:tgtEl>
                                        <p:attrNameLst>
                                          <p:attrName>ppt_x</p:attrName>
                                        </p:attrNameLst>
                                      </p:cBhvr>
                                      <p:tavLst>
                                        <p:tav tm="0">
                                          <p:val>
                                            <p:strVal val="#ppt_x-0.05"/>
                                          </p:val>
                                        </p:tav>
                                        <p:tav tm="100000">
                                          <p:val>
                                            <p:strVal val="#ppt_x"/>
                                          </p:val>
                                        </p:tav>
                                      </p:tavLst>
                                    </p:anim>
                                    <p:anim calcmode="lin" valueType="num">
                                      <p:cBhvr>
                                        <p:cTn id="12" dur="400" accel="100000" fill="hold">
                                          <p:stCondLst>
                                            <p:cond delay="1600"/>
                                          </p:stCondLst>
                                        </p:cTn>
                                        <p:tgtEl>
                                          <p:spTgt spid="6"/>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Nadpis 12"/>
          <p:cNvSpPr>
            <a:spLocks noGrp="1"/>
          </p:cNvSpPr>
          <p:nvPr>
            <p:ph type="title"/>
          </p:nvPr>
        </p:nvSpPr>
        <p:spPr>
          <a:xfrm>
            <a:off x="817418" y="0"/>
            <a:ext cx="10306196" cy="1371600"/>
          </a:xfrm>
        </p:spPr>
        <p:txBody>
          <a:bodyPr rtlCol="0">
            <a:noAutofit/>
          </a:bodyPr>
          <a:lstStyle/>
          <a:p>
            <a:pPr algn="ctr"/>
            <a:r>
              <a:rPr lang="sk-SK" sz="3800" b="1" dirty="0"/>
              <a:t>Ako určujeme podstatné mená </a:t>
            </a:r>
            <a:br>
              <a:rPr lang="sk-SK" sz="3800" b="1" dirty="0"/>
            </a:br>
            <a:r>
              <a:rPr lang="sk-SK" sz="3800" b="1" dirty="0"/>
              <a:t>ženského rodu?</a:t>
            </a:r>
            <a:endParaRPr sz="3800" b="1"/>
          </a:p>
        </p:txBody>
      </p:sp>
      <p:sp>
        <p:nvSpPr>
          <p:cNvPr id="14" name="Zástupný symbol obsahu 13"/>
          <p:cNvSpPr>
            <a:spLocks noGrp="1"/>
          </p:cNvSpPr>
          <p:nvPr>
            <p:ph idx="1"/>
          </p:nvPr>
        </p:nvSpPr>
        <p:spPr>
          <a:xfrm>
            <a:off x="0" y="1392382"/>
            <a:ext cx="8716095" cy="5105400"/>
          </a:xfrm>
        </p:spPr>
        <p:txBody>
          <a:bodyPr rtlCol="0">
            <a:normAutofit/>
          </a:bodyPr>
          <a:lstStyle/>
          <a:p>
            <a:pPr algn="just">
              <a:lnSpc>
                <a:spcPct val="150000"/>
              </a:lnSpc>
            </a:pPr>
            <a:r>
              <a:rPr lang="sk-SK" b="1" dirty="0">
                <a:solidFill>
                  <a:schemeClr val="accent1">
                    <a:lumMod val="50000"/>
                  </a:schemeClr>
                </a:solidFill>
                <a:latin typeface="+mj-lt"/>
              </a:rPr>
              <a:t> určíme rod podstatného mena (</a:t>
            </a:r>
            <a:r>
              <a:rPr lang="sk-SK" b="1" u="sng" dirty="0">
                <a:solidFill>
                  <a:schemeClr val="bg2">
                    <a:lumMod val="50000"/>
                  </a:schemeClr>
                </a:solidFill>
                <a:latin typeface="+mj-lt"/>
              </a:rPr>
              <a:t>TÁ</a:t>
            </a:r>
            <a:r>
              <a:rPr lang="sk-SK" b="1" dirty="0">
                <a:solidFill>
                  <a:schemeClr val="accent1">
                    <a:lumMod val="50000"/>
                  </a:schemeClr>
                </a:solidFill>
                <a:latin typeface="+mj-lt"/>
              </a:rPr>
              <a:t> LOĎ) </a:t>
            </a:r>
          </a:p>
          <a:p>
            <a:pPr algn="just">
              <a:lnSpc>
                <a:spcPct val="150000"/>
              </a:lnSpc>
            </a:pPr>
            <a:r>
              <a:rPr lang="sk-SK" b="1" dirty="0">
                <a:solidFill>
                  <a:schemeClr val="accent1">
                    <a:lumMod val="50000"/>
                  </a:schemeClr>
                </a:solidFill>
                <a:latin typeface="+mj-lt"/>
              </a:rPr>
              <a:t> určíme N </a:t>
            </a:r>
            <a:r>
              <a:rPr lang="sk-SK" b="1" dirty="0" err="1">
                <a:solidFill>
                  <a:schemeClr val="accent1">
                    <a:lumMod val="50000"/>
                  </a:schemeClr>
                </a:solidFill>
                <a:latin typeface="+mj-lt"/>
              </a:rPr>
              <a:t>sg</a:t>
            </a:r>
            <a:r>
              <a:rPr lang="sk-SK" b="1" dirty="0">
                <a:solidFill>
                  <a:schemeClr val="accent1">
                    <a:lumMod val="50000"/>
                  </a:schemeClr>
                </a:solidFill>
                <a:latin typeface="+mj-lt"/>
              </a:rPr>
              <a:t>. a všimneme si koncovku – LO</a:t>
            </a:r>
            <a:r>
              <a:rPr lang="sk-SK" b="1" dirty="0">
                <a:solidFill>
                  <a:schemeClr val="bg2">
                    <a:lumMod val="50000"/>
                  </a:schemeClr>
                </a:solidFill>
                <a:latin typeface="+mj-lt"/>
              </a:rPr>
              <a:t>Ď</a:t>
            </a:r>
          </a:p>
          <a:p>
            <a:pPr algn="just">
              <a:lnSpc>
                <a:spcPct val="150000"/>
              </a:lnSpc>
            </a:pPr>
            <a:r>
              <a:rPr lang="sk-SK" b="1" dirty="0">
                <a:solidFill>
                  <a:schemeClr val="accent1">
                    <a:lumMod val="50000"/>
                  </a:schemeClr>
                </a:solidFill>
                <a:latin typeface="+mj-lt"/>
              </a:rPr>
              <a:t> keď sa podstatné meno ženského rodu končí v N </a:t>
            </a:r>
            <a:r>
              <a:rPr lang="sk-SK" b="1" dirty="0" err="1">
                <a:solidFill>
                  <a:schemeClr val="accent1">
                    <a:lumMod val="50000"/>
                  </a:schemeClr>
                </a:solidFill>
                <a:latin typeface="+mj-lt"/>
              </a:rPr>
              <a:t>sg</a:t>
            </a:r>
            <a:r>
              <a:rPr lang="sk-SK" b="1" dirty="0">
                <a:solidFill>
                  <a:schemeClr val="accent1">
                    <a:lumMod val="50000"/>
                  </a:schemeClr>
                </a:solidFill>
                <a:latin typeface="+mj-lt"/>
              </a:rPr>
              <a:t>. na spoluhlásku, môže to byť vzor </a:t>
            </a:r>
            <a:r>
              <a:rPr lang="sk-SK" b="1" dirty="0">
                <a:solidFill>
                  <a:schemeClr val="bg2">
                    <a:lumMod val="50000"/>
                  </a:schemeClr>
                </a:solidFill>
                <a:latin typeface="+mj-lt"/>
              </a:rPr>
              <a:t>DLAŇ</a:t>
            </a:r>
            <a:r>
              <a:rPr lang="sk-SK" b="1" dirty="0">
                <a:solidFill>
                  <a:schemeClr val="accent1">
                    <a:lumMod val="50000"/>
                  </a:schemeClr>
                </a:solidFill>
                <a:latin typeface="+mj-lt"/>
              </a:rPr>
              <a:t> alebo </a:t>
            </a:r>
            <a:r>
              <a:rPr lang="sk-SK" b="1" dirty="0">
                <a:solidFill>
                  <a:schemeClr val="bg2">
                    <a:lumMod val="50000"/>
                  </a:schemeClr>
                </a:solidFill>
                <a:latin typeface="+mj-lt"/>
              </a:rPr>
              <a:t>KOSŤ</a:t>
            </a:r>
          </a:p>
          <a:p>
            <a:pPr algn="just">
              <a:lnSpc>
                <a:spcPct val="150000"/>
              </a:lnSpc>
            </a:pPr>
            <a:r>
              <a:rPr lang="sk-SK" b="1" dirty="0">
                <a:solidFill>
                  <a:schemeClr val="accent1">
                    <a:lumMod val="50000"/>
                  </a:schemeClr>
                </a:solidFill>
                <a:latin typeface="+mj-lt"/>
              </a:rPr>
              <a:t> určíme si N </a:t>
            </a:r>
            <a:r>
              <a:rPr lang="sk-SK" b="1" dirty="0" err="1">
                <a:solidFill>
                  <a:schemeClr val="accent1">
                    <a:lumMod val="50000"/>
                  </a:schemeClr>
                </a:solidFill>
                <a:latin typeface="+mj-lt"/>
              </a:rPr>
              <a:t>pl</a:t>
            </a:r>
            <a:r>
              <a:rPr lang="sk-SK" b="1" dirty="0">
                <a:solidFill>
                  <a:schemeClr val="accent1">
                    <a:lumMod val="50000"/>
                  </a:schemeClr>
                </a:solidFill>
                <a:latin typeface="+mj-lt"/>
              </a:rPr>
              <a:t>. daného podstatného mena - LOD</a:t>
            </a:r>
            <a:r>
              <a:rPr lang="sk-SK" b="1" dirty="0">
                <a:solidFill>
                  <a:schemeClr val="bg2">
                    <a:lumMod val="50000"/>
                  </a:schemeClr>
                </a:solidFill>
                <a:latin typeface="+mj-lt"/>
              </a:rPr>
              <a:t>E</a:t>
            </a:r>
          </a:p>
          <a:p>
            <a:pPr algn="just">
              <a:lnSpc>
                <a:spcPct val="150000"/>
              </a:lnSpc>
            </a:pPr>
            <a:r>
              <a:rPr lang="sk-SK" b="1" dirty="0">
                <a:solidFill>
                  <a:schemeClr val="accent1">
                    <a:lumMod val="50000"/>
                  </a:schemeClr>
                </a:solidFill>
                <a:latin typeface="+mj-lt"/>
              </a:rPr>
              <a:t> podstatné meno LOĎ sa skloňuje podľa vzoru DLAŇ</a:t>
            </a:r>
            <a:endParaRPr lang="sk-SK" b="1" dirty="0">
              <a:solidFill>
                <a:schemeClr val="bg2">
                  <a:lumMod val="50000"/>
                </a:schemeClr>
              </a:solidFill>
              <a:latin typeface="+mj-lt"/>
            </a:endParaRPr>
          </a:p>
        </p:txBody>
      </p:sp>
      <p:sp>
        <p:nvSpPr>
          <p:cNvPr id="2050" name="AutoShape 2" descr="Výsledok vyhľadávania obrázkov pre dopyt kreslená reťaz 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sk-SK"/>
          </a:p>
        </p:txBody>
      </p:sp>
      <p:sp>
        <p:nvSpPr>
          <p:cNvPr id="2052" name="AutoShape 4" descr="Výsledok vyhľadávania obrázkov pre dopyt kreslená reťaz 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sk-SK"/>
          </a:p>
        </p:txBody>
      </p:sp>
      <p:sp>
        <p:nvSpPr>
          <p:cNvPr id="2054" name="AutoShape 6" descr="Výsledok vyhľadávania obrázkov pre dopyt kreslená reťaz 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sk-SK"/>
          </a:p>
        </p:txBody>
      </p:sp>
      <p:pic>
        <p:nvPicPr>
          <p:cNvPr id="2056" name="Picture 8" descr="Výsledok vyhľadávania obrázkov pre dopyt kreslená loď png"/>
          <p:cNvPicPr>
            <a:picLocks noChangeAspect="1" noChangeArrowheads="1"/>
          </p:cNvPicPr>
          <p:nvPr/>
        </p:nvPicPr>
        <p:blipFill>
          <a:blip r:embed="rId2"/>
          <a:srcRect/>
          <a:stretch>
            <a:fillRect/>
          </a:stretch>
        </p:blipFill>
        <p:spPr bwMode="auto">
          <a:xfrm>
            <a:off x="8986183" y="1052945"/>
            <a:ext cx="2968267" cy="3584863"/>
          </a:xfrm>
          <a:prstGeom prst="rect">
            <a:avLst/>
          </a:prstGeom>
          <a:noFill/>
        </p:spPr>
      </p:pic>
      <mc:AlternateContent xmlns:mc="http://schemas.openxmlformats.org/markup-compatibility/2006">
        <mc:Choice xmlns:p14="http://schemas.microsoft.com/office/powerpoint/2010/main" Requires="p14">
          <p:contentPart p14:bwMode="auto" r:id="rId3">
            <p14:nvContentPartPr>
              <p14:cNvPr id="2" name="Písanie rukou 1">
                <a:extLst>
                  <a:ext uri="{FF2B5EF4-FFF2-40B4-BE49-F238E27FC236}">
                    <a16:creationId xmlns:a16="http://schemas.microsoft.com/office/drawing/2014/main" id="{B2747949-FBB9-47F8-B553-0AFC06E65A98}"/>
                  </a:ext>
                </a:extLst>
              </p14:cNvPr>
              <p14:cNvContentPartPr/>
              <p14:nvPr/>
            </p14:nvContentPartPr>
            <p14:xfrm>
              <a:off x="2031840" y="1333440"/>
              <a:ext cx="6629760" cy="4248720"/>
            </p14:xfrm>
          </p:contentPart>
        </mc:Choice>
        <mc:Fallback>
          <p:pic>
            <p:nvPicPr>
              <p:cNvPr id="2" name="Písanie rukou 1">
                <a:extLst>
                  <a:ext uri="{FF2B5EF4-FFF2-40B4-BE49-F238E27FC236}">
                    <a16:creationId xmlns:a16="http://schemas.microsoft.com/office/drawing/2014/main" id="{B2747949-FBB9-47F8-B553-0AFC06E65A98}"/>
                  </a:ext>
                </a:extLst>
              </p:cNvPr>
              <p:cNvPicPr/>
              <p:nvPr/>
            </p:nvPicPr>
            <p:blipFill>
              <a:blip r:embed="rId4"/>
              <a:stretch>
                <a:fillRect/>
              </a:stretch>
            </p:blipFill>
            <p:spPr>
              <a:xfrm>
                <a:off x="2022480" y="1324080"/>
                <a:ext cx="6648480" cy="4267440"/>
              </a:xfrm>
              <a:prstGeom prst="rect">
                <a:avLst/>
              </a:prstGeom>
            </p:spPr>
          </p:pic>
        </mc:Fallback>
      </mc:AlternateContent>
    </p:spTree>
    <p:extLst>
      <p:ext uri="{BB962C8B-B14F-4D97-AF65-F5344CB8AC3E}">
        <p14:creationId xmlns:p14="http://schemas.microsoft.com/office/powerpoint/2010/main" val="3081074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20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fade">
                                      <p:cBhvr>
                                        <p:cTn id="12" dur="2000"/>
                                        <p:tgtEl>
                                          <p:spTgt spid="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Effect transition="in" filter="fade">
                                      <p:cBhvr>
                                        <p:cTn id="17" dur="2000"/>
                                        <p:tgtEl>
                                          <p:spTgt spid="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xEl>
                                              <p:pRg st="3" end="3"/>
                                            </p:txEl>
                                          </p:spTgt>
                                        </p:tgtEl>
                                        <p:attrNameLst>
                                          <p:attrName>style.visibility</p:attrName>
                                        </p:attrNameLst>
                                      </p:cBhvr>
                                      <p:to>
                                        <p:strVal val="visible"/>
                                      </p:to>
                                    </p:set>
                                    <p:animEffect transition="in" filter="fade">
                                      <p:cBhvr>
                                        <p:cTn id="22" dur="2000"/>
                                        <p:tgtEl>
                                          <p:spTgt spid="1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
                                            <p:txEl>
                                              <p:pRg st="4" end="4"/>
                                            </p:txEl>
                                          </p:spTgt>
                                        </p:tgtEl>
                                        <p:attrNameLst>
                                          <p:attrName>style.visibility</p:attrName>
                                        </p:attrNameLst>
                                      </p:cBhvr>
                                      <p:to>
                                        <p:strVal val="visible"/>
                                      </p:to>
                                    </p:set>
                                    <p:animEffect transition="in" filter="fade">
                                      <p:cBhvr>
                                        <p:cTn id="27" dur="2000"/>
                                        <p:tgtEl>
                                          <p:spTgt spid="1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Nadpis 12"/>
          <p:cNvSpPr>
            <a:spLocks noGrp="1"/>
          </p:cNvSpPr>
          <p:nvPr>
            <p:ph type="title"/>
          </p:nvPr>
        </p:nvSpPr>
        <p:spPr>
          <a:xfrm>
            <a:off x="817418" y="0"/>
            <a:ext cx="10306196" cy="1371600"/>
          </a:xfrm>
        </p:spPr>
        <p:txBody>
          <a:bodyPr rtlCol="0">
            <a:noAutofit/>
          </a:bodyPr>
          <a:lstStyle/>
          <a:p>
            <a:pPr algn="ctr"/>
            <a:r>
              <a:rPr lang="sk-SK" sz="3800" b="1" dirty="0"/>
              <a:t>Ako určujeme podstatné mená </a:t>
            </a:r>
            <a:br>
              <a:rPr lang="sk-SK" sz="3800" b="1" dirty="0"/>
            </a:br>
            <a:r>
              <a:rPr lang="sk-SK" sz="3800" b="1" dirty="0"/>
              <a:t>ženského rodu?</a:t>
            </a:r>
            <a:endParaRPr sz="3800" b="1"/>
          </a:p>
        </p:txBody>
      </p:sp>
      <p:sp>
        <p:nvSpPr>
          <p:cNvPr id="14" name="Zástupný symbol obsahu 13"/>
          <p:cNvSpPr>
            <a:spLocks noGrp="1"/>
          </p:cNvSpPr>
          <p:nvPr>
            <p:ph idx="1"/>
          </p:nvPr>
        </p:nvSpPr>
        <p:spPr>
          <a:xfrm>
            <a:off x="0" y="1392382"/>
            <a:ext cx="8716095" cy="5105400"/>
          </a:xfrm>
        </p:spPr>
        <p:txBody>
          <a:bodyPr rtlCol="0">
            <a:normAutofit/>
          </a:bodyPr>
          <a:lstStyle/>
          <a:p>
            <a:pPr algn="just">
              <a:lnSpc>
                <a:spcPct val="150000"/>
              </a:lnSpc>
            </a:pPr>
            <a:r>
              <a:rPr lang="sk-SK" b="1" dirty="0">
                <a:solidFill>
                  <a:schemeClr val="accent1">
                    <a:lumMod val="50000"/>
                  </a:schemeClr>
                </a:solidFill>
                <a:latin typeface="+mj-lt"/>
              </a:rPr>
              <a:t> určíme rod podstatného mena (</a:t>
            </a:r>
            <a:r>
              <a:rPr lang="sk-SK" b="1" u="sng" dirty="0">
                <a:solidFill>
                  <a:schemeClr val="bg2">
                    <a:lumMod val="50000"/>
                  </a:schemeClr>
                </a:solidFill>
                <a:latin typeface="+mj-lt"/>
              </a:rPr>
              <a:t>TÁ</a:t>
            </a:r>
            <a:r>
              <a:rPr lang="sk-SK" b="1" dirty="0">
                <a:solidFill>
                  <a:schemeClr val="accent1">
                    <a:lumMod val="50000"/>
                  </a:schemeClr>
                </a:solidFill>
                <a:latin typeface="+mj-lt"/>
              </a:rPr>
              <a:t> HUS) </a:t>
            </a:r>
          </a:p>
          <a:p>
            <a:pPr algn="just">
              <a:lnSpc>
                <a:spcPct val="150000"/>
              </a:lnSpc>
            </a:pPr>
            <a:r>
              <a:rPr lang="sk-SK" b="1" dirty="0">
                <a:solidFill>
                  <a:schemeClr val="accent1">
                    <a:lumMod val="50000"/>
                  </a:schemeClr>
                </a:solidFill>
                <a:latin typeface="+mj-lt"/>
              </a:rPr>
              <a:t> určíme N </a:t>
            </a:r>
            <a:r>
              <a:rPr lang="sk-SK" b="1" dirty="0" err="1">
                <a:solidFill>
                  <a:schemeClr val="accent1">
                    <a:lumMod val="50000"/>
                  </a:schemeClr>
                </a:solidFill>
                <a:latin typeface="+mj-lt"/>
              </a:rPr>
              <a:t>sg</a:t>
            </a:r>
            <a:r>
              <a:rPr lang="sk-SK" b="1" dirty="0">
                <a:solidFill>
                  <a:schemeClr val="accent1">
                    <a:lumMod val="50000"/>
                  </a:schemeClr>
                </a:solidFill>
                <a:latin typeface="+mj-lt"/>
              </a:rPr>
              <a:t>. a všimneme si koncovku – HU</a:t>
            </a:r>
            <a:r>
              <a:rPr lang="sk-SK" b="1" dirty="0">
                <a:solidFill>
                  <a:schemeClr val="bg2">
                    <a:lumMod val="50000"/>
                  </a:schemeClr>
                </a:solidFill>
                <a:latin typeface="+mj-lt"/>
              </a:rPr>
              <a:t>S</a:t>
            </a:r>
          </a:p>
          <a:p>
            <a:pPr algn="just">
              <a:lnSpc>
                <a:spcPct val="150000"/>
              </a:lnSpc>
            </a:pPr>
            <a:r>
              <a:rPr lang="sk-SK" b="1" dirty="0">
                <a:solidFill>
                  <a:schemeClr val="accent1">
                    <a:lumMod val="50000"/>
                  </a:schemeClr>
                </a:solidFill>
                <a:latin typeface="+mj-lt"/>
              </a:rPr>
              <a:t> keď sa podstatné meno ženského rodu končí v N </a:t>
            </a:r>
            <a:r>
              <a:rPr lang="sk-SK" b="1" dirty="0" err="1">
                <a:solidFill>
                  <a:schemeClr val="accent1">
                    <a:lumMod val="50000"/>
                  </a:schemeClr>
                </a:solidFill>
                <a:latin typeface="+mj-lt"/>
              </a:rPr>
              <a:t>sg</a:t>
            </a:r>
            <a:r>
              <a:rPr lang="sk-SK" b="1" dirty="0">
                <a:solidFill>
                  <a:schemeClr val="accent1">
                    <a:lumMod val="50000"/>
                  </a:schemeClr>
                </a:solidFill>
                <a:latin typeface="+mj-lt"/>
              </a:rPr>
              <a:t>. na spoluhlásku, môže to byť vzor </a:t>
            </a:r>
            <a:r>
              <a:rPr lang="sk-SK" b="1" dirty="0">
                <a:solidFill>
                  <a:schemeClr val="bg2">
                    <a:lumMod val="50000"/>
                  </a:schemeClr>
                </a:solidFill>
                <a:latin typeface="+mj-lt"/>
              </a:rPr>
              <a:t>DLAŇ</a:t>
            </a:r>
            <a:r>
              <a:rPr lang="sk-SK" b="1" dirty="0">
                <a:solidFill>
                  <a:schemeClr val="accent1">
                    <a:lumMod val="50000"/>
                  </a:schemeClr>
                </a:solidFill>
                <a:latin typeface="+mj-lt"/>
              </a:rPr>
              <a:t> alebo </a:t>
            </a:r>
            <a:r>
              <a:rPr lang="sk-SK" b="1" dirty="0">
                <a:solidFill>
                  <a:schemeClr val="bg2">
                    <a:lumMod val="50000"/>
                  </a:schemeClr>
                </a:solidFill>
                <a:latin typeface="+mj-lt"/>
              </a:rPr>
              <a:t>KOSŤ</a:t>
            </a:r>
          </a:p>
          <a:p>
            <a:pPr algn="just">
              <a:lnSpc>
                <a:spcPct val="150000"/>
              </a:lnSpc>
            </a:pPr>
            <a:r>
              <a:rPr lang="sk-SK" b="1" dirty="0">
                <a:solidFill>
                  <a:schemeClr val="accent1">
                    <a:lumMod val="50000"/>
                  </a:schemeClr>
                </a:solidFill>
                <a:latin typeface="+mj-lt"/>
              </a:rPr>
              <a:t> určíme si N </a:t>
            </a:r>
            <a:r>
              <a:rPr lang="sk-SK" b="1" dirty="0" err="1">
                <a:solidFill>
                  <a:schemeClr val="accent1">
                    <a:lumMod val="50000"/>
                  </a:schemeClr>
                </a:solidFill>
                <a:latin typeface="+mj-lt"/>
              </a:rPr>
              <a:t>pl</a:t>
            </a:r>
            <a:r>
              <a:rPr lang="sk-SK" b="1" dirty="0">
                <a:solidFill>
                  <a:schemeClr val="accent1">
                    <a:lumMod val="50000"/>
                  </a:schemeClr>
                </a:solidFill>
                <a:latin typeface="+mj-lt"/>
              </a:rPr>
              <a:t>. daného podstatného mena - HUS</a:t>
            </a:r>
            <a:r>
              <a:rPr lang="sk-SK" b="1" dirty="0">
                <a:solidFill>
                  <a:schemeClr val="bg2">
                    <a:lumMod val="50000"/>
                  </a:schemeClr>
                </a:solidFill>
                <a:latin typeface="+mj-lt"/>
              </a:rPr>
              <a:t>I</a:t>
            </a:r>
          </a:p>
          <a:p>
            <a:pPr algn="just">
              <a:lnSpc>
                <a:spcPct val="150000"/>
              </a:lnSpc>
            </a:pPr>
            <a:r>
              <a:rPr lang="sk-SK" b="1" dirty="0">
                <a:solidFill>
                  <a:schemeClr val="accent1">
                    <a:lumMod val="50000"/>
                  </a:schemeClr>
                </a:solidFill>
                <a:latin typeface="+mj-lt"/>
              </a:rPr>
              <a:t> podstatné meno HUS sa skloňuje podľa vzoru KOSŤ</a:t>
            </a:r>
            <a:endParaRPr lang="sk-SK" b="1" dirty="0">
              <a:solidFill>
                <a:schemeClr val="bg2">
                  <a:lumMod val="50000"/>
                </a:schemeClr>
              </a:solidFill>
              <a:latin typeface="+mj-lt"/>
            </a:endParaRPr>
          </a:p>
        </p:txBody>
      </p:sp>
      <p:sp>
        <p:nvSpPr>
          <p:cNvPr id="2050" name="AutoShape 2" descr="Výsledok vyhľadávania obrázkov pre dopyt kreslená reťaz 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sk-SK"/>
          </a:p>
        </p:txBody>
      </p:sp>
      <p:sp>
        <p:nvSpPr>
          <p:cNvPr id="2052" name="AutoShape 4" descr="Výsledok vyhľadávania obrázkov pre dopyt kreslená reťaz 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sk-SK"/>
          </a:p>
        </p:txBody>
      </p:sp>
      <p:sp>
        <p:nvSpPr>
          <p:cNvPr id="2054" name="AutoShape 6" descr="Výsledok vyhľadávania obrázkov pre dopyt kreslená reťaz 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sk-SK"/>
          </a:p>
        </p:txBody>
      </p:sp>
      <p:sp>
        <p:nvSpPr>
          <p:cNvPr id="40962" name="AutoShape 2" descr="Výsledok vyhľadávania obrázkov pre dopyt kreslená hus 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sk-SK"/>
          </a:p>
        </p:txBody>
      </p:sp>
      <p:sp>
        <p:nvSpPr>
          <p:cNvPr id="40964" name="AutoShape 4" descr="Výsledok vyhľadávania obrázkov pre dopyt kreslená hus 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sk-SK"/>
          </a:p>
        </p:txBody>
      </p:sp>
      <p:pic>
        <p:nvPicPr>
          <p:cNvPr id="40966" name="Picture 6" descr="File:Goose clipart 01.svg"/>
          <p:cNvPicPr>
            <a:picLocks noChangeAspect="1" noChangeArrowheads="1"/>
          </p:cNvPicPr>
          <p:nvPr/>
        </p:nvPicPr>
        <p:blipFill>
          <a:blip r:embed="rId2"/>
          <a:srcRect/>
          <a:stretch>
            <a:fillRect/>
          </a:stretch>
        </p:blipFill>
        <p:spPr bwMode="auto">
          <a:xfrm flipH="1">
            <a:off x="9297180" y="756083"/>
            <a:ext cx="2894819" cy="4162281"/>
          </a:xfrm>
          <a:prstGeom prst="rect">
            <a:avLst/>
          </a:prstGeom>
          <a:noFill/>
        </p:spPr>
      </p:pic>
      <mc:AlternateContent xmlns:mc="http://schemas.openxmlformats.org/markup-compatibility/2006">
        <mc:Choice xmlns:p14="http://schemas.microsoft.com/office/powerpoint/2010/main" Requires="p14">
          <p:contentPart p14:bwMode="auto" r:id="rId3">
            <p14:nvContentPartPr>
              <p14:cNvPr id="2" name="Písanie rukou 1">
                <a:extLst>
                  <a:ext uri="{FF2B5EF4-FFF2-40B4-BE49-F238E27FC236}">
                    <a16:creationId xmlns:a16="http://schemas.microsoft.com/office/drawing/2014/main" id="{D35C9E0D-7B78-67CF-2B9B-BDCE0921EDA3}"/>
                  </a:ext>
                </a:extLst>
              </p14:cNvPr>
              <p14:cNvContentPartPr/>
              <p14:nvPr/>
            </p14:nvContentPartPr>
            <p14:xfrm>
              <a:off x="2044800" y="1447920"/>
              <a:ext cx="7010640" cy="4432680"/>
            </p14:xfrm>
          </p:contentPart>
        </mc:Choice>
        <mc:Fallback>
          <p:pic>
            <p:nvPicPr>
              <p:cNvPr id="2" name="Písanie rukou 1">
                <a:extLst>
                  <a:ext uri="{FF2B5EF4-FFF2-40B4-BE49-F238E27FC236}">
                    <a16:creationId xmlns:a16="http://schemas.microsoft.com/office/drawing/2014/main" id="{D35C9E0D-7B78-67CF-2B9B-BDCE0921EDA3}"/>
                  </a:ext>
                </a:extLst>
              </p:cNvPr>
              <p:cNvPicPr/>
              <p:nvPr/>
            </p:nvPicPr>
            <p:blipFill>
              <a:blip r:embed="rId4"/>
              <a:stretch>
                <a:fillRect/>
              </a:stretch>
            </p:blipFill>
            <p:spPr>
              <a:xfrm>
                <a:off x="2035440" y="1438560"/>
                <a:ext cx="7029360" cy="4451400"/>
              </a:xfrm>
              <a:prstGeom prst="rect">
                <a:avLst/>
              </a:prstGeom>
            </p:spPr>
          </p:pic>
        </mc:Fallback>
      </mc:AlternateContent>
    </p:spTree>
    <p:extLst>
      <p:ext uri="{BB962C8B-B14F-4D97-AF65-F5344CB8AC3E}">
        <p14:creationId xmlns:p14="http://schemas.microsoft.com/office/powerpoint/2010/main" val="3081074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20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fade">
                                      <p:cBhvr>
                                        <p:cTn id="12" dur="2000"/>
                                        <p:tgtEl>
                                          <p:spTgt spid="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Effect transition="in" filter="fade">
                                      <p:cBhvr>
                                        <p:cTn id="17" dur="2000"/>
                                        <p:tgtEl>
                                          <p:spTgt spid="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xEl>
                                              <p:pRg st="3" end="3"/>
                                            </p:txEl>
                                          </p:spTgt>
                                        </p:tgtEl>
                                        <p:attrNameLst>
                                          <p:attrName>style.visibility</p:attrName>
                                        </p:attrNameLst>
                                      </p:cBhvr>
                                      <p:to>
                                        <p:strVal val="visible"/>
                                      </p:to>
                                    </p:set>
                                    <p:animEffect transition="in" filter="fade">
                                      <p:cBhvr>
                                        <p:cTn id="22" dur="2000"/>
                                        <p:tgtEl>
                                          <p:spTgt spid="1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
                                            <p:txEl>
                                              <p:pRg st="4" end="4"/>
                                            </p:txEl>
                                          </p:spTgt>
                                        </p:tgtEl>
                                        <p:attrNameLst>
                                          <p:attrName>style.visibility</p:attrName>
                                        </p:attrNameLst>
                                      </p:cBhvr>
                                      <p:to>
                                        <p:strVal val="visible"/>
                                      </p:to>
                                    </p:set>
                                    <p:animEffect transition="in" filter="fade">
                                      <p:cBhvr>
                                        <p:cTn id="27" dur="2000"/>
                                        <p:tgtEl>
                                          <p:spTgt spid="1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3463636" y="2202872"/>
            <a:ext cx="8269579" cy="1828800"/>
          </a:xfrm>
        </p:spPr>
        <p:txBody>
          <a:bodyPr>
            <a:noAutofit/>
          </a:bodyPr>
          <a:lstStyle/>
          <a:p>
            <a:pPr algn="ctr"/>
            <a:r>
              <a:rPr lang="sk-SK" sz="8800" b="1" dirty="0">
                <a:effectLst>
                  <a:outerShdw blurRad="38100" dist="38100" dir="2700000" algn="tl">
                    <a:srgbClr val="000000">
                      <a:alpha val="43137"/>
                    </a:srgbClr>
                  </a:outerShdw>
                </a:effectLst>
              </a:rPr>
              <a:t>OPAKUJEME!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Nadpis 12"/>
          <p:cNvSpPr>
            <a:spLocks noGrp="1"/>
          </p:cNvSpPr>
          <p:nvPr>
            <p:ph type="title"/>
          </p:nvPr>
        </p:nvSpPr>
        <p:spPr>
          <a:xfrm>
            <a:off x="817418" y="263236"/>
            <a:ext cx="10306196" cy="1371600"/>
          </a:xfrm>
        </p:spPr>
        <p:txBody>
          <a:bodyPr rtlCol="0">
            <a:noAutofit/>
          </a:bodyPr>
          <a:lstStyle/>
          <a:p>
            <a:pPr algn="ctr"/>
            <a:r>
              <a:rPr lang="sk-SK" sz="3800" b="1" dirty="0"/>
              <a:t>Z textu vyber podstatné mená ženského rodu a urč ich číslo, pád a vzor. </a:t>
            </a:r>
            <a:endParaRPr sz="3800" b="1"/>
          </a:p>
        </p:txBody>
      </p:sp>
      <p:sp>
        <p:nvSpPr>
          <p:cNvPr id="14" name="Zástupný symbol obsahu 13"/>
          <p:cNvSpPr>
            <a:spLocks noGrp="1"/>
          </p:cNvSpPr>
          <p:nvPr>
            <p:ph idx="1"/>
          </p:nvPr>
        </p:nvSpPr>
        <p:spPr>
          <a:xfrm>
            <a:off x="289359" y="1752601"/>
            <a:ext cx="11348459" cy="4606636"/>
          </a:xfrm>
        </p:spPr>
        <p:txBody>
          <a:bodyPr rtlCol="0">
            <a:normAutofit/>
          </a:bodyPr>
          <a:lstStyle/>
          <a:p>
            <a:pPr algn="just">
              <a:lnSpc>
                <a:spcPct val="150000"/>
              </a:lnSpc>
              <a:buNone/>
            </a:pPr>
            <a:r>
              <a:rPr lang="sk-SK" b="1" dirty="0">
                <a:latin typeface="+mj-lt"/>
              </a:rPr>
              <a:t>	Na strome sedela mačka. Dedkovi som daroval knihu. Maliarka namaľovala krásny obraz. Pri rieke rástli košaté jelše. Babka čistí nazbierané huby. So skúseným sprievodcom sa nebojím ísť do hory. Volejbalistky vyhrali dôležitý zápas. Záhradník popolieval všetky rozkvitnuté ruže. Učiteľka nadiktovala poslednú vetu z úlohy. Išli sme na povesťami opradený hrad. Cestou sme si spievali ľudové piesne. Z hory vyšli chlapci a v taške niesli žalude.</a:t>
            </a:r>
          </a:p>
          <a:p>
            <a:pPr algn="just">
              <a:lnSpc>
                <a:spcPct val="150000"/>
              </a:lnSpc>
              <a:buNone/>
            </a:pPr>
            <a:endParaRPr lang="sk-SK" b="1" dirty="0">
              <a:latin typeface="+mj-lt"/>
            </a:endParaRPr>
          </a:p>
        </p:txBody>
      </p:sp>
      <mc:AlternateContent xmlns:mc="http://schemas.openxmlformats.org/markup-compatibility/2006">
        <mc:Choice xmlns:p14="http://schemas.microsoft.com/office/powerpoint/2010/main" Requires="p14">
          <p:contentPart p14:bwMode="auto" r:id="rId2">
            <p14:nvContentPartPr>
              <p14:cNvPr id="2" name="Písanie rukou 1">
                <a:extLst>
                  <a:ext uri="{FF2B5EF4-FFF2-40B4-BE49-F238E27FC236}">
                    <a16:creationId xmlns:a16="http://schemas.microsoft.com/office/drawing/2014/main" id="{6A9FF8ED-3938-B70C-BCAE-E2D75F4B43C0}"/>
                  </a:ext>
                </a:extLst>
              </p14:cNvPr>
              <p14:cNvContentPartPr/>
              <p14:nvPr/>
            </p14:nvContentPartPr>
            <p14:xfrm>
              <a:off x="2666880" y="1708200"/>
              <a:ext cx="8769960" cy="4064400"/>
            </p14:xfrm>
          </p:contentPart>
        </mc:Choice>
        <mc:Fallback>
          <p:pic>
            <p:nvPicPr>
              <p:cNvPr id="2" name="Písanie rukou 1">
                <a:extLst>
                  <a:ext uri="{FF2B5EF4-FFF2-40B4-BE49-F238E27FC236}">
                    <a16:creationId xmlns:a16="http://schemas.microsoft.com/office/drawing/2014/main" id="{6A9FF8ED-3938-B70C-BCAE-E2D75F4B43C0}"/>
                  </a:ext>
                </a:extLst>
              </p:cNvPr>
              <p:cNvPicPr/>
              <p:nvPr/>
            </p:nvPicPr>
            <p:blipFill>
              <a:blip r:embed="rId3"/>
              <a:stretch>
                <a:fillRect/>
              </a:stretch>
            </p:blipFill>
            <p:spPr>
              <a:xfrm>
                <a:off x="2657520" y="1698840"/>
                <a:ext cx="8788680" cy="4083120"/>
              </a:xfrm>
              <a:prstGeom prst="rect">
                <a:avLst/>
              </a:prstGeom>
            </p:spPr>
          </p:pic>
        </mc:Fallback>
      </mc:AlternateContent>
    </p:spTree>
    <p:extLst>
      <p:ext uri="{BB962C8B-B14F-4D97-AF65-F5344CB8AC3E}">
        <p14:creationId xmlns:p14="http://schemas.microsoft.com/office/powerpoint/2010/main" val="3081074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Nadpis 12"/>
          <p:cNvSpPr>
            <a:spLocks noGrp="1"/>
          </p:cNvSpPr>
          <p:nvPr>
            <p:ph type="title"/>
          </p:nvPr>
        </p:nvSpPr>
        <p:spPr>
          <a:xfrm>
            <a:off x="845127" y="0"/>
            <a:ext cx="10306196" cy="1371600"/>
          </a:xfrm>
        </p:spPr>
        <p:txBody>
          <a:bodyPr rtlCol="0">
            <a:noAutofit/>
          </a:bodyPr>
          <a:lstStyle/>
          <a:p>
            <a:pPr algn="ctr"/>
            <a:r>
              <a:rPr lang="sk-SK" sz="4000" b="1" dirty="0"/>
              <a:t>Podstatné mená daj do správneho pádu a čísla uvedeného v zátvorke:</a:t>
            </a:r>
            <a:endParaRPr sz="3800" b="1"/>
          </a:p>
        </p:txBody>
      </p:sp>
      <p:sp>
        <p:nvSpPr>
          <p:cNvPr id="14" name="Zástupný symbol obsahu 13"/>
          <p:cNvSpPr>
            <a:spLocks noGrp="1"/>
          </p:cNvSpPr>
          <p:nvPr>
            <p:ph idx="1"/>
          </p:nvPr>
        </p:nvSpPr>
        <p:spPr>
          <a:xfrm>
            <a:off x="289359" y="1454727"/>
            <a:ext cx="11348459" cy="4904510"/>
          </a:xfrm>
        </p:spPr>
        <p:txBody>
          <a:bodyPr rtlCol="0">
            <a:noAutofit/>
          </a:bodyPr>
          <a:lstStyle/>
          <a:p>
            <a:pPr marL="0" indent="0" algn="just">
              <a:lnSpc>
                <a:spcPct val="120000"/>
              </a:lnSpc>
              <a:buNone/>
            </a:pPr>
            <a:r>
              <a:rPr lang="sk-SK" sz="2800" b="1" dirty="0">
                <a:latin typeface="+mj-lt"/>
              </a:rPr>
              <a:t>soľ (G </a:t>
            </a:r>
            <a:r>
              <a:rPr lang="sk-SK" sz="2800" b="1" dirty="0" err="1">
                <a:latin typeface="+mj-lt"/>
              </a:rPr>
              <a:t>sg</a:t>
            </a:r>
            <a:r>
              <a:rPr lang="sk-SK" sz="2800" b="1" dirty="0">
                <a:latin typeface="+mj-lt"/>
              </a:rPr>
              <a:t>.) - _________________________</a:t>
            </a:r>
          </a:p>
          <a:p>
            <a:pPr marL="0" indent="0" algn="just">
              <a:lnSpc>
                <a:spcPct val="120000"/>
              </a:lnSpc>
              <a:buNone/>
            </a:pPr>
            <a:r>
              <a:rPr lang="sk-SK" sz="2800" b="1" dirty="0">
                <a:latin typeface="+mj-lt"/>
              </a:rPr>
              <a:t>pieseň (I </a:t>
            </a:r>
            <a:r>
              <a:rPr lang="sk-SK" sz="2800" b="1" dirty="0" err="1">
                <a:latin typeface="+mj-lt"/>
              </a:rPr>
              <a:t>pl</a:t>
            </a:r>
            <a:r>
              <a:rPr lang="sk-SK" sz="2800" b="1" dirty="0">
                <a:latin typeface="+mj-lt"/>
              </a:rPr>
              <a:t>.) - ______________________</a:t>
            </a:r>
          </a:p>
          <a:p>
            <a:pPr marL="0" indent="0" algn="just">
              <a:lnSpc>
                <a:spcPct val="120000"/>
              </a:lnSpc>
              <a:buNone/>
            </a:pPr>
            <a:r>
              <a:rPr lang="sk-SK" sz="2800" b="1" dirty="0">
                <a:latin typeface="+mj-lt"/>
              </a:rPr>
              <a:t>tlač (D </a:t>
            </a:r>
            <a:r>
              <a:rPr lang="sk-SK" sz="2800" b="1" dirty="0" err="1">
                <a:latin typeface="+mj-lt"/>
              </a:rPr>
              <a:t>sg</a:t>
            </a:r>
            <a:r>
              <a:rPr lang="sk-SK" sz="2800" b="1" dirty="0">
                <a:latin typeface="+mj-lt"/>
              </a:rPr>
              <a:t>.) - ________________________</a:t>
            </a:r>
          </a:p>
          <a:p>
            <a:pPr marL="0" indent="0" algn="just">
              <a:lnSpc>
                <a:spcPct val="120000"/>
              </a:lnSpc>
              <a:buNone/>
            </a:pPr>
            <a:r>
              <a:rPr lang="sk-SK" sz="2800" b="1" dirty="0">
                <a:latin typeface="+mj-lt"/>
              </a:rPr>
              <a:t>čižma (A </a:t>
            </a:r>
            <a:r>
              <a:rPr lang="sk-SK" sz="2800" b="1" dirty="0" err="1">
                <a:latin typeface="+mj-lt"/>
              </a:rPr>
              <a:t>pl</a:t>
            </a:r>
            <a:r>
              <a:rPr lang="sk-SK" sz="2800" b="1" dirty="0">
                <a:latin typeface="+mj-lt"/>
              </a:rPr>
              <a:t>.) - _____________________ </a:t>
            </a:r>
          </a:p>
          <a:p>
            <a:pPr marL="0" indent="0" algn="just">
              <a:lnSpc>
                <a:spcPct val="120000"/>
              </a:lnSpc>
              <a:buNone/>
            </a:pPr>
            <a:r>
              <a:rPr lang="sk-SK" sz="2800" b="1" dirty="0">
                <a:latin typeface="+mj-lt"/>
              </a:rPr>
              <a:t>ruža (L </a:t>
            </a:r>
            <a:r>
              <a:rPr lang="sk-SK" sz="2800" b="1" dirty="0" err="1">
                <a:latin typeface="+mj-lt"/>
              </a:rPr>
              <a:t>pl</a:t>
            </a:r>
            <a:r>
              <a:rPr lang="sk-SK" sz="2800" b="1" dirty="0">
                <a:latin typeface="+mj-lt"/>
              </a:rPr>
              <a:t>.) - _______________________</a:t>
            </a:r>
          </a:p>
          <a:p>
            <a:pPr marL="0" indent="0" algn="just">
              <a:lnSpc>
                <a:spcPct val="120000"/>
              </a:lnSpc>
              <a:buNone/>
            </a:pPr>
            <a:r>
              <a:rPr lang="sk-SK" sz="2800" b="1" dirty="0">
                <a:latin typeface="+mj-lt"/>
              </a:rPr>
              <a:t>tabuľa (G </a:t>
            </a:r>
            <a:r>
              <a:rPr lang="sk-SK" sz="2800" b="1" dirty="0" err="1">
                <a:latin typeface="+mj-lt"/>
              </a:rPr>
              <a:t>sg</a:t>
            </a:r>
            <a:r>
              <a:rPr lang="sk-SK" sz="2800" b="1" dirty="0">
                <a:latin typeface="+mj-lt"/>
              </a:rPr>
              <a:t>.) - ____________________ </a:t>
            </a:r>
          </a:p>
          <a:p>
            <a:pPr marL="0" indent="0" algn="just">
              <a:lnSpc>
                <a:spcPct val="120000"/>
              </a:lnSpc>
              <a:buNone/>
            </a:pPr>
            <a:r>
              <a:rPr lang="sk-SK" sz="2800" b="1" dirty="0">
                <a:latin typeface="+mj-lt"/>
              </a:rPr>
              <a:t>lavica (L </a:t>
            </a:r>
            <a:r>
              <a:rPr lang="sk-SK" sz="2800" b="1" dirty="0" err="1">
                <a:latin typeface="+mj-lt"/>
              </a:rPr>
              <a:t>pl</a:t>
            </a:r>
            <a:r>
              <a:rPr lang="sk-SK" sz="2800" b="1" dirty="0">
                <a:latin typeface="+mj-lt"/>
              </a:rPr>
              <a:t>.) - ______________________</a:t>
            </a:r>
            <a:endParaRPr lang="sk-SK" b="1" dirty="0">
              <a:latin typeface="+mj-lt"/>
            </a:endParaRPr>
          </a:p>
        </p:txBody>
      </p:sp>
      <p:pic>
        <p:nvPicPr>
          <p:cNvPr id="1026" name="Picture 2" descr="Výsledok vyhľadávania obrázkov pre dopyt soľ png"/>
          <p:cNvPicPr>
            <a:picLocks noChangeAspect="1" noChangeArrowheads="1"/>
          </p:cNvPicPr>
          <p:nvPr/>
        </p:nvPicPr>
        <p:blipFill>
          <a:blip r:embed="rId2"/>
          <a:srcRect/>
          <a:stretch>
            <a:fillRect/>
          </a:stretch>
        </p:blipFill>
        <p:spPr bwMode="auto">
          <a:xfrm>
            <a:off x="10712737" y="1440872"/>
            <a:ext cx="1137749" cy="2773940"/>
          </a:xfrm>
          <a:prstGeom prst="rect">
            <a:avLst/>
          </a:prstGeom>
          <a:noFill/>
        </p:spPr>
      </p:pic>
      <p:pic>
        <p:nvPicPr>
          <p:cNvPr id="1028" name="Picture 4" descr="Výsledok vyhľadávania obrázkov pre dopyt ruža png"/>
          <p:cNvPicPr>
            <a:picLocks noChangeAspect="1" noChangeArrowheads="1"/>
          </p:cNvPicPr>
          <p:nvPr/>
        </p:nvPicPr>
        <p:blipFill>
          <a:blip r:embed="rId3"/>
          <a:srcRect/>
          <a:stretch>
            <a:fillRect/>
          </a:stretch>
        </p:blipFill>
        <p:spPr bwMode="auto">
          <a:xfrm>
            <a:off x="6611794" y="4043174"/>
            <a:ext cx="4887479" cy="2173910"/>
          </a:xfrm>
          <a:prstGeom prst="rect">
            <a:avLst/>
          </a:prstGeom>
          <a:noFill/>
        </p:spPr>
      </p:pic>
      <p:pic>
        <p:nvPicPr>
          <p:cNvPr id="1030" name="Picture 6" descr="Výsledok vyhľadávania obrázkov pre dopyt tabula png"/>
          <p:cNvPicPr>
            <a:picLocks noChangeAspect="1" noChangeArrowheads="1"/>
          </p:cNvPicPr>
          <p:nvPr/>
        </p:nvPicPr>
        <p:blipFill>
          <a:blip r:embed="rId4"/>
          <a:srcRect/>
          <a:stretch>
            <a:fillRect/>
          </a:stretch>
        </p:blipFill>
        <p:spPr bwMode="auto">
          <a:xfrm>
            <a:off x="7470774" y="1767863"/>
            <a:ext cx="2268971" cy="1996695"/>
          </a:xfrm>
          <a:prstGeom prst="rect">
            <a:avLst/>
          </a:prstGeom>
          <a:noFill/>
        </p:spPr>
      </p:pic>
    </p:spTree>
    <p:extLst>
      <p:ext uri="{BB962C8B-B14F-4D97-AF65-F5344CB8AC3E}">
        <p14:creationId xmlns:p14="http://schemas.microsoft.com/office/powerpoint/2010/main" val="3081074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Nadpis 12"/>
          <p:cNvSpPr>
            <a:spLocks noGrp="1"/>
          </p:cNvSpPr>
          <p:nvPr>
            <p:ph type="title"/>
          </p:nvPr>
        </p:nvSpPr>
        <p:spPr>
          <a:xfrm>
            <a:off x="817418" y="0"/>
            <a:ext cx="10306196" cy="1371600"/>
          </a:xfrm>
        </p:spPr>
        <p:txBody>
          <a:bodyPr rtlCol="0">
            <a:noAutofit/>
          </a:bodyPr>
          <a:lstStyle/>
          <a:p>
            <a:pPr algn="ctr"/>
            <a:r>
              <a:rPr lang="sk-SK" sz="5400" b="1" dirty="0">
                <a:effectLst>
                  <a:outerShdw blurRad="38100" dist="38100" dir="2700000" algn="tl">
                    <a:srgbClr val="000000">
                      <a:alpha val="43137"/>
                    </a:srgbClr>
                  </a:outerShdw>
                </a:effectLst>
              </a:rPr>
              <a:t>ZAHRAJME SA! </a:t>
            </a:r>
            <a:r>
              <a:rPr lang="sk-SK" sz="5400" b="1" dirty="0">
                <a:effectLst>
                  <a:outerShdw blurRad="38100" dist="38100" dir="2700000" algn="tl">
                    <a:srgbClr val="000000">
                      <a:alpha val="43137"/>
                    </a:srgbClr>
                  </a:outerShdw>
                </a:effectLst>
                <a:sym typeface="Wingdings" pitchFamily="2" charset="2"/>
              </a:rPr>
              <a:t></a:t>
            </a:r>
            <a:endParaRPr sz="5400" b="1">
              <a:effectLst>
                <a:outerShdw blurRad="38100" dist="38100" dir="2700000" algn="tl">
                  <a:srgbClr val="000000">
                    <a:alpha val="43137"/>
                  </a:srgbClr>
                </a:outerShdw>
              </a:effectLst>
            </a:endParaRPr>
          </a:p>
        </p:txBody>
      </p:sp>
      <p:sp>
        <p:nvSpPr>
          <p:cNvPr id="14" name="Zástupný symbol obsahu 13"/>
          <p:cNvSpPr>
            <a:spLocks noGrp="1"/>
          </p:cNvSpPr>
          <p:nvPr>
            <p:ph idx="1"/>
          </p:nvPr>
        </p:nvSpPr>
        <p:spPr>
          <a:xfrm>
            <a:off x="303213" y="1517073"/>
            <a:ext cx="11348459" cy="4606636"/>
          </a:xfrm>
        </p:spPr>
        <p:txBody>
          <a:bodyPr rtlCol="0">
            <a:noAutofit/>
          </a:bodyPr>
          <a:lstStyle/>
          <a:p>
            <a:pPr algn="ctr">
              <a:buNone/>
            </a:pPr>
            <a:r>
              <a:rPr lang="sk-SK" sz="3200" b="1" dirty="0">
                <a:solidFill>
                  <a:srgbClr val="0070C0"/>
                </a:solidFill>
                <a:hlinkClick r:id="rId2"/>
              </a:rPr>
              <a:t>https://wordwall.net/resource/11867072/opakujeme-vzory-%c5%beensk%c3%a9ho-rodu</a:t>
            </a:r>
            <a:endParaRPr lang="sk-SK" sz="3200" b="1" dirty="0">
              <a:solidFill>
                <a:srgbClr val="0070C0"/>
              </a:solidFill>
            </a:endParaRPr>
          </a:p>
          <a:p>
            <a:pPr algn="ctr">
              <a:buNone/>
            </a:pPr>
            <a:endParaRPr lang="sk-SK" sz="3200" b="1" dirty="0">
              <a:solidFill>
                <a:srgbClr val="0070C0"/>
              </a:solidFill>
            </a:endParaRPr>
          </a:p>
          <a:p>
            <a:pPr algn="ctr">
              <a:buNone/>
            </a:pPr>
            <a:r>
              <a:rPr lang="sk-SK" sz="3200" b="1" dirty="0">
                <a:solidFill>
                  <a:srgbClr val="0070C0"/>
                </a:solidFill>
                <a:hlinkClick r:id="rId3"/>
              </a:rPr>
              <a:t>https://wordwall.net/resource/11869463/vzory-%c5%beensk%c3%a9ho-rodu</a:t>
            </a:r>
            <a:r>
              <a:rPr lang="sk-SK" sz="3200" b="1" dirty="0">
                <a:solidFill>
                  <a:srgbClr val="0070C0"/>
                </a:solidFill>
              </a:rPr>
              <a:t> </a:t>
            </a:r>
          </a:p>
          <a:p>
            <a:pPr algn="ctr">
              <a:buNone/>
            </a:pPr>
            <a:endParaRPr lang="sk-SK" sz="3200" b="1" dirty="0">
              <a:solidFill>
                <a:srgbClr val="0070C0"/>
              </a:solidFill>
            </a:endParaRPr>
          </a:p>
          <a:p>
            <a:pPr algn="ctr">
              <a:buNone/>
            </a:pPr>
            <a:r>
              <a:rPr lang="sk-SK" sz="3200" b="1" dirty="0">
                <a:solidFill>
                  <a:srgbClr val="0070C0"/>
                </a:solidFill>
                <a:hlinkClick r:id="rId4"/>
              </a:rPr>
              <a:t>https</a:t>
            </a:r>
            <a:r>
              <a:rPr lang="sk-SK" sz="3200" b="1">
                <a:solidFill>
                  <a:srgbClr val="0070C0"/>
                </a:solidFill>
                <a:hlinkClick r:id="rId4"/>
              </a:rPr>
              <a:t>://wordwall.net/resource/11870616/ur%c4%8d-vzor</a:t>
            </a:r>
            <a:r>
              <a:rPr lang="sk-SK" sz="3200" b="1">
                <a:solidFill>
                  <a:srgbClr val="0070C0"/>
                </a:solidFill>
              </a:rPr>
              <a:t> </a:t>
            </a:r>
            <a:endParaRPr lang="sk-SK" sz="3200" b="1" dirty="0">
              <a:latin typeface="+mj-lt"/>
            </a:endParaRPr>
          </a:p>
        </p:txBody>
      </p:sp>
    </p:spTree>
    <p:extLst>
      <p:ext uri="{BB962C8B-B14F-4D97-AF65-F5344CB8AC3E}">
        <p14:creationId xmlns:p14="http://schemas.microsoft.com/office/powerpoint/2010/main" val="3081074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a:xfrm>
            <a:off x="4321031" y="2535382"/>
            <a:ext cx="6858002" cy="1828800"/>
          </a:xfrm>
        </p:spPr>
        <p:txBody>
          <a:bodyPr>
            <a:noAutofit/>
          </a:bodyPr>
          <a:lstStyle/>
          <a:p>
            <a:pPr algn="ctr">
              <a:lnSpc>
                <a:spcPct val="150000"/>
              </a:lnSpc>
            </a:pPr>
            <a:r>
              <a:rPr lang="sk-SK" sz="7200" b="1" dirty="0">
                <a:effectLst>
                  <a:outerShdw blurRad="38100" dist="38100" dir="2700000" algn="tl">
                    <a:srgbClr val="000000">
                      <a:alpha val="43137"/>
                    </a:srgbClr>
                  </a:outerShdw>
                </a:effectLst>
              </a:rPr>
              <a:t>ĎAKUJEM ZA POZORNOSŤ!</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
                                        </p:tgtEl>
                                        <p:attrNameLst>
                                          <p:attrName>style.visibility</p:attrName>
                                        </p:attrNameLst>
                                      </p:cBhvr>
                                      <p:to>
                                        <p:strVal val="visible"/>
                                      </p:to>
                                    </p:set>
                                    <p:anim calcmode="discrete" valueType="clr">
                                      <p:cBhvr override="childStyle">
                                        <p:cTn id="7" dur="80"/>
                                        <p:tgtEl>
                                          <p:spTgt spid="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
                                        </p:tgtEl>
                                        <p:attrNameLst>
                                          <p:attrName>fillcolor</p:attrName>
                                        </p:attrNameLst>
                                      </p:cBhvr>
                                      <p:tavLst>
                                        <p:tav tm="0">
                                          <p:val>
                                            <p:clrVal>
                                              <a:schemeClr val="accent2"/>
                                            </p:clrVal>
                                          </p:val>
                                        </p:tav>
                                        <p:tav tm="50000">
                                          <p:val>
                                            <p:clrVal>
                                              <a:schemeClr val="hlink"/>
                                            </p:clrVal>
                                          </p:val>
                                        </p:tav>
                                      </p:tavLst>
                                    </p:anim>
                                    <p:set>
                                      <p:cBhvr>
                                        <p:cTn id="9" dur="80"/>
                                        <p:tgtEl>
                                          <p:spTgt spid="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tf03431377_win32">
  <a:themeElements>
    <a:clrScheme name="Nature Illustration">
      <a:dk1>
        <a:srgbClr val="9A5315"/>
      </a:dk1>
      <a:lt1>
        <a:srgbClr val="FFFFFF"/>
      </a:lt1>
      <a:dk2>
        <a:srgbClr val="000000"/>
      </a:dk2>
      <a:lt2>
        <a:srgbClr val="D1E5F9"/>
      </a:lt2>
      <a:accent1>
        <a:srgbClr val="F3771A"/>
      </a:accent1>
      <a:accent2>
        <a:srgbClr val="8BBEF1"/>
      </a:accent2>
      <a:accent3>
        <a:srgbClr val="6DC025"/>
      </a:accent3>
      <a:accent4>
        <a:srgbClr val="9A5315"/>
      </a:accent4>
      <a:accent5>
        <a:srgbClr val="F1471F"/>
      </a:accent5>
      <a:accent6>
        <a:srgbClr val="DA6FDF"/>
      </a:accent6>
      <a:hlink>
        <a:srgbClr val="6DC025"/>
      </a:hlink>
      <a:folHlink>
        <a:srgbClr val="9A5315"/>
      </a:folHlink>
    </a:clrScheme>
    <a:fontScheme name="Segoe Print">
      <a:majorFont>
        <a:latin typeface="Segoe Print"/>
        <a:ea typeface=""/>
        <a:cs typeface=""/>
      </a:majorFont>
      <a:minorFont>
        <a:latin typeface="Segoe Prin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9532653_TF03431377" id="{EA660189-BFF0-4FE8-96AF-4E72269B728D}" vid="{3E18FFE8-5078-4363-9143-37B0D37EDC47}"/>
    </a:ext>
  </a:extLst>
</a:theme>
</file>

<file path=ppt/theme/theme2.xml><?xml version="1.0" encoding="utf-8"?>
<a:theme xmlns:a="http://schemas.openxmlformats.org/drawingml/2006/main" name="Motív balíka Office">
  <a:themeElements>
    <a:clrScheme name="Nature Illustration">
      <a:dk1>
        <a:srgbClr val="9A5315"/>
      </a:dk1>
      <a:lt1>
        <a:srgbClr val="FFFFFF"/>
      </a:lt1>
      <a:dk2>
        <a:srgbClr val="000000"/>
      </a:dk2>
      <a:lt2>
        <a:srgbClr val="D1E5F9"/>
      </a:lt2>
      <a:accent1>
        <a:srgbClr val="F3771A"/>
      </a:accent1>
      <a:accent2>
        <a:srgbClr val="8BBEF1"/>
      </a:accent2>
      <a:accent3>
        <a:srgbClr val="6DC025"/>
      </a:accent3>
      <a:accent4>
        <a:srgbClr val="9A5315"/>
      </a:accent4>
      <a:accent5>
        <a:srgbClr val="F1471F"/>
      </a:accent5>
      <a:accent6>
        <a:srgbClr val="DA6FDF"/>
      </a:accent6>
      <a:hlink>
        <a:srgbClr val="6DC025"/>
      </a:hlink>
      <a:folHlink>
        <a:srgbClr val="9A5315"/>
      </a:folHlink>
    </a:clrScheme>
    <a:fontScheme name="Segoe Print">
      <a:majorFont>
        <a:latin typeface="Segoe Print"/>
        <a:ea typeface=""/>
        <a:cs typeface=""/>
      </a:majorFont>
      <a:minorFont>
        <a:latin typeface="Segoe Prin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Motív balíka Office">
  <a:themeElements>
    <a:clrScheme name="Nature Illustration">
      <a:dk1>
        <a:srgbClr val="9A5315"/>
      </a:dk1>
      <a:lt1>
        <a:srgbClr val="FFFFFF"/>
      </a:lt1>
      <a:dk2>
        <a:srgbClr val="000000"/>
      </a:dk2>
      <a:lt2>
        <a:srgbClr val="D1E5F9"/>
      </a:lt2>
      <a:accent1>
        <a:srgbClr val="F3771A"/>
      </a:accent1>
      <a:accent2>
        <a:srgbClr val="8BBEF1"/>
      </a:accent2>
      <a:accent3>
        <a:srgbClr val="6DC025"/>
      </a:accent3>
      <a:accent4>
        <a:srgbClr val="9A5315"/>
      </a:accent4>
      <a:accent5>
        <a:srgbClr val="F1471F"/>
      </a:accent5>
      <a:accent6>
        <a:srgbClr val="DA6FDF"/>
      </a:accent6>
      <a:hlink>
        <a:srgbClr val="6DC025"/>
      </a:hlink>
      <a:folHlink>
        <a:srgbClr val="9A5315"/>
      </a:folHlink>
    </a:clrScheme>
    <a:fontScheme name="Segoe Print">
      <a:majorFont>
        <a:latin typeface="Segoe Print"/>
        <a:ea typeface=""/>
        <a:cs typeface=""/>
      </a:majorFont>
      <a:minorFont>
        <a:latin typeface="Segoe Prin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tf03431377_win32</Template>
  <TotalTime>1908</TotalTime>
  <Words>817</Words>
  <Application>Microsoft Office PowerPoint</Application>
  <PresentationFormat>Širokouhlá</PresentationFormat>
  <Paragraphs>143</Paragraphs>
  <Slides>19</Slides>
  <Notes>0</Notes>
  <HiddenSlides>0</HiddenSlides>
  <MMClips>0</MMClips>
  <ScaleCrop>false</ScaleCrop>
  <HeadingPairs>
    <vt:vector size="6" baseType="variant">
      <vt:variant>
        <vt:lpstr>Použité písma</vt:lpstr>
      </vt:variant>
      <vt:variant>
        <vt:i4>4</vt:i4>
      </vt:variant>
      <vt:variant>
        <vt:lpstr>Motív</vt:lpstr>
      </vt:variant>
      <vt:variant>
        <vt:i4>1</vt:i4>
      </vt:variant>
      <vt:variant>
        <vt:lpstr>Nadpisy snímok</vt:lpstr>
      </vt:variant>
      <vt:variant>
        <vt:i4>19</vt:i4>
      </vt:variant>
    </vt:vector>
  </HeadingPairs>
  <TitlesOfParts>
    <vt:vector size="24" baseType="lpstr">
      <vt:lpstr>Arial</vt:lpstr>
      <vt:lpstr>Comic Sans MS</vt:lpstr>
      <vt:lpstr>Segoe Print</vt:lpstr>
      <vt:lpstr>Wingdings</vt:lpstr>
      <vt:lpstr>tf03431377_win32</vt:lpstr>
      <vt:lpstr>Podstatné mená ženského rodu</vt:lpstr>
      <vt:lpstr>Pomenuj obrázky</vt:lpstr>
      <vt:lpstr>Vzor ŽENA</vt:lpstr>
      <vt:lpstr>Vzor ŽENA</vt:lpstr>
      <vt:lpstr>Vzor ULICA</vt:lpstr>
      <vt:lpstr>Vzor ULICA</vt:lpstr>
      <vt:lpstr>Ako určujeme podstatné mená  ženského rodu?</vt:lpstr>
      <vt:lpstr>Vyber z textu podstatné mená ženského rodu, ktoré sa skloňujú podľa vzoru ulica, a urč ich pád.</vt:lpstr>
      <vt:lpstr>Vzor DLAŇ</vt:lpstr>
      <vt:lpstr>Vzor DLAŇ</vt:lpstr>
      <vt:lpstr>Vzor KOSŤ</vt:lpstr>
      <vt:lpstr>Vzor KOSŤ</vt:lpstr>
      <vt:lpstr>Ako určujeme podstatné mená  ženského rodu?</vt:lpstr>
      <vt:lpstr>Ako určujeme podstatné mená  ženského rodu?</vt:lpstr>
      <vt:lpstr>OPAKUJEME!</vt:lpstr>
      <vt:lpstr>Z textu vyber podstatné mená ženského rodu a urč ich číslo, pád a vzor. </vt:lpstr>
      <vt:lpstr>Podstatné mená daj do správneho pádu a čísla uvedeného v zátvorke:</vt:lpstr>
      <vt:lpstr>ZAHRAJME SA! </vt:lpstr>
      <vt:lpstr>ĎAKUJEM ZA POZORNOSŤ!</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Podstatné mená ženského rodu</dc:title>
  <dc:creator>HP</dc:creator>
  <cp:lastModifiedBy>Nikoleta Baánová</cp:lastModifiedBy>
  <cp:revision>44</cp:revision>
  <dcterms:created xsi:type="dcterms:W3CDTF">2021-02-14T21:44:51Z</dcterms:created>
  <dcterms:modified xsi:type="dcterms:W3CDTF">2025-01-20T16:35:45Z</dcterms:modified>
</cp:coreProperties>
</file>