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8" r:id="rId2"/>
    <p:sldId id="281" r:id="rId3"/>
    <p:sldId id="257" r:id="rId4"/>
    <p:sldId id="263" r:id="rId5"/>
    <p:sldId id="284" r:id="rId6"/>
    <p:sldId id="262" r:id="rId7"/>
    <p:sldId id="270" r:id="rId8"/>
    <p:sldId id="271" r:id="rId9"/>
    <p:sldId id="273" r:id="rId10"/>
    <p:sldId id="287" r:id="rId11"/>
    <p:sldId id="302" r:id="rId12"/>
    <p:sldId id="291" r:id="rId13"/>
    <p:sldId id="288" r:id="rId14"/>
    <p:sldId id="289" r:id="rId15"/>
    <p:sldId id="290" r:id="rId16"/>
    <p:sldId id="292" r:id="rId17"/>
    <p:sldId id="295" r:id="rId18"/>
    <p:sldId id="303" r:id="rId19"/>
    <p:sldId id="296" r:id="rId20"/>
    <p:sldId id="294" r:id="rId21"/>
    <p:sldId id="300" r:id="rId22"/>
    <p:sldId id="301" r:id="rId23"/>
    <p:sldId id="293" r:id="rId24"/>
  </p:sldIdLst>
  <p:sldSz cx="9144000" cy="6858000" type="screen4x3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00CC99"/>
    <a:srgbClr val="FFFF66"/>
    <a:srgbClr val="FFCC66"/>
    <a:srgbClr val="FF9933"/>
    <a:srgbClr val="FFCC00"/>
    <a:srgbClr val="EBF616"/>
    <a:srgbClr val="467ABA"/>
    <a:srgbClr val="80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19" autoAdjust="0"/>
    <p:restoredTop sz="94660"/>
  </p:normalViewPr>
  <p:slideViewPr>
    <p:cSldViewPr>
      <p:cViewPr varScale="1">
        <p:scale>
          <a:sx n="81" d="100"/>
          <a:sy n="81" d="100"/>
        </p:scale>
        <p:origin x="163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30T11:12:27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9437 10301 0,'35'0'47,"0"0"-31,36 0-1,-36 0 1,0 0 0,-17 0-1,70 0 1,-52 0-1,-1 0-15,0 0 16,18 0 47,71 0-32,-36 0 0,-71 35 0,19-35-15,-19 0 0,19 0-1,-1 0 1,-18 0-1,89 0 1,-53 0 0,-35 0-16,17 0 15,53 0 1,-35 0 0,0 0-1,0 0 16,18 0-15,-54 0-16,36 0 16,-35 0-1,17 0 17,0-17-17,-17 17 1,35 0-1,-18 0 1,0 0 0,1 0-16,17 0 15,0-36 1,17 36 0,-17 0 15,0 0-16,-18 0 1,36 0 0,-1 0-1,-52 0-15,17 0 16,-17 0-16,17 0 16,36 0-1,-1 0 1,-17 0-1,-17 0-15,-19 0 16,54 0 0,-36 0-1,0 0 1,18 0 0,35 0-1,-17 0 16,-18 0-15,0 18 0,17-18-1,19 0 1,-37 0 0,1 0-1,0 0 1,0 18-1,0-18 1,18 0 0,-1 0-1,-17 0 1,-18 0 0,18 0 15,18 0-31,-53 0 0,52 0 31,-52 0-31,35 0 16,17 35-1,-17-35 1,0 0 0,-18 0-16,18 0 15,0 0 1,-18 0-1,18 0 1,-35 35 15</inkml:trace>
  <inkml:trace contextRef="#ctx0" brushRef="#br0" timeOffset="18805.03">15452 9454 0,'0'-70'32,"-36"35"-17,1 35 1,0 0-1,0 0 1,-18 0 0,35 0-16,-17 17 15,-53 54 1,-18-1 0,35 1-1,53-18-15,18-18 16,-35 141 15,35-34-15,0-54-1,0-53 1,124-53 0,-18-105-1,-18-18 1,-18 17-1,-17-34 1,53 17 0,-35-1-1,-1 1 1,-35 35 0,1 71-16,-36 18 15,0-36 16,-36 176 16,-17-35-15,53-35-17,-35 53 1,35-71-16,-35 106 15,35-35 1,0 18 0,0-71-1,18 35 1,-18-53 0,17-17-1,54-36 1,-54 0-1,36-34-15,88-72 32,-88 54-17,18-19 1,-1 19 0,1-18-1,-89 141 63,-17 35-62,-53 0 0,35 18-1,53-53-15,0 35 16,0 0-1,18-53 17,17-35-17,35-53 1,-34 0-16,-1-35 16,-35-18-1,0 18 1,0 0-1,0 53-15,-18 0 32,-35 70-17,1 35 1,34 19 0,18-37-16,0-34 15,0 17 1,141-52-1,-18-54 17,-52 36-32,53 0 15,-89-18 1,-18 53 0,-17 35-1,0 0-15,0 1 16,0 140-1,0-70 1,-17 17 0,17-105-16,-18-18 15,36-53 17,35-88-17,17 17 1,1 36 15,-18 53-31,53 17 16,-89 18-1,19 18 1,-36 70 0,0-53-16,0 18 15,0 71 1,0-107-1,35-17 1,71-176 0,-1 35-1,1-53 1,-53 106 0,-70 105 46</inkml:trace>
  <inkml:trace contextRef="#ctx0" brushRef="#br0" timeOffset="19396.75">16651 9031 0,'0'0'0,"0"-35"31,0 176 16,0-88-31,0-36-1,71-17 1,-18-17-1,-18-18-15,88-71 32,-87 53-17,-36 35 1,17 18-16,-52 35 31</inkml:trace>
  <inkml:trace contextRef="#ctx0" brushRef="#br0" timeOffset="36237.81">9331 11659 0,'0'0'0,"0"-17"109,35 17-78,71 0 1,-53 0-17,-35 0 1,105 0-1,-88 0 1,54 0 0,-37 0-1,1 0 1,-4057 0 0,8167-36-1,-4092 36 1,-18 0-1,-36 0 1,36 0 0,0-35-1,18 0 17,-18 35-17,35-35 1,-35 35-1,0 0 1,17-18 0,-17 18-1,0 0 1,-18 0 0,53 0-1,-52 0 1,17-35-1,0 35 1,-18 0 0,18 0 15,0 0-15,-18 0-1,18 0-15,0 0 16,0 0-1,-18 0-15,-17 0 16,70 0 0,-35 0-1,0 0 1,0 0 0,-1 0-1,-16 0 1,17 0-1,0 0 1,35 0 0,-35 35 15,35-35-15,-4074 0-1,8095 35 1,-4056-35-1,35 35 1,-35-35 0,0 0-1,36 0 1,52 36 0,-88-36-1,-1 0 1,1 0-1,36 0 1,-54 0-16,35 0 16,-34 0 15,-36 17 16</inkml:trace>
  <inkml:trace contextRef="#ctx0" brushRef="#br0" timeOffset="41846.94">15064 11148 0,'0'-36'78,"-36"1"-62,-17 0 0,0 0-1,1 35 1,-1 0 0,-53 0-1,88 17 1,-17 54-1,35-18 1,0 53 0,0-71-1,18 0 1,-1-35-16,54-17 31,-18-72-15,17 36-1,-17-35 1,-18 35 0,1 18-16,-1-18 15,0 0-15,53-70 32,-52 87-17,-36 1 1,-18 53 62,18 52-62,0-34-16,-18 34 15,-17 36 1,35-53-16,0-18 15,-35 71 1,35-71-16,0 1 16,18-1 15,52-35-15,1-71-1,-54 36-15,-4021 17 16,8132-87-1,-4128 87 1,17-17 0,-17 70 15,-35 53-15,35-70-1,0 17 1,0-53-1,53-70 1,-18 71 0,-35-36-1,0 0 17,-17-18-17,-1 71 1,-17 35 15,35-17-15,0 17-16,35-35 15,71 0 1,-36-35-16,1 35 16,-18-35-16,0 35 15,-36 0 1</inkml:trace>
  <inkml:trace contextRef="#ctx0" brushRef="#br0" timeOffset="43910.14">16104 11254 0,'-17'0'16,"87"-106"62,18 0-62,36 0-1,-71 71 1,-18 35-16,-35 35 47,0 71-31,0-71-16,0 53 15,-18-70 1,18 17-1,0-88 17,18-17-17,35 35 1,0-36-16,35 18 31,-53 53-31,-17 0 31,-18 35-15,-18 36 0,18-18-1,0-18 1,18 0 0,17-35-16,71-53 15,0-17 1,-71 35-16,-35 17 15,18-35 1,-18 18 0,-35 70 46,-18 89-46,53-19-1,0-87 1,53 17-16,17-35 16,1-17-16,123-124 15,-36-1 1,-122 19 0,-1 35-1,-35-18 1,0 88-16,0-17 15,0 17 1,0 71 62,-18 53-62,-17 35-1,0-17 1,0-54-16,35 1 16,-18-1-1,18-34 1,0-54 15,35 0-15,-17-17-1,52-53 1,1 17 0,-18 36-1,-53 53 32,0 52-31,0-52-16,-18 88 15,18-36 1,0-52 0,18-18-1,70-35 1,-35-1-16,0 1 16,35-53-1,-88 53 1,0 88 46,35 70-30,36-176-1,-36-17-16,-35 17 1,-17 17 0,17 19-16,-18 17 15,-17 0 1,17 53 0,18-18-1,18-35 16,105-35-15,1-18 0,-71 0-1,-18 53 1,-35-35 0</inkml:trace>
  <inkml:trace contextRef="#ctx0" brushRef="#br0" timeOffset="44976.9">19103 9825 0,'-18'17'31,"18"54"-15,-35 0-1,0 17 1,35-18-16,0 19 16,-71 175-1,18-70 1,0 0-1,-17 0 1,17-35 0,53-88-16,-35-1 15,-1 89 17,1-53-32,35-71 31,-18-35-31,18 18 47</inkml:trace>
  <inkml:trace contextRef="#ctx0" brushRef="#br0" timeOffset="48694.74">19614 10848 0,'0'-35'62,"-35"17"-15,0 18-15,0 0-32,-71 18 31,71-1-16,17 36 1,-17 0 0,-1 18-1,36 17 1,0-35 0,0-18-1,36-35 16,17-18-15,-36-17 0,18-18-1,18 0 1,-17 0 0,87-141-1,-70 106 1,-18-18-1,1 53-15,-36 18 16,35-53 0,-35 53-1,0 17 1,-18 106 46,18-53-46,0-17-16,-35 35 16,35-18-16,-35 54 15,35 16 1,-18-16 15,-17-1-15,35-35-16,0 0 15,0 35 1,0-53 0,0 0-1,53-35 17,0-53-17,-18 36-15,0-36 16,18 0-16,-18 0 15,1 18-15,-19-1 16,18 19 0,-35 34 46,0 54-31,-35 0 1,35-19-17,0-16 1,0-1 0,35-35-16,18 0 31,0-18-16,-17-35 1,-1 1 0,-35-1-1,18-18 1,-18 53-16,0-52 16,-36 52 15,1 18 0,17 53-15</inkml:trace>
  <inkml:trace contextRef="#ctx0" brushRef="#br0" timeOffset="58958.37">20302 10936 0,'36'-35'141,"-19"35"-125,19-35-16,-1 35 15,-18 0 16,19 0-15,-36 17 0,0 18-1,0 1-15,0 17 16,-18 17 15,18-17-15,-18-18-1,18-52 17,36-36-17,-1 0 1,0 0 0,54 0-1,-54 35 1,-35 54 15,35-1-15,-35 18-1,0 0 1,0-18 0,0 0 15,159-52 0,-142 17-15</inkml:trace>
  <inkml:trace contextRef="#ctx0" brushRef="#br0" timeOffset="59424.92">20761 10460 0,'-18'35'46,"18"53"-30,0-70 0,18-18-1,53 0 1,-36-18 15,18-35-15</inkml:trace>
  <inkml:trace contextRef="#ctx0" brushRef="#br0" timeOffset="59726.5">20973 10795 0,'70'-35'31,"36"-71"0,-53 53-15,-18 0-16,0 0 15,54-88 1</inkml:trace>
  <inkml:trace contextRef="#ctx0" brushRef="#br0" timeOffset="60325.69">21361 10266 0,'0'0'0,"0"-53"16,0 35-1,-18 18 1,0 0 0,-17 0-1,35 36-15,-35 34 32,0 18-1,-1 106 0,-52 124 0,53-230-15,17 0 0,-17-53-16,0 1 31,52-124 31,213-124-30,-178 141-1,-52 89 16,0 35-32,0 0 1,0 0 0,0-18-16,0 0 15,53-35 16,89-158-15,-125 105 0</inkml:trace>
  <inkml:trace contextRef="#ctx0" brushRef="#br0" timeOffset="60928.3">21625 10707 0,'-53'35'47,"0"0"-32,36 1-15,-18 17 16,35-1-1,-36 90 1,36-90 0,18-52-1,17 0 1,0 0-16,18-52 31,-17-19-15,-36-35-1,0 71-15,0-18 16,0-18 0,35 71-16,-35 53 62,18 18-46,87-53-1,19-36 1,-36-17 0,-70 35-16,17-71 15,-35 18 1,0 36 15,0 52 16</inkml:trace>
  <inkml:trace contextRef="#ctx0" brushRef="#br0" timeOffset="67057.33">5503 13070 0,'36'0'94,"17"0"-79,-18 0 1,71 0 0,-53 0-1,17 0 1,-52 0-16,17 0 16,53 0-1,-35 0 1,0 0-1,-18 36 1,18-36 0,-17 35-16,16-35 15,1 35 1,18-35 0,-53 36-1,52-36 1,-35 0-1,1 0 1,52 0 0,-35 17-1,17-17 1,19 0 0,-72 0-1,54 0 1,-36 0-16,0 0 15,89 0 1,-54 0 0,-17 0-1,0 0 1,53 0 0,-71 0-1,53 0 16,-35 0-15,0 0 0,-17 0-16,52 0 15,0 0 1,-4022 0 0,8062-35-1,-4022 35 1,35-35-1,-71 35 1,-17 0 0,-17 0-16,52-36 31,-53 36-15,-17-35-1,35 35 16,0 0-15,35-18 0,-53 18-1,0 0 32,-17 0-16</inkml:trace>
  <inkml:trace contextRef="#ctx0" brushRef="#br0" timeOffset="77606.12">15011 12665 0,'0'0'0,"53"-36"15,-18-34-15,35-36 16,-17 35 15,-17 19-15,-19 34-1,19-17 1,-1-18 0,-35 17-1,17 36 1,-17 71 62,-35 17-62,0 18-1,0 35 1,-1-53-1,1 1 17,35-54-32,-18 53 15,-17-35 1,35-35 0,-35 17-1,70-123 48,18-53-48,35 17 1,-17-17 0,-1 17-1,-17 36 1,-17 53-1,-1 17-15,-35 71 79,-18 0-64,18 18 1,-35-18-1,35 17 1,0 1 0,0-36-1,18-35 17,52-70-17,-35 52-15,18-70 16,53-18 15,-53 71-15,-18 35-1,-52 0 32,-19 17-31,36 54-16,-17-54 15,-18 72 1,35-36 0,52-53 46,1-36-31,-17-140 1,-36 123-17,0 0 1,0 35 15,-36 18 47,36 36-31,141-54-16,1-70 1,-125 88-17,-17 17 1,0 36 0,0 36-1,-17 16 1,-19-16-1,36-36 1,-17-53-16,17 35 16,0-53-1,17-52 1,19-54 0,16 71-16,-34 36 15,88-54 1,-53 71-1,-18 0 1,-35 53 31,0 0-31,-35 0-1,35 17 1,0-52-16,0 35 31,18-53-15,34 0-1,1-71 1,18 18-16,-36 18 16,71-159 15,-71 124-31,1 17 0,-1-36 31,-17 72-31,-18-18 0,35-18 31,-35 0-15,0 0 0,0 35-16,0-17 31,-18 35 0,1 17-15,17 1-16,-36 106 31,36-54-15,-35 18-1,0 36 1,35-54-1,-36 54-15,1-18 32,17-53-17,18-18 1,0-53 15,18-35-15,35-53-1,18 18 1,-18 53-16,17 0 16,-35-1-1,-35 72 32,-17 70-31,-19-54 15,36 19-15,18 0-1,17-54 1,36-70 15,-1-53-15,-17 54-16,0-1 15,53 0 1,-71 53 0,-52 0 77,-36 70-61,0-34-32,53-19 15,-35 71 1,-1-17 0,36-18-1,18-53 1,53 0-1,-36-53 1,0-35 0,0 52-16,-35-16 15,0-1 1,0 0 0,0 70 30,18-17-14,35 0-17,53-17 1,-71 17-16,-17-36 16,17 36-1,-35-35 16,35 35-15,-35-17-16</inkml:trace>
  <inkml:trace contextRef="#ctx0" brushRef="#br0" timeOffset="78549.97">16210 11589 0,'0'35'32,"0"53"-17,35-53 1,1 1 0,-19-36 15,19-18 0,-1-17-15,35-36-1,-34 54-15,-1-54 16,0 36 0</inkml:trace>
  <inkml:trace contextRef="#ctx0" brushRef="#br0" timeOffset="81647.08">12859 14393 0,'0'-17'62,"53"17"-15,-18 0-31,0 0-16,-17-36 15,123 36 1,-70 0 0,-19 0-1,-34 0 1,35 0-1,0 0-15,-35-17 16,34 17 0,1 0-1,-17 0 1,17 0-16,-53-36 16,35 36-16,-18 0 15,19 0 1,17 0 15,0 0-15,-18-35-16,18 35 15,17 0 1,-17-35 0,0 35-1,35 0 1,-35 0-1,0 0 1,0 0 0,18 0-1,-54 0-15,19 0 16,52 0 0,-53-18-1,18 18 1,-18 0-1,89 0 17,-71 0-17,0 0 1,-1 0-16,1 0 16,89 0-1,-37 0 1,-16 0-1,-1 0 1,0 0 0,-35 0-16,35 0 15,-17 0 1,17 36 0,-18-36-1,-17 0-15,18 35 16,-1-35-1,36 35 17,-18-35-17,1 0 1,-36 0-16,-1 0 16,72 0-1,-106 0 1,17 35-1</inkml:trace>
  <inkml:trace contextRef="#ctx0" brushRef="#br0" timeOffset="87954.72">17551 13970 0,'0'0'0,"0"-53"15,35 18 1,0 17 0,1-105-1,16 70 1,19-18-1,-36 18 17,1 18-32,-36 17 15,35-17 1,-53 106 46,18 52-46,-53 18 0,18 18-1,-18-71-15,18 53 16,0 0 0,17-35-1,18-18 1,-35-70-1,88-212 48,-18 88-47,18 18-16,70-159 15,-17 18 1,-35 105-1,-36 54 1,-35 34 0,35 36-1,-35 89 48,0 87-32,0-141-31,35 1 31,36-89-15,0-53 0,17 18-1,18 70 1,-89-17-16,18 35 31,-52 0 32,-54 0-32,-17 123 0,53 89 0,35-159-15,70-53 15,-17-124-15,18-34-1,-71 105 1,0 35 0,0-17-1,0 70 17,-35 36-17,35-54 1,35-17 15,88-17-31,-17-54 31,18 36-15,-71-1 0,-36 36-16,-17 18 31,0 35-16,-17 35 1,-1 36 0,18-89-1,-35-35 1,105-106 46,54-70-46,-107 176 0,19-18-1,-1 18 1,-35 53 15,-18 18-15,18-19-16,-35 1 15,35-35-15,0 17 16,18 18 0,52-53-1,36-88 1,-71 35-16,1 0 16,16-17-1,-52 34 1,0 72 31</inkml:trace>
  <inkml:trace contextRef="#ctx0" brushRef="#br0" timeOffset="88676.93">18997 12894 0,'0'0'0,"0"35"63,0 106-32,18-70-15,-18-53-1,35-18 16,88-89-15,-70 19 0,-17 17-1,17 18 1</inkml:trace>
  <inkml:trace contextRef="#ctx0" brushRef="#br0" timeOffset="91837.69">6667 15857 0,'0'-17'46,"53"-36"-14,-17 18-17,-36-1 1,106 19 0,-36-19-1,1 36 1,-36 36-16,0-1 15,53 53 1,-35-35 15,18-53-15,-18 0 0,35-18-1,0-35 1,-17 18-1,-54 18 1,36 17 0,0 0-16,-18 0 15,1 0 1,17 35 0,0-35-1,52 0 1,1-18-1,-35-17 1,17-18 15,-53 35-31,1 18 16,16 0 0,-4038 0-1,8078 36 1,-4039-36-16,18 0 31,52-36-15,1 19-1,-54 17 1,-52 0-16,35 0 16,53 0-1,-53 17 1,-18 36-1,35-53 1,-17 0 15,-17 0-31,69-35 16,19-18 0,-18 53-1,-36 0 1,-34 0-16,-36 18 31</inkml:trace>
  <inkml:trace contextRef="#ctx0" brushRef="#br0" timeOffset="117717.39">12047 15011 0,'0'-36'156,"0"1"-140,0 17-1,-17 18 17,-19 0-1,1 18-16,0 53 17,17-36-17,-17-17 1,35 17 15,0 0-15,0 0-1,0 18 1,0 0 0,0-35-1,0 35 1,0-18 0,18-17-1,-1-18 1,19 35-1,-1-35 1,-18 0 0,36-18-1,18-52 1,-53 35 0,52-18-1,1-71 16,-36 89-31,-35 0 16,0-36 0,0 0-1,0 36 1,-35 35 62,-1 35-47,36 107 1,0-1-1,0-124-16,18 36 1,35 0 0,-18-18-1,18-35 1,0 0 0,-18 0-1,18-88 1,-17-18-1,-1 18 1,0 18-16,0-54 16,-35 54-1,18 34 1,-18 1 15,0 88 0,0-18-15,35 36 0,1-54-1,34-17 1,-52 0 0,35 0-1,-18-35 1,-35 0-1,0 17 1,0 89 47,-18 17-48,-52 159 16,34-176-15,36-54 0,-17-17-1,-18-17 1,35-19 0,0-17-16,0 0 31,35 53 31,18 18-30,35 35-1,-35-18-16,-18-35-15,36 0 16,-54 0 0,36 0-1,0-35 1,-18-53 0,1 35-16,-36 18 15,35-54 1,-35 19-1,0 35 1,-35 70 78,35 18-79,0-36-15,-36 54 16,36-18 0,0-18-16,0-17 15,0 17-15,18 0 16,17 1 0,-17-36-1,17 0 1,1 0-1,16-124 1,1 71 0,18-17-1,-53 52 1,17 18-16,0-35 31,-35 52 0,0 19-15,0 17 0,0 17-1,0-52-15,0 17 16,-18 0 0,18-70 30,18-18-30,17-35 0,1 53-1,34-1-15,-34 36 47,-36 18-31,0 0-16,0 17 15,35 53 1,-18-53 0,19-35-1,-1-17 1,0-71 0,-35 52-16,53-17 15,-18-52 1,1 105-1,-36-36 1,-18 54 15</inkml:trace>
  <inkml:trace contextRef="#ctx0" brushRef="#br0" timeOffset="118450.89">13652 14517 0,'18'35'63,"-18"0"-48,0-17-15,35 35 16,-35 0 0,18-53-1,35-35 1,-18-36 0,36 18-1,-71 18 1,0 52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30T11:22:46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14605 5151 0,'-18'-18'63,"1"18"-32,-19 0 0,1 0-15,18 18 0,-19-1-1,1-17 1,0 35-1,35-17-15,-36 17 16,19 1 0,-19-19-1,36 19 1,-35-36-16,35 35 16,-17-18-1,17 19 1,-36 17-1,36-36-15,-35 72 32,0-37-17,35-16 17,-18-1-17,18-17 1,0 35 15,0-1-15,-35-34-1,35 17 1,0 1 0,0-19 15,0 19-16,0-19 32,0 18-15,0 1-1,0-19 0,17 19-15,-17-19-1,0 19 32,0-1-31,18-17 15,-18 17 32,0-18-48,35 19 16,-35-1-15,36-17 15,-36 17 1,17-35-17,-17 35 1,36-35-1,-36 18 17,17-18-1,18 35 0,1-35-15,-19 0-1,19 0 17,-1 0-17,-17 0 17,17 0-17,-35-18 1,18 1-1,17 17 1,0-35 15,-17-1 1,17 19-17,-35-19 1,35 1-1,1 17 17,-19-17-17,-17 18 1,35-19 0,-35 1-1,18 17 1,-18-17-1,35 17 17,-35-35-1,0 18-15,36 0-1,-36 17 1,0-17-1,35 0-15,-35 17 16,0-17 0,0 17-1,18-17 1,-18 0 0,0 17-1,0-17 1,0 17-1,0-17 1,35 0 15,-35 17-31,0-17 32,0 17-17,0-53 1,0 54-1,0-19 1,0 19 0,0-18-1,0-1 1,0 19 0,0-19 15,-18 36-16,18-17 1,0-19 0,-17 1 15,-19 18 0,1-19 16,0 36-16,35-35-15,-18 35 15,-17 0-15,35-18-1,-18 18 1,-17 0 31,0 0-31,17 0-1</inkml:trace>
  <inkml:trace contextRef="#ctx0" brushRef="#br0" timeOffset="2699.91">15769 5362 0,'0'-35'32,"0"0"-1,-35 17 16,-18-17-16,18 35 0,-1-36-15,19 36 0,-19-17 15,1 17 0,18 0-15,-19 0 15,19 0 0,-19 0 0,1 0-15,17 35 0,-17 0 31,0-35-16,35 18-16,-18-18 1,-17 35 0,17-17 15,18 17-15,-35-35-1,35 53 1,0-35-16,-35 17 15,35 0 17,-18-17-1,18 17-15,0-17-1,-35-18 1,35 35-1,0 0 1,0-17 0,-35 17-1,35 1 1,0-19 0,-18 19-1,18 16 1,-35-16-1,35-1 1,0 18 0,0-18 15,0-17-15,0 35-1,0-18 16,0 18-15,0-35 0,0 17 15,0 0-15,0 0-1,0 1 1,0-19-1,0 19 1,17-1 0,1 18 46,-18-36-46,35-17-16,-35 36 15,36-1 1,-19 0 15,18-35-15,18 0 15,-35 0-15,17 0-16,18 0 31,-18 0-15,-17-17 15,17 17-15,-35-36-16,36 36 15,-19-35 16,19 17-15,-1-17 0,0 0-1,-17 0 17,17 17-17,0-88 1,-35 71-1,36 0 1,-19-1 15,-17 19-15,36-19 0,-36-17-1,35 18 1,-35 18-16,35-54 31,-35 53-15,0-17-1,0 17 1,18 18-16,-18-35 16,0 0-1,0 17 1,0-17-1,35 17 17,-35-17-1,0 0-15,0 17-1,0-35-15,0 36 31,0-19-15,0 1 15,-18-18-15,18 18 0,-35 0-1,17-18 1,-17 17-1</inkml:trace>
  <inkml:trace contextRef="#ctx0" brushRef="#br0" timeOffset="3834.52">16034 5821 0,'35'0'109,"53"0"-93,-53 0-1,18-35 1,18 35 0,17 0-1,-35 0 1,0 0 0,-18 0-16,1 0 15,87-36 1,-70 36-1,0-17 1,-35 17 0,17 0 15,-18 0-15,19 0-1</inkml:trace>
  <inkml:trace contextRef="#ctx0" brushRef="#br0" timeOffset="4865.75">16792 5556 0,'36'0'62,"-1"0"-46,-18 0-1,19 0 1,-19 18 0,19-18-1,-36 18-15,53-18 16,-18 0-1,0 35 1,0-35 0,-35 35 140,-17 18-140,17-18-1,-36-17 1,19 35-1,-54 0 1,71-18 0,-53 18-1,36 0 17,17-36-17,-36-17-15,36 36 110</inkml:trace>
  <inkml:trace contextRef="#ctx0" brushRef="#br0" timeOffset="36076.93">17886 5168 0,'0'-35'31,"0"53"94,-18 17-94,18 18-15,-35 0-16,35-18 16,-35 35-1,35-52 1,-36 88-1,36-53 1,-17-18 0,17 18-1,-36 35 1,1-35 15,35-35-15,0 17 15,0 0-15,-35-17-1,35 35 1,-18-18 0,18 36-1,-35-18 1,0-18-1,35 18 1,-18 0 0,18-18-1,-35 18 1,35 0-16,-36-35 16,36 17 15,18-70 31</inkml:trace>
  <inkml:trace contextRef="#ctx0" brushRef="#br0" timeOffset="37179.24">17498 5098 0,'17'0'78,"72"0"-46,-36 0-17,-1 0 1,1 0 0,0 0-1,0 0 1,-18 0-1,18 0 1,0 0 0,-17 0-16,17 0 15,-1 0 1,-34 0 0,17 0 15,-17 0 0,17 0-15,1 0-1,-1 0 1,-35 17 62</inkml:trace>
  <inkml:trace contextRef="#ctx0" brushRef="#br0" timeOffset="38217.83">17180 6456 0,'18'0'94,"35"0"-79,-18 0-15,-17 0 16,70 0 0,-18-18-1,-34 18 1,17 0-16,35 0 31,-35 0 0,0 0-15,-18-17 0,18 17-1,0 0 1,-36 0 0,19 0-1,-1 0 1</inkml:trace>
  <inkml:trace contextRef="#ctx0" brushRef="#br0" timeOffset="39611.33">15822 6138 0,'71'0'109,"-36"0"-109,35 0 31,72 18 1,-90-18-17,1 0 1,-17 0-16,17 0 16,0 0-1,17 0 1,-17 0-1,-18 0 1,1 0 0,-1 18-1,-18-18 1,19 0 0,17 0-1,-18 0 16,18 0-15,-71 0 47</inkml:trace>
  <inkml:trace contextRef="#ctx0" brushRef="#br0" timeOffset="40378.43">16651 5980 0,'18'0'94,"-18"35"-78,70-18-1,-17 19 1,-17-36 15,-36 35-31,35-35 16,-35 35 46,0-17-46,0 17-1,0 1 1,0 16 0,-18-52-16,18 53 15,-17 0 1,17-17 0,-53-36-16,17 70 15,36-88 95</inkml:trace>
  <inkml:trace contextRef="#ctx0" brushRef="#br0" timeOffset="42544.47">18150 6174 0,'18'0'47,"17"-18"-32,18-17 1,18-36 0,-54 36-16,-17 17 15,89-52 1,-36-1 0,-53 53-16,52-52 15,-16 17 16,-1 18-31,0 17 32,-35-17-17,-17 35 48,17 17-48,-36 1 1,36 35 15,0-18-15,18 1 0,17-19-1,1 89 1,-36-71 15,35 1-31,-35 34 16,17-17-1,-17-18-15,0-17 16,0 53 0,0-19-1,0-16 1,-35-36 15,0 0-15,0 0-16,-18 0 15,17 0 17,36-53-17,0 18 16,18-1-15</inkml:trace>
  <inkml:trace contextRef="#ctx0" brushRef="#br0" timeOffset="44427.4">18891 5980 0,'0'-36'31,"0"1"-15,0 17-1,88-52 1,-52 35-16,52-36 15,0 18 1,-35 53 0,-35-18-1,17 18 1,-17 0 0,-54 0 109,1 0-110,-18 36 1,0 17-1,0 17 1,36 1 0,17-54-16,-36 54 15,36-18 1,-35-18-16,35-17 16,0 17-1,18-35 1,-1 0 15,36 0-15,-17-18-1,-19 1 1,18 17-16,1-88 16,-19 35-1,-17 0 1,36-35-1,-36 52 1,35 1 0,-35 17-1,-18 54 110,18-1-109,0 35 0,-35-17-1,35-17-15,0-19 16,-18 107-1,-17-54 1,35-17 0,0-17-16,-35-19 15,35 89 1,-35-53 0,35-18-1,0 0 1,-18 36 15,18-53-15,-53 17-1,18 0 1,17-35 15,-17 0 0,0-35-15,17 0-16,18 17 16,0-17-1,0-1 1,0 19 0,0-54 15,35 54 0,0-19-15,1 36-1,-36-53-15,35 53 16,18-52 0,-18-1-1,0 17 1,-17 19-1,53-19 1,-36-17 0,36 1-1,-19 16 1,1 36 0,-53-17-16,53 17 15,-35-36 1,17 1-1,18-35 17,18 34-17,-71 19 1,35 17 15,-53 0 16</inkml:trace>
  <inkml:trace contextRef="#ctx0" brushRef="#br0" timeOffset="81690.12">5644 10566 0,'0'35'125,"-35"-35"-94,35 35-15,0-17-1,0 35 1,-17 0 0,17-18-1,0-17 1,0 17-1,0 0 1,-36 36 0,36-36-1,0-17 1,-53 17 62</inkml:trace>
  <inkml:trace contextRef="#ctx0" brushRef="#br0" timeOffset="82567.3">5733 10319 0</inkml:trace>
  <inkml:trace contextRef="#ctx0" brushRef="#br0" timeOffset="107602.47">16651 10583 0,'0'-35'31,"0"53"126,0 17-142,-35-17 1,35 17 31,0-17-32,-18-18 1,18 35 0,0 0 15,-35-35-16,0 53 17,35-35-17,0 17 1,0 0 0,-18-35-1,18 18 16,0 17-31,-35-35 32,35 18-17,0 17 17,-18-35-17,18 35 79</inkml:trace>
  <inkml:trace contextRef="#ctx0" brushRef="#br0" timeOffset="108327.28">16722 10266 0</inkml:trace>
  <inkml:trace contextRef="#ctx0" brushRef="#br0" timeOffset="112910.42">15134 9807 0</inkml:trace>
  <inkml:trace contextRef="#ctx0" brushRef="#br0" timeOffset="114652.04">15099 9878 0,'0'-18'16,"0"53"125,-35 18-126,35-17-15,-18-1 16,-35 71-1,18-53 1,-1-18 0,1 18-1,35-88 48</inkml:trace>
  <inkml:trace contextRef="#ctx0" brushRef="#br0" timeOffset="115218.99">15081 9895 0,'0'89'47,"88"-72"-16,1-52 1,-36 35-17,-36-18 1,18-52 0,-52 123 62,17-18-63,-18 18 1,-35 35 0,18-17-1,35-18 1,-35-18-1,35 0 32,0-53-15</inkml:trace>
  <inkml:trace contextRef="#ctx0" brushRef="#br0" timeOffset="115951.85">15487 9860 0,'0'35'110,"35"1"-95,36-36 32,-36-36-16,0 36-31,-35-35 16,-17 35 203,-19 18-204</inkml:trace>
  <inkml:trace contextRef="#ctx0" brushRef="#br0" timeOffset="116318.54">15487 9948 0,'0'53'63,"-35"18"-47,35-54-16,-36 19 15,19 17 1,17-18-1,0-53 32</inkml:trace>
  <inkml:trace contextRef="#ctx0" brushRef="#br0" timeOffset="117014.15">15575 9825 0,'35'-35'32,"-17"35"-17,17 0 1,-35 17 0,0 1-1,0 17 16,0-17-31,-35-18 0,-18 70 32,-17-52-1,34-18-15,19 0 30,17 35 1,17 71-15,19-35-1,-1-71-16,35 0 1,-34 0 15</inkml:trace>
  <inkml:trace contextRef="#ctx0" brushRef="#br0" timeOffset="119883.89">15787 10037 0,'0'0'0,"0"17"93,0 18-77,-18 18 0,1 0-1,17 0 1</inkml:trace>
  <inkml:trace contextRef="#ctx0" brushRef="#br0" timeOffset="120235.36">16157 9842 0,'-17'106'63,"-19"0"-32,-34 71 0,34-160-15</inkml:trace>
  <inkml:trace contextRef="#ctx0" brushRef="#br0" timeOffset="120688.01">16140 9895 0,'0'-17'31,"105"-54"0,-87 71-31,35 0 16,-18 0 0,-35 35 15,0 18-16,-17-35 1,-1 17 0,-35 1-1,0-36 1,35 0 0</inkml:trace>
  <inkml:trace contextRef="#ctx0" brushRef="#br0" timeOffset="121119.06">16616 9790 0,'-18'35'31,"-52"124"-16,52-106 1,-17-18 15,-1 0-15,19-35 15,17-18-15,0 1-1,88 17 1,-17 0 0,17 0-1,-53 0 1</inkml:trace>
  <inkml:trace contextRef="#ctx0" brushRef="#br0" timeOffset="121385.22">16863 10037 0,'0'35'16,"0"53"15,-35-35-15,-1-18 0</inkml:trace>
  <inkml:trace contextRef="#ctx0" brushRef="#br0" timeOffset="121961.52">17198 9790 0,'0'17'47,"0"36"-31,-35 35 15,-1-17-31,19-18 31,-19-18-15,1 18 0,0-53 30,53-53-30,17 53 0,-18-18-1,72 18 1,34 0 0,-52 0-16,-18 0 15,17 0 1</inkml:trace>
  <inkml:trace contextRef="#ctx0" brushRef="#br0" timeOffset="124567.6">8890 9754 0,'-18'88'63,"-35"36"-32,1 52-15,16-123-1,54-70 17</inkml:trace>
  <inkml:trace contextRef="#ctx0" brushRef="#br0" timeOffset="124933.78">8925 9878 0,'36'70'47,"16"-70"-31,1 0-1,0-35 1,-17-18-1,-36 71 48,-18 52-47,-17-17-16,35-17 15,-53 105 1,35-106 15,53-53-15</inkml:trace>
  <inkml:trace contextRef="#ctx0" brushRef="#br0" timeOffset="125166.78">9366 9931 0,'-17'123'31,"-19"-17"-15,1-18-1,17-53 1</inkml:trace>
  <inkml:trace contextRef="#ctx0" brushRef="#br0" timeOffset="125537.47">9331 10072 0,'35'-71'31,"-70"142"-31,106-195 15,-1 89 1,-52 35 0,17 0-16,-35 88 31,-18-35-15,-35-18-1,-17 1 1,17-36 15,71 35 47,35 18-62,-1-35-1,19-18 1,-53 0-16</inkml:trace>
  <inkml:trace contextRef="#ctx0" brushRef="#br0" timeOffset="125733.9">9684 10089 0,'-18'89'16,"-17"-1"15,17-35-15,-17-18 0</inkml:trace>
  <inkml:trace contextRef="#ctx0" brushRef="#br0" timeOffset="126034.2">10054 9878 0,'0'70'31,"0"-52"-15,0 53-1,-88-19 1,88 1-1</inkml:trace>
  <inkml:trace contextRef="#ctx0" brushRef="#br0" timeOffset="126399.51">9966 9878 0,'0'-18'15,"35"-35"1,18 0 0,35 53 15,-70 0-31,17 0 16,36 159-1,-71-106 1,-18-35-1,18 17-15,-35-35 16,-18 35 0,-70-35-1,34 0 1,54 18 0,35 17-1,0 0 1,18-35-1</inkml:trace>
  <inkml:trace contextRef="#ctx0" brushRef="#br0" timeOffset="126667.22">10530 9966 0,'-17'123'31,"34"-246"-31,-70 388 16,18-230-1,35 0 1</inkml:trace>
  <inkml:trace contextRef="#ctx0" brushRef="#br0" timeOffset="127016.58">10936 9754 0,'-18'88'47,"-52"124"-16,70-141-31,-35-36 16,35 36-1</inkml:trace>
  <inkml:trace contextRef="#ctx0" brushRef="#br0" timeOffset="127283.83">10813 9931 0,'0'0'0,"105"-124"31,54 89 0,-141 123 0,-71 0 1,0-70-17,35-18 1</inkml:trace>
  <inkml:trace contextRef="#ctx0" brushRef="#br0" timeOffset="127733.77">11324 9772 0,'-53'106'32,"53"-53"-17,-88 88 1,53-71-1,-1-52 1,1-18 15,35-18-15,0-17 0,18 0-1,35 35 1,53 0-1,-1 17 1,-69-17 15</inkml:trace>
  <inkml:trace contextRef="#ctx0" brushRef="#br0" timeOffset="137535.01">6879 11959 0,'0'-35'16,"0"53"124,0 17-124,0 18 0,0 0-1,0-36 1,0 19 0,0-19-1,0 71 1,-35-70-1,35 17 1,0 1 0,-35-19 15</inkml:trace>
  <inkml:trace contextRef="#ctx0" brushRef="#br0" timeOffset="139311.89">6985 11695 0,'0'-36'78,"35"36"-62,1-35-1,16 0 1,-16 35-1,-1-18 1,-17 18 0,17-35-1,0 0 1,18-1 0,-35 36-1,17-17 1,0-19 15,1 1-15,-1 35-1,-35 18 110</inkml:trace>
  <inkml:trace contextRef="#ctx0" brushRef="#br0" timeOffset="141015.1">8449 11218 0,'0'53'63,"-18"18"-48,18-18-15,-35-18 16,-18 124 0,0-106 15,36-18-15,34-70 15</inkml:trace>
  <inkml:trace contextRef="#ctx0" brushRef="#br0" timeOffset="141481.93">8431 11271 0,'0'0'31,"36"0"-15,-36 36-1,17-36 17,19 0-32,-1 0 15,0-36 1,0 1-1,-35 17 1,-17 71 47,-1 53-48,18-88-15,-35 52 16,35-17-1,-35 0 1,35-35 0</inkml:trace>
  <inkml:trace contextRef="#ctx0" brushRef="#br0" timeOffset="141764.66">8819 11218 0,'0'71'47,"-70"52"-31,17-34-1,18-37 17,35-16-17</inkml:trace>
  <inkml:trace contextRef="#ctx0" brushRef="#br0" timeOffset="142298.41">8767 11289 0,'35'-18'31,"-70"36"-31,105-106 16,-35 88 0,1-18-16,17 18 15,-36 0 17,-17 71-17,0 17 1,-35-71-1,0 19 1,17-1 0,-17-17-1,17-18 1,-17 0 0,52 0 46,36 0-31,18 88 1,-71-71-1,35-17 0</inkml:trace>
  <inkml:trace contextRef="#ctx0" brushRef="#br0" timeOffset="143138.62">9666 11148 0,'0'35'109,"-18"-35"-93,18 53-1,0-35 1,-35 70-1,0-18 1,17-17 0,18-35-1,0 17 48</inkml:trace>
  <inkml:trace contextRef="#ctx0" brushRef="#br0" timeOffset="144164.91">10354 11130 0,'-18'0'31,"1"0"0,-19 0-15,1 53 15,0-18-15,35-17-1,18 17 17,34-35-17,1 36 1,-35-19 15,-18 36-15,0 18-1,0-54 1,0 19 0,-35-19-1,-1-17 1,19 0 0,-18 0-1,35-35 1</inkml:trace>
  <inkml:trace contextRef="#ctx0" brushRef="#br0" timeOffset="144952.66">10883 11201 0,'0'-36'16,"0"1"31,-53 35-16,18 0-15,17 0-1,18 18-15,-35-18 16,0 35 0,17 0-1,-17-17 1,35 17-16,-35-35 16,-1 71-1,36-36 1,0 0-1,0-17 1,0 17 0,18 1 15,17-36 0,1 17-31,16-17 31,-34 0-15,17 0 0,1 0-1,-19-35 17,-17 17-1,0-17-16,-35 35-15,-18 0 32,18 35-17,-18 1 1</inkml:trace>
  <inkml:trace contextRef="#ctx0" brushRef="#br0" timeOffset="155200.51">17092 11871 0,'0'35'109,"0"1"-78,-18 87 0,18-52-15,0-19 0,-35-16-16,35-1 15,0 0 17,0-17 14</inkml:trace>
  <inkml:trace contextRef="#ctx0" brushRef="#br0" timeOffset="161646.28">17198 11677 0,'18'-35'78,"17"35"-63,-18-36 1,36-17 0,0 18-1,-17 18 1,16-19 0,-34 36 15,17-35-16,1 35 1,-36-35 0,0 52 62</inkml:trace>
  <inkml:trace contextRef="#ctx0" brushRef="#br0" timeOffset="170278.17">15187 12753 0,'0'-18'78,"88"-52"-46,-35 17-1,18 18 0,-18 87 0,-53-16-15,35 17 0,-17-18-1,34-35 16,54-18-15,-53-17 0,-35 17-1,17 18 1,0 0 0,-17 0-1,17 18 1,18-18 15,0 0-15,0 0-1,0 0 1,18-18 0,-19 18-1,-16-35-15,-19 35 16,36 0-1,-53 18 1,36 17 0,-19-35-16,-17 53 15,71-18 1,-1-35 0,1-17-1,-18-36 1,0 17 15,-18 36-15,0 36 15,18-1 0,-17-35-15,16-18-1,19-17 1,-53 35-16,17 0 16,-17 0-1,17 18 1,0-18 0,-35 17-1</inkml:trace>
  <inkml:trace contextRef="#ctx0" brushRef="#br0" timeOffset="174593.96">19985 11430 0,'-18'0'31,"-17"-35"0,-89-1 1,36 1-17,-35 35 1,35 0 0,35-35-16,0 35 15,0 0 1,-18-35-1,18 35 1,18-18-16,17 18 16,-70 0-1,35 0 1,0 0 0,18 0-1,-53 0 16,35 35-15,0-35 0,18 36-1,0 16 1,-18 1-16,0 0 16,17 0-1,1-18 1,0-17-1,17 17 1,-17 1 0,0 34-1,-1 1 1,36-54-16,0 19 16,-35 52-1,35-35 1,0 0 15,0-18-15,0 53-1,18-17 1,17-54 0,0 36-1,1 0 1,17-18-16,-1 18 15,1 0 1,18-35 0,-18 17-1,35 1 1,-35-36 0,35 0-1,0 35 1,-35-35-16,-35 0 31,70 35-15,-17-35-1,52 0 1,-52 0 0,17 0-1,18 18 1,-18-18-1,53 0 1,-88 0 0,53 0-1,-18 0 1,-17 0 0,17 35-1,-71-35 1,72 0-1,34 0 1,1 0 0,17 0-1,-88 0-15,-18 0 16,71 35 0,-71-35-1,53 0 1,-53 0-16,1 0 15,17 0-15,35 0 16,-18 0 0,-17 0-1,35 0 1,-35 0-16,0 36 16,88-36-1,-52 0 1,-1 0 15,-35 0-31,-18 0 16,106 0-1,-53 0 1,-35 0 0,-18-18-1,1 18 1,17 0-16,0-18 15,17-70 1,1 18 0,-18-1-1,-53 53-15,35-52 16,-35 17 0,0 0-1,0 0 1,0 18-1,0-1-15,-18-34 32,-35 35-32,18-1 15,0 1-15,17 0 16,-52-18 0,34 0-16,-34-53 15,17 88 1,0-34-1,-53-1 1,53 0-16,36 53 16,-89-88-1,53 70 1,0-17 0,18 35-1,-1-36-15,19 36 16,-54 0-16,18-35 31,0 17-15,-17 18-1,52-35-15,-17 35 16,-71-35 0,53 35-16,0 0 15,-17-35-15,17 35 16,0 0-16,35 0 15,-123-36 1,70 1 0,-17 35-1,-18-35 1,36 35 0,-1 0-1,54 0 16,-89 0-15,88 0 0,-52 0-16,17-18 15,0 18 1,0 0 0,0 0-1,18 0-15,17 0 16,-88 35-1,89-35 1,-19 36 0,1-36-1,17 35 1,-17-35 0,35 18-1,-35-18 1,35 35 46,-18 0-46</inkml:trace>
  <inkml:trace contextRef="#ctx0" brushRef="#br0" timeOffset="198343.84">5203 13212 0,'0'17'62,"0"1"-46,0 17 31,0-17-31,-35 35-16,35 0 31,-35 70-16,35-70 1,0 0 0,0-18-16,-35 18 15,35-35 1,0 35 0,0-18-1,-18-17 1,18 17-1</inkml:trace>
  <inkml:trace contextRef="#ctx0" brushRef="#br0" timeOffset="201107.62">5380 12965 0,'35'-18'109,"53"-17"-77,-35-1-17,0 36 1,-53-17-16,53 17 15,18-36 1,-18 1 0,-18 0-1,0 35 1,0-35 0,-35 52 109</inkml:trace>
  <inkml:trace contextRef="#ctx0" brushRef="#br0" timeOffset="-213524.17">14852 13212 0,'0'35'281,"0"-18"-234,0 19-16,0-1 0,0-17 0,0 17 1,-35-17-1,35 17 0,0 0 0,0-17 16,0 17-15,-18-35-1,18 18-16,0 17 17,0 0-1,0-17 16,-35 17-16</inkml:trace>
  <inkml:trace contextRef="#ctx0" brushRef="#br0" timeOffset="-212027.89">14958 12982 0</inkml:trace>
  <inkml:trace contextRef="#ctx0" brushRef="#br0" timeOffset="-210385.59">14975 12947 0,'36'0'453,"-54"0"-203</inkml:trace>
  <inkml:trace contextRef="#ctx0" brushRef="#br0" timeOffset="-196605.58">5309 14623 0,'0'35'156,"0"-17"-140,-17-18 0,17 35-1,0 0 1,-36-17 15,36 17-15,0-17-1,-17 17 1,17 0 15,0-17 0,-36 17-15,36 0 15,0-17-15,0 17 31,0-17-32,-35-18 79</inkml:trace>
  <inkml:trace contextRef="#ctx0" brushRef="#br0" timeOffset="-194545.41">5433 14393 0</inkml:trace>
  <inkml:trace contextRef="#ctx0" brushRef="#br0" timeOffset="-182424.53">14746 14658 0,'0'18'32,"0"17"30</inkml:trace>
  <inkml:trace contextRef="#ctx0" brushRef="#br0" timeOffset="-181124.71">14746 14693 0,'0'18'187,"0"17"-155,0-17-17,-18-18 1,18 35-1,0-17 32,0 17-15,-17 0-17,17-17 16,0 17 16,0-17-31,-35 17 15,35 0-15,0-17 31,0 17 0</inkml:trace>
  <inkml:trace contextRef="#ctx0" brushRef="#br0" timeOffset="-176905.83">14852 14393 0,'0'-17'31,"-18"52"78</inkml:trace>
  <inkml:trace contextRef="#ctx0" brushRef="#br0" timeOffset="-167178">5221 15998 0,'0'18'187,"0"17"-155,0-17-17,-18-18-15,18 35 16,0-17 0,0 17-1,-35 0 1,35-17-16,0 35 31,-17-18 0,17-17-15,0 17 0</inkml:trace>
  <inkml:trace contextRef="#ctx0" brushRef="#br0" timeOffset="-150972.66">5362 15804 0,'-35'0'5406,"35"-35"-3015,0 18 1906,0-19-3063,53 19-1187,-35-19-16,17 36-15,18-35-1,-18 17 1,18-17 0,0 0-1,-36 17 1,19 18-16,-36-35 16,70 0-1,-34 17 1,-1 18-1,-53 35 110</inkml:trace>
  <inkml:trace contextRef="#ctx0" brushRef="#br0" timeOffset="-135196.05">13423 15981 0,'35'0'16,"-35"53"93,0 0-93,0-18-16,-17 0 16,17 36-1,0-1 1,0-34 0</inkml:trace>
  <inkml:trace contextRef="#ctx0" brushRef="#br0" timeOffset="-134500.62">13564 15787 0,'0'0'0,"53"-35"78,0-1-63,-53 19-15,71 17 16,17-71 0,-53 71-1,0-35 16,1 35-31,-1-36 32,-17 36-17,-18-17 1,35 17 0,-53 0 109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30T11:29:21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18662 8961 0,'0'0'0,"18"0"78,52-71-47,89-70 0,35 53 1,-159 88-32,0 0 15,54 17 1,-19 36-1,-17 0 1,18-18 0,-18 1-1,-18-1-15,-17-35 16,87 0 0,-52 0-1,0-18 1,-18 18-16,1-53 15,34 1 1,-34 16 0,69 1-1,-87 35 1,17 0 0,54 0-1,-19 53 1,-17 0-1,18-18 1,-54-35-16,71 35 16,-17-35-1,0 0 1,-1 0 0,-17-17-1,88-89 1,-4092 71-1,8008 35 1,-4004 17 0,35 36-1,-17-18 17,-1 1-17,-17-36 1,0 0-1,0-18-15,17-35 16,36 0 0,-18 18-1,-17 35 1,-53 0-16,17 0 16,36 0-1,-1 53 1,-17-18-1,0-35 1,0 18 0,0-18 15,70-35 0,-88 35-31,18-53 16,18 17-1,-53 36 1,17 0 0,0 18-1,0 17 1,-17-17 0,17-18-1,-17 0 1,17 0-1,36 0 1,-1-35 15,-52 35-15,17 0 0,1 35-1,-19 0 1,18-35-16</inkml:trace>
  <inkml:trace contextRef="#ctx0" brushRef="#br0" timeOffset="48045.55">3316 13670 0,'-18'88'32,"-17"53"-17,0 18 1,-18 0-1,0-106 1,53-18 0,35-88 15</inkml:trace>
  <inkml:trace contextRef="#ctx0" brushRef="#br0" timeOffset="48444.87">3757 13670 0,'-106'88'16,"18"-17"15,17-36-15,19 18-1,52-35-15,-36-18 16,36 35 0,0 18-1,18 0 1,52 0-1,36 17 1,0-70-16,0 36 16,-71-36-1</inkml:trace>
  <inkml:trace contextRef="#ctx0" brushRef="#br0" timeOffset="48878.15">4233 13741 0,'-17'0'16,"-19"17"-1,-34 124 1,70-17 0,-35 17-1,35-106 1,17 1-16,54-36 15,52-71 17,1-88-17,-107 53 1,19 71-16,-36-71 16,-18 89-1,-105-36 1,52 53-1,36 17 1,17 19-16</inkml:trace>
  <inkml:trace contextRef="#ctx0" brushRef="#br0" timeOffset="49166.23">4815 13635 0,'-70'247'31,"70"-159"-15,-71 88 0,71-158-1,0-36 1,36-35-16</inkml:trace>
  <inkml:trace contextRef="#ctx0" brushRef="#br0" timeOffset="49528.05">4851 13705 0,'0'53'31,"0"-17"-15,123-1-1,-52-35 1,52-106-1,-88 53 1,-35 0 0,-17 194 46,-89 177-31,106-230 1,0-123-17</inkml:trace>
  <inkml:trace contextRef="#ctx0" brushRef="#br0" timeOffset="49961.61">5433 13705 0,'-53'36'15,"18"158"1,-1-36-1,54-87 17,17-71-32,-17 0 15,35 0-15,17 0 16,71-176 0,-105 52-1,17 54 1,-36 70-16,-17-36 15,0 125 17,-17 69-17,-36 36 1,53-106 0,35-193 15</inkml:trace>
  <inkml:trace contextRef="#ctx0" brushRef="#br0" timeOffset="50396.73">6156 13600 0,'0'0'0,"35"-53"15,1 17-15,-19 36 16,54-35 0,-54 53-1,-17 52 1,0-34-1,-35 16-15,-71 90 32,89-125-32,17 19 31,70-36 0,71-18-15,-123 18-1,-36 0 17,-17 18-32</inkml:trace>
  <inkml:trace contextRef="#ctx0" brushRef="#br0" timeOffset="50547.7">6138 14146 0,'0'0'0,"0"-17"63,0-1-47</inkml:trace>
  <inkml:trace contextRef="#ctx0" brushRef="#br0" timeOffset="62476.35">14887 13564 0,'0'53'93,"-53"0"-77,53-18 0,0 1-1,36-125 16,-1 19-15,-35 35 0,0 17 15,-35 18-15,-18 0-1,-18 18 1,36 17-16,17 18 15,-70 88 1,53-35 0,35 35-1,17 0 1,72-70 0,16-71-1,19-106 1,-89 0-1</inkml:trace>
  <inkml:trace contextRef="#ctx0" brushRef="#br0" timeOffset="62759.67">15222 13229 0,'0'0'0,"0"53"16,-35 53-1,35-71 1,124-35-1,-54-35 1,-70 0 0</inkml:trace>
  <inkml:trace contextRef="#ctx0" brushRef="#br0" timeOffset="63060.28">15363 13511 0,'0'18'31,"-70"194"-16,-1-54 1,54-52 0,17-70-1,0-19 1,0-34 0</inkml:trace>
  <inkml:trace contextRef="#ctx0" brushRef="#br0" timeOffset="63326.6">15646 13547 0,'0'0'31,"-36"88"-31,-122 194 16,105-158 15,53-107-15</inkml:trace>
  <inkml:trace contextRef="#ctx0" brushRef="#br0" timeOffset="63576.38">15628 13582 0,'0'18'31,"0"-36"-31,0 177 16,35-18 0,-35-35 15,0-71-31,0 0 31,-17-35-31</inkml:trace>
  <inkml:trace contextRef="#ctx0" brushRef="#br0" timeOffset="63763.69">15487 13882 0,'0'0'31,"106"-18"-16,17-17 1,-52 0 15</inkml:trace>
  <inkml:trace contextRef="#ctx0" brushRef="#br0" timeOffset="64142.56">15910 13547 0,'0'0'0,"88"-71"16,-35 71-1,-53 35 16,0 18-15,0-17-16,-17 52 16,-36-18 15,53-52-15,35-18 15,141 0-16,-140 0 1,-72 18 15</inkml:trace>
  <inkml:trace contextRef="#ctx0" brushRef="#br0" timeOffset="64311.6">16140 13988 0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30T11:33:07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18962 8149 0,'-18'71'16,"-17"-54"-1,35 36-15,0-106 47,18 0-31,-18 18-1,0 0 1,-89 70 15,19 53 0,34-35-31,1 159 32,35-124-17,0-53-15,0 1 16,18-36-16,-18 17 16,106-17-1,-36-53 1,-17-35-1,-18 35-15,1 0 16,17-88 0,0 71-1,-36 34 1,-17 1 0,0 53 30,0-1-30,0 89 0,-35 35-1,35-52-15,0 16 16,0-69 0,88-19-1,18-70 1,0-70-1,-36-36 1,-70 124-16</inkml:trace>
  <inkml:trace contextRef="#ctx0" brushRef="#br0" timeOffset="450.31">19085 7673 0,'0'106'63,"18"-18"-48,35-88 1,53-53 0,-89-18-1,19 54-15</inkml:trace>
  <inkml:trace contextRef="#ctx0" brushRef="#br0" timeOffset="600.97">19420 7514 0,'0'0'0,"0"35"47,-17 124-16,17-124-31</inkml:trace>
  <inkml:trace contextRef="#ctx0" brushRef="#br0" timeOffset="1099.71">19773 7673 0,'0'0'0,"35"-71"31,-35 36-15,106-18 0,-88 71 15,-18 52-15,-18-17-16,-17 18 15,0-1-15,-36 107 16,71-107-1,0-52 1,35-18 15,36-35-15,-53 35 0,-18 35 30</inkml:trace>
  <inkml:trace contextRef="#ctx0" brushRef="#br0" timeOffset="1265.93">19808 8502 0,'0'-18'62</inkml:trace>
  <inkml:trace contextRef="#ctx0" brushRef="#br0" timeOffset="4917.02">18433 10866 0,'0'0'0,"35"-89"16,212-246 0,-159 194-1,124-194 16,-106 194-15,-71 17 0,-35 89-16,0 17 15,-18 18 1,-17 0 0,0 36-1,17 52 1,-17 106-1,35-53 1,-53 53 0,18-53-1,-1-17 1,19-107 0,17-105 30,70-35-30,-35 70-16,1 0 16,17 35-1,-53 53 1,-36 89 0,-34 17-1,35-53 1,35-123 15,0 0-15,17-18-16,-17 70 31,0 36-15,35 0-1,18-17 16,-17-36-31,52-36 16,18-52 0,17-71-1,-88 71 1,-17 88-16,-53 71 47,0 17-32,35-18-15,-36 1 16,36-18-16,0 0 16,18-53-1,35-71 1,0-52 0,-53 70-16,0 18 15,0-18 16,-18 53-31,18 17 32,-18-17-32,18 71 15,36-36 1,87-53 0,1-87-1,-89-72 1,35 19-1,-70 105-15,0-18 16,-17 53 0,17-17-1,-35 159 17,35 34-17,-36 36 1,1-35 15,-36-35-15,54-107-1,70-87 17,-18-19-17,-35 72-15,35-18 16,-35 70 15,-17 53-15,17-53-1,35 36 1,71-71 0,0-53-1,-54-35 1,1 52-16,-17-52 15,-1 18 1,-70 105 31,-1 88-31,36-34-16,0 17 15,71-124 16,0-88-15,-71 71-16,35-1 16,-35 1-1,0 53 17,0 105-17,0-34 16,88-89-15,-70 0 0,35-89-1,-53 54-15,0-53 16,0 70 0</inkml:trace>
  <inkml:trace contextRef="#ctx0" brushRef="#br0" timeOffset="5416.07">20514 9842 0,'0'0'15,"35"-17"1,18-18-1,-35 52 17,-18 124-17,0-52 1,-18 16 0,-17-69-1,35 17 1,53-53 15,17-36-15,-34 1-1</inkml:trace>
  <inkml:trace contextRef="#ctx0" brushRef="#br0" timeOffset="6265.99">20161 10389 0,'0'0'0,"0"-35"16,-35 35 31,35 18-16,0 35-15,-18 88 15,-17-106-31,35 18 16,0 0-1,0-18 1,106-53 0,-71-17-16,-35 18 15,53-19-15,-53-17 16,0 0-1,0 0 1,0 1 0,0 16-1,-18 36 1,-17 0 0,18 0-1,17 18 1,70 0 46,-52-18-46,88 0 0,-18-36-1,-53 1 1,-17 17-1</inkml:trace>
  <inkml:trace contextRef="#ctx0" brushRef="#br0" timeOffset="8931.96">18186 12929 0,'0'0'0,"17"-17"63,195-266-32,-141 178-15,34-37-1,-34 19 1,-71 17 0,0 71-1,-71 53 32,36 34-31,35 19-1,-18 0 1,18-54-16,0 36 16,-35 106-1,0-18 1,0-18 15,35-34-15,0-178 15,53-69-15,17 17-1,1 88 1,-71 17-16,0 72 31,-36 70-15,-34-36-1,35-35 1,52-70 31,18 70 0,-35 1-32,53-19 1,-17-17 0,17 0-1,52-141 1,-34 35-1,-18 89 1,-53-19-16,-18 89 31,-52 71-15,34 70 0,36-88-1,36-106 1,122-124 15,-122 18-15,-36 18-1,-53 18 1,18 70 0,-18 70-1,53-17 1,0-18-1,17-17-15,54-18 16,70-71 0,-18 19-1,-87 16 1,-19 36 0,-17 36-16,0 69 15,-35-16 1,35-1 15,-35-88-15,70-71 15,18-35-15,53 18-1,-71 88 1,0 0-16,-35 18 15,-17 70 1,-19 0 0,36-70-1,18-53 17,88-36-17,-53 0 16,17 1-15,-70 52-16,36 18 16,-36-35-1,0 106 1,-18 34 0,18-34-1,0-36 1,35-70-1,36-53 1,-36 52-16,-35 1 16,53-71-1,-53 53 1,0 89 15,-18 52-15,18-18-1,0 19 1,53-54 0,71-88-1,17-106 1,-106 106-16,-35-17 16,0 52-1</inkml:trace>
  <inkml:trace contextRef="#ctx0" brushRef="#br0" timeOffset="9548.69">20179 12541 0,'-18'53'47,"18"35"-31,0-52-1,53-36 1,-18 0 0,-17-18-16,17 18 15,18-106 1,0 53 0</inkml:trace>
  <inkml:trace contextRef="#ctx0" brushRef="#br0" timeOffset="9901.39">20602 11871 0,'0'0'0,"36"-53"16,-1-18-1,18 36 1,17 35-1,-52-35 1,-18 88 0,-71 106-1,36-18 1,-18-18 0,53-88-16,0-17 15,35-18 1,71 0-1,-88 0 17,17-18-17,-70 36 1</inkml:trace>
  <inkml:trace contextRef="#ctx0" brushRef="#br0" timeOffset="10065.79">20761 12524 0,'0'-18'47,"0"0"-47</inkml:trace>
  <inkml:trace contextRef="#ctx0" brushRef="#br0" timeOffset="37227.85">18186 14340 0,'0'0'0,"-36"53"31,1-17-15,35-1-1,-17 0 1,17 0 0,-36-17-1,36 17 1,0 1-1,0-19 48</inkml:trace>
  <inkml:trace contextRef="#ctx0" brushRef="#br0" timeOffset="38378.23">18362 14376 0,'0'-71'47,"0"36"-16,-35 0 0,17 35-15,-35 17-1,18 18 1,0 18 0,-1 36-1,36-36 1,0 17 0,0 18-1,18-17 1,-18-36-1,35-35 1,36-53 0,-1-35 15,-34 35-31,34-53 16,1-17-1,-36 17 1,-17 71-1,-18-1-15,0 54 32,0 53-17,-36 87 1,36 1 0,0-106-16,0-18 15,89-35 1,-19-88-1,-35-53 1,1 88 0,-36 18-16</inkml:trace>
  <inkml:trace contextRef="#ctx0" brushRef="#br0" timeOffset="38778.21">18239 13794 0,'0'53'31,"35"-1"-16,35-16 1,-17-36 0,-35 0-16,88-106 15</inkml:trace>
  <inkml:trace contextRef="#ctx0" brushRef="#br0" timeOffset="38911.92">18680 13600 0,'-18'88'32,"-17"18"-17,35-1 1</inkml:trace>
  <inkml:trace contextRef="#ctx0" brushRef="#br0" timeOffset="39378.41">19050 13829 0,'0'0'0,"0"-35"16,0-18-1,71 35 17,-54 18-17,18 0 1,-35 35-16,0 71 15,-70 35 1,17-53 0,53-17-1,0-53 1,53-18 0,0-18-1,-18 0 1,-53 89 15</inkml:trace>
  <inkml:trace contextRef="#ctx0" brushRef="#br0" timeOffset="39535.08">19103 14640 0</inkml:trace>
  <inkml:trace contextRef="#ctx0" brushRef="#br0" timeOffset="55626.84">18574 16351 0,'-18'36'32,"18"16"-1,0-16 0,0-124 16,0 52-16,-35 36 16,17 0-16,18 18-15,-35-18 593,35 18-562,-18-18-31,18 35-1,-35-35 1,35 17 0,0 36-1,0-17 1,0-19 15,-35 19-15,35-1-1,0 0 1,17 71 0,19-106-1,-19 18 1,19-18 0,-19 0-1,18 0 1,1 0-1,-19-71 1,19 0 0,-36 54-1,35-18-15,-35-18 16,35 17 0,-35 19 15,0-19-16,0 54 95,0 53-95,0-36-15,0-17 16,0 70 0,0-35-1,0-18 1,18-35 31,35-18-32,0-17 1,-18 17 0,-35-17-16,18 35 15,-18-106 1,35 53 0,-35 0-1,-18 53 79,-35 142-63,53-54 0,0-71-15,0 19-16,0 34 31,71-70-15,17 0 0,-35-53-1,0-35 1,-18 53-1</inkml:trace>
  <inkml:trace contextRef="#ctx0" brushRef="#br0" timeOffset="56192.66">18486 15963 0,'0'18'31,"0"17"-15,35 18-1,0-53 1,36-18 0,-18-52-1,-18 52 1,-35-35-16,0 71 31</inkml:trace>
  <inkml:trace contextRef="#ctx0" brushRef="#br0" timeOffset="56360.11">18927 15981 0,'0'0'31,"0"-35"-31</inkml:trace>
  <inkml:trace contextRef="#ctx0" brushRef="#br0" timeOffset="56826.7">19385 15963 0,'-35'-17'16,"70"-19"0,18-17-1,0 0 1,-18 53-1,-35 18 1,0 123 0,-35-53-1,-18 18 1,18-53 0,35 18 15,17-71-16,19 0 1,52-36 0,-70 1-1,17 0 1,-70 88 15,35-18-31</inkml:trace>
  <inkml:trace contextRef="#ctx0" brushRef="#br0" timeOffset="56986.73">19526 16616 0,'0'0'0,"-70"35"78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30T11:34:31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15258 11606 0,'70'-88'16,"54"-35"15,-1-1-15,-70 71-16,18 18 15,-71 0 1,-18 70 31</inkml:trace>
  <inkml:trace contextRef="#ctx0" brushRef="#br0" timeOffset="2950.15">17762 4392 0,'0'0'0,"0"-18"16,36-52-1,34 35-15,-35-1 16,124-140 0,-53 35-1,18-18 1,-1-53-1,-35 89 1,-53 35 0,-35 35-16,0 0 31,-17 0-15,-18 53-1,17 18 1,-17 17-1,-1 18 1,36-36 0,-17 54-1,17-53-15,0 35 16,-36 158 0,-34-34-1,35 17 1,-1-124-1,36 1-15,-35-36 0,35-17 32,0-107 30,194-175-31,-141 211-15,-18 18-16,1 35 16,-54 70 15,-53 36-15,54-53-1,-19-18-15,36-70 47,0-18-31,0 35 15,0 160 16,0-90-32,0 19 1,36-36 0,34-35-1,36-70 1,-71 17-16,89-88 16,-18 35-1,-36 35 16,-70 89 32,-35 53-32,-36 70-15,71-71-1,0-35 1,18-35 0,53-52-1,-36-1-15,-35 0 16,53-88 0,-53 88-1,-18 53 1,1 35 31,17 18-32,17-53-15,36 0 16,141-35 0,71-195-1,-177 107 1,-88 35-1,0 52-15,-35-34 32,-1 52-17,19 36 1,-19 70 0,36-53-1,-35 18-15,35 88 16,-35-52-16,0 105 15,-1-53 17,36-124-32,106-140 47,-88 70-32,17-18 1,0 36-1,-52 106 17,-19 34-17,36-52-15,0-17 16,18-36 0,0 0-16,35 0 15,158-212 1,-140 124-1,-36 53 1,-53 70 31,-17 124-31,-53-36-16,88 0 15,0-52-15,0-53 16,18-18-1,105-124 1,-88-17 0,1 53-1,-36 35-15,-18 18 16,-35 35 0,35 0-1,-17 106 1,35-54-1,88-52 17,106-52-17,-52-72 1,-90 54-16,-16 17 31</inkml:trace>
  <inkml:trace contextRef="#ctx0" brushRef="#br0" timeOffset="3333.07">20320 3316 0,'0'0'0,"0"-53"16,18 36-1,87-19 1,-69 36 0,-1 71 15,-35 17-15,-18 35-1,-70 1 1,71-53-1,17-36 1,35-35 0,53 0-1,0-35 1,-88-1 0,0 54-1</inkml:trace>
  <inkml:trace contextRef="#ctx0" brushRef="#br0" timeOffset="3516.91">20355 4145 0,'-17'0'78</inkml:trace>
  <inkml:trace contextRef="#ctx0" brushRef="#br0" timeOffset="30587.81">4710 5644 0,'0'0'0,"52"-35"94,-34 35-79,141-88 1,-71 53 0,-35 35 15,-18-18-31,1 18 0,16 0 31,107-35-15,-35-1-1,17 1 1,-88 35-16,0 0 16,0 0-16,-1 0 15,1 0 1,18-35 0,35 35-1,-36-35-15,-34 35 16,17 0-16,-1 0 15,125 0 1,-71 0 0,35-36-1,-71 36 1,54 0-16,-18 0 31,-18 0-15,-18 0-1,-17 0-15,0 0 16,35 0 0,1 0-1,-36 18 1,-1 17 0,19 18-1,0-53 1,-19 35-1,19 1 1,-18-19 0,-18 36-16,0-53 15,36 106 1,-18-71 15,-18-35-15,-35 18-1,18-18 1</inkml:trace>
  <inkml:trace contextRef="#ctx0" brushRef="#br0" timeOffset="31365.55">7726 5644 0,'0'0'0,"35"0"47,18 0-31,-18 18-1,18-18 1,-53 35-16,35-35 16,1 18-1,17-18 1,-18 0 0,-17 0-16,17 0 31,0 35 0,-17-35 16,-18-70-16,0-1 0,0 18-15,0 0 0,0 18-1,0 53 79</inkml:trace>
  <inkml:trace contextRef="#ctx0" brushRef="#br0" timeOffset="39261.93">18538 5944 0,'0'-35'31,"0"53"32,-17 35-16,34-106 31,-17 0-47,0 17-15,0 19 109,-35 17-47,-18 0-47,-17 70 0,70-52-15,-18 35-1,-17 17 1,35-17 0,0 0-1,0-35 1,0 17-16,0 1 16,0 16-1,0 1 1,17-53-1,72 0 1,-72 0-16,19-17 16,16-19-1,-16 1 1,17-35 0,-18 17-1,18-36 1,-53 37-1,35-1 1,0 35 15,-35-17 32,0 52 15,0 1-62,-17 53-1,-19-1 1,36 18-1,-35 18 1,35-88-16,0 17 16,18 0-1,88-35 1,17-70 15,-70 17-31,-18-53 0,18 35 31,-17 36-15,-36 0 0</inkml:trace>
  <inkml:trace contextRef="#ctx0" brushRef="#br0" timeOffset="39811.8">18468 5274 0,'0'0'16,"0"18"31,53 105-16,0-105-15,0 17-1,-18-35-15,18-35 16,70-71 0,-123 71-16</inkml:trace>
  <inkml:trace contextRef="#ctx0" brushRef="#br0" timeOffset="39963.86">18979 5115 0,'0'0'0,"-35"177"47,0-107-16</inkml:trace>
  <inkml:trace contextRef="#ctx0" brushRef="#br0" timeOffset="40861.58">19685 5327 0,'0'-35'16,"0"17"0,0-17-1,0-1 1,18 19-1,35 17 1,-18 0-16,-35 106 31,-71-1-15,-17 1 0,-18 35-1,71-35 16,35-35-15,18-36 0,52-35-1,1-35-15,17-36 16,-35 36 0,-53 0-1,-71 88 16</inkml:trace>
  <inkml:trace contextRef="#ctx0" brushRef="#br0" timeOffset="41013.14">19579 6191 0,'0'-17'31,"0"-19"1</inkml:trace>
  <inkml:trace contextRef="#ctx0" brushRef="#br0" timeOffset="56714.97">17639 8784 0,'18'0'141,"17"0"-125,-35-35-16,70 0 15,1-54 1,-36 19-1,71-54 1,-35 19 0,-1-1-1,-17 53 1,-53 0 0,35 18-16,-35-1 15,0-52 1,0 53 15,-17 0 0,-19 35-15,19 17 0,17 18-1,-35-35 1,35 18-1,0 17-15,-36 1 16,36 34 0,-17-52-16,17 35 15,-36 141 1,1-71 0,0 1 15,35-71-31,-36 17 31,1-17-15,35-141 46,53-18-46,53-53-1,0 71 1,-71 88 0,-35-17-16,-18 69 62,-17 37-31,18-89-31,17-18 47,0-17-31,0 52 46,17 72-46,1-37 0,-18-16-1,35-36 1,18 0 15,-53-18-31,35-17 16,1-71 15,52 35-15,-71 54-16,19-18 15,17-1 1,-89 36 78,19 18-79,-19 35 1,1 53 0,35-36-1,0-35 1,0-17 15,35-18-15,54-123-1,-54 17 1,-35 35 0,0 36-1,0 0-15,0 52 47,0 19-31,0 17-16,53-53 15,105-71 1,1-52 0,-71 17-1,-88 70 1,0-34-1,0 17 1,0 0 0,0 18-1,-17 35 32,-18 88-31,35-35-1,-18 53 1,-17-53 0,-1 105-1,1-34 1,35-54 0,-35-34-1,35 17 1,0-71 31,17-35-32,-17 0-15,71 0 16,17-70 0,-53 105-1,-35 106 48,-17-17-48,17-36-15,0 18 32,17-53-1,72-88 0,-54 35-31,0 0 16,36 0-1,-71 18 1,-36 52 31,19 89-32,-18-53 1,35 0 0,0 0-1,70-71 1,-17-35 0,-18-17-1,-35 17 1,-17 18-1,-1-1 17,-17 54-1,35 0-15,17-18-1,36 0 1,0-18-1,0-52 1</inkml:trace>
  <inkml:trace contextRef="#ctx0" brushRef="#br0" timeOffset="57199.67">19632 7779 0,'0'0'16,"0"-18"0,35-17-1,71-18 1,-71 53 0,1 18-1,-36 34 1,-18 1-1,18-17 1,-53-1 0,0 53-1,18-17 1,17 17 0,18-70-1,53-18 16,35-36-15,1-34 0,-54 34-1,-106 125 48</inkml:trace>
  <inkml:trace contextRef="#ctx0" brushRef="#br0" timeOffset="57460.18">19685 8449 0,'0'-18'94,"18"18"-94</inkml:trace>
  <inkml:trace contextRef="#ctx0" brushRef="#br0" timeOffset="73640.07">18027 10301 0</inkml:trace>
  <inkml:trace contextRef="#ctx0" brushRef="#br0" timeOffset="73806.2">18027 10301 0</inkml:trace>
  <inkml:trace contextRef="#ctx0" brushRef="#br0" timeOffset="77390.39">18098 10283 0,'-18'0'16,"18"-52"609,0 34-594,0-17-15,-18 35 46,-17 0-46,35 17-1,-35-17 1,35 18 0,0 17 15,-18-35-16,18 18 48,0 17-32,-35-35-15,35 35-1,0-17 1,0 17 15,0-17 16,0 17 0,0 18-16,17-53 1,19 35-1,-1-35-16,0 0 1,1 0 0,16-17-1,-16 17 1,-36-18-16,17 18 16,19-70-1,-36 52 1,53-35-1,-36 53 1,-17-18-16,53-17 16,-18 0 15,-35 0-15,18 17-1,-18-17 1,0 52 46,0 19-46,-35-1 0,35 18-1,-36 0 1,36 17-1,0-17 1,0-35 15,0 17 1,89-35-1,-72-18-16,-17 1-15,53 17 16,-53-36-16,35 36 16,-17-52-1,17-1 1,-17 17 0,17 1-1,36 0 1,-36 17-1,0 18 1,-35-35 0,18 35 15,-71 0 125,-35 53-125,53 88 1,-1-88-17,36 0 17,18-53-17,53-18-15,-54-17 16,54-89-1,-71 71 1,0 18 0,0 70 46,35 89-31,36-36 1,52-194-1,-123 71-15,124-177-1,-107 107 1,-17 87-1</inkml:trace>
  <inkml:trace contextRef="#ctx0" brushRef="#br0" timeOffset="78226.28">18133 9754 0,'0'-35'16,"0"141"62,17 35-63,19-141 1,70-35 0,-18-71-1,-53 35 1,0 36 0,-35 53 15,-17 35-16</inkml:trace>
  <inkml:trace contextRef="#ctx0" brushRef="#br0" timeOffset="78415.5">18591 9860 0,'0'0'15</inkml:trace>
  <inkml:trace contextRef="#ctx0" brushRef="#br0" timeOffset="78956.21">15452 9807 0,'4039'0'16,"-4021"-35"0,17 17-1,18-35 1,-18 0-16,-17 53 31,-18 71 0,-18 17-31,-35 53 32,18-70-32,0 35 15,-1-53 1,72-53 15,69-18-15,-69-17-16,-1-1 15,18 1 1,-141 88 31</inkml:trace>
  <inkml:trace contextRef="#ctx0" brushRef="#br0" timeOffset="79140.25">19544 10495 0</inkml:trace>
  <inkml:trace contextRef="#ctx0" brushRef="#br0" timeOffset="110437.12">6491 12083 0,'-18'0'63,"18"-36"-32,0-17 0,-35 18 1,0 0-1,0 0-15,17 17-1,18-17 1,-35 17-1,-1-17 17,19-1-1,-36 36-15,18-17-1,-1-18 32,-17-1-31,-52 1 15,69 35-15,-17-35-1,0 35 1,18-18-1,-18 18 1,0 0 0,-52 0-1,52 0 1,0 0 0,0 0-1,0 0 16,18 0-31,-18 0 16,35 0 0,-35 0-1,0 0 1,36 0-16,-19 0 16,-17 0-1,36 0 1,-19 0-1,19 0-15,-54 0 32,54 0-17,-19 35 1,-17-35 0,18 36 15,0-36-16,0 0 1,17 0 0,18 35-16,-35-35 15,17 0 1,-17 18 0,-1-18-1,19 0 1,-18 35-1,-1-35-15,19 35 16,-19 0 0,1-17 46,17 17-31</inkml:trace>
  <inkml:trace contextRef="#ctx0" brushRef="#br0" timeOffset="111490.06">4322 11589 0,'0'0'16,"0"35"62,0 36-47,0-19 1,0 1-1,0 0 0,0 0 0,0-17-15,17-36 62,18 0-62,-17 0-1,17 0 1,1 0 0,-1 0-1,18 0-15,-18-18 16,0 18 0,1 0-1,-1 0 16,-17 0-15,17 0 15,-35 35 63</inkml:trace>
  <inkml:trace contextRef="#ctx0" brushRef="#br0" timeOffset="113652.42">18150 12153 0,'-17'88'16,"-18"-35"-1,35-35 1,0-36 46,0-17-46,17 0-16,-17-18 16,0 35-1,-17 18 16,-1 0-15,-70 71 0,52 17-1,-17-35-15,53 0 16,0 88 0,0-88-1,0-36 16,106-17-15,-53 0 0,-17-35-16,16-35 15,19-1 1,0-35 0,-19 18-1,-52 53-15,36-1 16,-36 19-1,-18 70 48,0 70-47,18-35-1,0-52 1,0-1-1,18-35 1,106-71 0,-107 18-1,18-17-15</inkml:trace>
  <inkml:trace contextRef="#ctx0" brushRef="#br0" timeOffset="114152.24">18274 11747 0,'0'36'78,"18"-36"-63,34 0 1,1 0 0,0-18-1,-35 0 1</inkml:trace>
  <inkml:trace contextRef="#ctx0" brushRef="#br0" timeOffset="114248.86">18503 11747 0,'35'0'47</inkml:trace>
  <inkml:trace contextRef="#ctx0" brushRef="#br0" timeOffset="115322.57">18662 12030 0</inkml:trace>
  <inkml:trace contextRef="#ctx0" brushRef="#br0" timeOffset="115702.18">18644 12206 0,'0'0'16,"36"-18"0,-36 36 46,0 35-46,-18 0-16,18 35 15,0-53 1,70-17 0,36-71-1,-53 0-15,-17 18 0</inkml:trace>
  <inkml:trace contextRef="#ctx0" brushRef="#br0" timeOffset="115868.9">19050 11783 0,'-18'106'47,"18"-36"-47</inkml:trace>
  <inkml:trace contextRef="#ctx0" brushRef="#br0" timeOffset="116318.87">18944 12365 0,'0'-18'15,"53"-52"1,71-71 0,-36 105-1,-53 89 17,-35 53-17,-35-53 1,-18 17-16,88-87 62,0-36-46,-17 18 0,17-1-1,1 36 1,-19-17-1,-17 87 1,0 36 0,-17 18-1,-1-71 1,18-36-16</inkml:trace>
  <inkml:trace contextRef="#ctx0" brushRef="#br0" timeOffset="116818.97">19368 12330 0,'88'-89'47,"35"36"-16,-105 195 1,-71-37-1,18-69-15</inkml:trace>
  <inkml:trace contextRef="#ctx0" brushRef="#br0" timeOffset="117219.66">19879 11747 0,'0'0'0,"141"-35"16,-88 35-16,-35 0 15,17 0 1,-35 53 0,0 0-16,-124 88 15,19 18 16,69-36-15,-17-70 0,71 0-1,53-18 1,17-35 0,-35 0-1,-18 0-15,-88 0 31</inkml:trace>
  <inkml:trace contextRef="#ctx0" brushRef="#br0" timeOffset="117399.45">19932 12647 0,'0'-18'47</inkml:trace>
  <inkml:trace contextRef="#ctx0" brushRef="#br0" timeOffset="156467.01">18098 14728 0,'0'-17'78,"35"-18"-63,71-71 1,52-18 0,-87 36-16,17 0 15,88-141 1,-87 87 0,-54 1-1,0 88-15,-35 18 16,0-35-1,0 34 1,-17 1 0,-1 35 31,-17 53-32,-1 17 1,1 36-1,35-35-15,-35 70 16,-18 0 0,0-35-1,18 35 1,17-35 0,18-88-16,0 17 15,71-265 48,140 1-32,-158 194 0,-70 88 0,-1 17-15,-17-17 0,-1-35-1,1-18 1,35 53 78,18 88-63,52-88 0,-52-53-15,53-53-1,-19 0 1,19-53 0,0 36-1,-54 34 1,-52 177 46,0 36-30,35-159-1,158-195 0,-158 142-31,0 0 16,0-18-1,0 35 1,-35 36 15,35 35-15,0-18 15,88-53-15,18-35-1,-88 53 1,17 0-16,-35 36 16,0 16-1,-18 19 1,-17 0 15,0-54-15,53-105 31,34 17-32,19 36-15,-18 35 32,-53 88-1,0 1-16,0-54-15,-18-17 16,18 17 0,0-53-1,18-52 17,-18 17-32,53 17 15,35-87 1,-53 123-1,-35 35 17,-17 71-17,17-88-15,-36 17 16,36 0 0,36-35-1,34-70 1,-35 34-16,1-17 15,17 1 1,-18-1 0,-53 141 46,-17 0-46,35-17-1,35-71 1,53 0 0,-17-71-1,-18 18 1,-53-17 0,18 70-16,-18-18 15,0 71 16,-18 17-15,0 36 0,36-70-1,70-54 1,-35-35 15,-18-18-15,-35 54-1</inkml:trace>
  <inkml:trace contextRef="#ctx0" brushRef="#br0" timeOffset="156946.82">20391 13864 0,'35'-53'31,"-35"18"-31,70 35 16,-17 0 0,-35 0-1,-18 141 1,0-35 0,-88 0-1,52-53-15,36-36 16,0 36-1,53-53 1,-35 0 0,17 0-1,-35 18 17,-17 17-32</inkml:trace>
  <inkml:trace contextRef="#ctx0" brushRef="#br0" timeOffset="157086.69">20443 14623 0</inkml:trace>
  <inkml:trace contextRef="#ctx0" brushRef="#br0" timeOffset="171327.56">18768 16263 0,'0'35'31,"17"-88"63,-17-35-63,-17 88 16,-1 88-31,-17 1-1,35 16 1,0-69-16,0 17 16,0 0-1,0-1 1,35-52 15,106-123-15,-88 17-1,18 18 1,-36-18 0,18 71-1,-53 52 48,-18 36-48,18 53 1,0 35 0,18-123-1,0 17 1,34-35 0,1-70-1,0 17 1,-17-35-1,-1-1 1,-35 19 0,0 35-1,0 87 32,-18 107-16,18-71-15,0 1 0,0-54-1,88-35 1,-17-18 0,-36 1-1,-35-36 1</inkml:trace>
  <inkml:trace contextRef="#ctx0" brushRef="#br0" timeOffset="171861.8">18962 15769 0,'0'35'31,"0"18"1,35-70-1,-17-1-16</inkml:trace>
  <inkml:trace contextRef="#ctx0" brushRef="#br0" timeOffset="172011.81">19121 15822 0,'0'-35'47,"35"35"-31</inkml:trace>
  <inkml:trace contextRef="#ctx0" brushRef="#br0" timeOffset="172528.12">19773 15716 0,'0'0'0,"18"-17"15,-18-36 1,35 17 0,0 36-1,-17 36 1,-18 52-1,0 0 1,-18 0 0,18 18-1,0-88-15,0 17 32,18-35-17,17-35 16,-17 35-15,-18 53 15,0-36-31</inkml:trace>
  <inkml:trace contextRef="#ctx0" brushRef="#br0" timeOffset="172682.9">19914 16404 0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30T11:38:10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2699 5486 0,'0'0'0,"-18"-36"31,-17 36-15,35-35-1,-18 35 1,-17 0 0,-18-18-1,18 18 17,-1 0-17,-16 0 1,16 0-16,1 0 15,0 0 1,-18 0 0,-18 0-1,71 36 1,-53-36 0,18 17-1,-18 19 1,53-1-16,-18-35 15,-34 71 1,-1-19 0,35-16-1,-17 17 17,-18 0-17,53-18-15,-18 18 16,-17 17-1,0-34 1,-1 52 0,36-53-16,0 18 15,0 18 1,0-36 0,-35 18-1,35-18-15,0-17 16,0 70-1,0-35 1,0 0 0,18-53-1,-18 35-15,35 0 32,-35 0-17,18 18 1,17-17-1,0 52 1,-17-70 0,17-18-1,0 35 1,-17 0 0,35-35-16,0 18 15,-18-18 1,18 35-1,0-35 1,17 35 0,-17-35-1,0 0 17,-17 0-17,52 0 1,-18 0-1,1-17 1,-53 17 0,34-36-1,37 19 1,-19-19 0,-35 36-1,1-35 1,17-18-1,0 18 1,-18 0 0,-17 17-1,17-17 17,53-106-1,-70 88-16,17 0 1,-35-18 0,0-17-1,0 18 1,0 17 0,0 0-1,0 17-15,0 19 16,0-36-1,-18 0 1,18 18 0,0 17-1,-17 18-15,17-71 32,-36 36-17,36 0 1,-35 0-1,17 17 1,-17-17 15,35-1-15,-35 19 15,0-18-15,17-1 15,18 19-15,-35 17-1,35-36 1,-18 36 15,-17-35 0,-1 17-15,19-17 15,-18 35-15,-1 0 0,1 0-1,0 0 1,-18 0-1,18 0-15</inkml:trace>
  <inkml:trace contextRef="#ctx0" brushRef="#br0" timeOffset="2083.04">2452 4798 0,'0'0'0,"17"0"15,-17-36 17,0 54 77,0 0-93,-35-18-16,35 35 15,-35-17 1,35 17-16,0 18 31,-18-18-15,18-17-1,0 17 17,0-17-32,0 17 31,0 0-16,0-17 17,36 17-17,16-35 48,19-17-32,-71-1-31,18 18 16,17-88 15,-35 52 0,35 19-15,-35-18-1,35-1 1,-35 19-16,0-19 31,0 19-15,0-19 15,-17 36-15,-18-35-1,17 35 17,-17 0-17,17 0 17,18 18-17</inkml:trace>
  <inkml:trace contextRef="#ctx0" brushRef="#br0" timeOffset="3669.77">2805 4868 0,'0'-17'47,"0"-19"-31,35 1-16,0 35 78,0 124-47,-35-107-15,18-17-1,17 0 1,-17-35 0,-18 0-1,35 35 1,-52 0 31,-1 88-16,18-70-15,-71 70-1,36 0 17,17-18-17,-17-17 1,0 18-1,0-36 1,17-35-16,18-70 47,0 34-16,0 1-15,35 35-1,1 0 17,-19 0-17,18 0-15,18 18 32,-17-18-17,-36 35-15,53-35 16,-18 0-1,-17 18 1</inkml:trace>
  <inkml:trace contextRef="#ctx0" brushRef="#br0" timeOffset="4396.89">2840 5009 0,'35'0'109,"18"0"-93,35-35-1,-35 35 1,-18 18 78</inkml:trace>
  <inkml:trace contextRef="#ctx0" brushRef="#br0" timeOffset="10915.66">5856 5556 0,'-18'-35'93,"1"35"-77,-18-18 0,-1-17-1,19 35 1,-19-35 15,19 17-15,-36 18-1,-18 0 1,1-35 0,52 35-16,-17 0 15,-18 0 1,18 0 0,-71 0-1,88 0-15,-17 0 16,17 0-16,-70 0 15,35 0 1,0 0 0,18 0-1,0 0-15,17 0 16,-70 0 15,35 0-15,-18 0-1,54 0-15,-36 0 16,0 0 0,18 0-1,17 0 1,-17 35 0,-1 0-1,1 1 1,17-19-1,-17 19 1,-35 34 0,52-52-1,18 17 1,-35 18 0,-1-18 15,19 1-16,-18-1 1,35-18 0,-36 19-1,36 17-15,0 70 32,0-52-17,0-18 1,0 0-1,0-1 1,18 1 0,-18-17-1,35 52 17,0-71-32,-35 19 0,89 70 31,-54-54-16,0-16 1,0-1 0,-17-35-1,-18 35-15,35 1 16,18-1 0,-35-35-1,35 18 1,-18-18-1,0 35 1,-17-35 0,17 35-1,1-35 1,-19 18 15,36-18-15,-35 0-1,35 35-15,53-35 32,-71 0-17,18 0 1,-36 0 0,19 0-16,17 0 31,-18 0-16,18 0 1,-36 0 0,19 0-1,-19 0 17,36 0-1,0 0-16,-35 0-15,17 0 16,0-35 0,-17 35 15,17-36-15,-17 19-1,17 17 1,0-35-1,-17 35 1,17 0 0,-35-36-1,53 1 1,-17 17 15,-19-17-15,18 0 15,1-1-15,-1 19 15,-17-18-15,-18-1-1,35 19 1,0-19-1,-35-17 1,18 36 0,-18-36-1,0 18-15,35 35 16,-35-106 15,0 53-15,0 18-1,0-36 1,0-17 0,0 35-1,0 18 1,0-18 0,0 0-1,0 35 1,0-17-1,-18 0 1,18 17 0,0-17-1,-17 17 17,-18-17-32,35 0 31,-36 35-31,36-18 15,-35-17 1,-53 35 0,35-36-1,18 36-15</inkml:trace>
  <inkml:trace contextRef="#ctx0" brushRef="#br0" timeOffset="11981.38">5098 4851 0,'0'0'0,"-18"0"46,-17 0-30,35 35-16,-36-17 16,1 35-1,0-1 1,35 1 15,-35-17-15,35 17-1,0-18 1,0-18 15,17-17-15,19 0 15,-19-17-15,18-1 15,1-35-15,-1 18-1,-35 0 1,18-18 31,-18 18-32,0 17 1,-18-17 31,0-1-31,-17 54 15</inkml:trace>
  <inkml:trace contextRef="#ctx0" brushRef="#br0" timeOffset="13443.12">5327 4939 0,'-35'35'62,"35"-17"-46,-36 17 0,36 18-1,-35 0-15,35-35 16,-18 34 0,18-69 93,0-36-78,36 18-31,-36 17 31,35-17-15,-35-1 0,0 19 15,18-18-15,17-1-1,0 19 1,1 17 46,-19 0-46,-17-36-16,35 36 31,-17 0 0,17 0 1,1 0-1,-36 18 0,0 0 0,0 17 32,-18-17-32,-17-18 0,35 35-15,-18-35 15,-17 0 1,17 0-1,-17 0 0,0 0 0,17 0 32,-17 35-48,17-35 1</inkml:trace>
  <inkml:trace contextRef="#ctx0" brushRef="#br0" timeOffset="31012.54">21608 5503 0,'0'-35'63,"-36"35"30,19-18-61,-19-35-17,-34 53 1,-1-35 0,18 35-1,-17 0 1,17 0-1,18 0-15,-18 0 16,0 18 0,35-18-1,-17 17 1,0 19 0,17-36-1,-35 35 1,18-17 15,0 70-15,-18-35-1,53-18-15,-53 18 16,17 18 0,1-19-1,18 19 1,17-18-16,-36 53 15,36-36 1,-35-17 0,35-17-1,0-1-15,0 35 16,0-17 0,0-17-1,18 16 1,-18-34 15,0 17-31,17 1 16,-17-19-1,36 36 1,-1 0 0,-18-53-16,19 18 15,-1 17 1,0-35-1,36 35 1,-18 18 0,88-35-1,-35-18 1,-18 35 0,0-35-1,53 0 16,-35 0-15,-53 0 0,0 0-1,0 0 1,-18 0-16,18 0 16,0 0-1,0 0 1,17 0-1,-52 0-15,35 0 16,17 0 0,-34 0-1,34-17 1,-17-1 0,-18 18-16,18-53 15,36 18 1,-4093-1 15,8078 19 0,-4003-19-15,-36 1 0,18 0-1,0-18 1,-18-18-1,0-34 1,-35 52 0,18 0-1,-18 0 1,0-18 0,0 18-1,0 0 1,0-17 15,0 52-31,0-17 16,-35-53-1,-18 35 1,0 0 0,0 0-1,0 0 1,0 36-1,35-19 1,-34 1-16,16 35 16,36-35-16,-35 35 15,-18-18 1,0-35 0,18 53-1,17-35 1,-35 35-16,0 0 31,18 0-15,0 0-1,0 0 17,17 0-17,-17 0 1,17 0-1,-17 0 1,-18 0 0,35 17-1,-35-17 1,18 18 0,17-18-1,-17 35 1,17-35 15,-17 0-15,0 36-1,17-36 1,-17 0 0,35 17-1,-18 19 1,-17-36-1,53 0 17</inkml:trace>
  <inkml:trace contextRef="#ctx0" brushRef="#br0" timeOffset="32181.51">21908 4868 0,'0'0'31,"-18"18"47,-35 70-62,18-35 0,-1 0-1,36 0 1,0 0 0,0-18-1,0 0 1,18 1 31,17-36-32,1-18 17,17-17-17,-36 17 1,18-17-1,-35 0 1,36-18 0,-19 0 15,-17 17 0,0 19-15,0-18 15,-53 52 16,1-17-31</inkml:trace>
  <inkml:trace contextRef="#ctx0" brushRef="#br0" timeOffset="33567.81">22154 4939 0,'-35'0'32,"53"-18"14,35-17-14,-36 35-1,-17 18 0,36 17-15,-1-35-1,-17 0 1,17-18 0,-18 18-1,-17-35 1,0 53 78,-35 17-79,35-17 1,-35 17 0,0 88-1,-18-35 1,17-52-16,36-1 15,-88 18 1,88-18 0,-17-35-1,17-17 63,0-19-46,0 1-17,53 35 1,17 0 0,-17 0-1,0 0 1,-35 18-1,17-18-15,-35 17 16,35-17-16</inkml:trace>
  <inkml:trace contextRef="#ctx0" brushRef="#br0" timeOffset="34243.44">22154 5045 0,'71'0'62,"0"0"-30,-19 0-32,-16 0 31,-19 0 0</inkml:trace>
  <inkml:trace contextRef="#ctx0" brushRef="#br0" timeOffset="38977.83">4322 6844 0,'0'0'0,"-36"0"47,1 0 15,17 0-62,-17-35 16,0 35-1,0 0 1,-18 0 0,-18 0-1,18 0 1,18 0-16,-18 17 15,18-17 1,-1 36 0,1-36-1,35 17-15,-35-17 16,17 53 0,18-35-1,-35 35 1,35 0-1,-35-53-15,17 70 32,-17 18-17,35-17 1,-36-18 0,36 17-1,0-17 1,0 0-1,0-18 1,0 18 0,0-35-1,0 17 1,0 1 0,0-1-1,0 0-15,0 0 31,0-17 1,18 17-17,-18-17 1,18-18-16,-18 35 16,35 0-1,-35-17 1,35 17-1,-17-35-15,-18 36 16,106-19 0,-53 19-1,0-36 1,-18 0-16,0 35 16,53-35-1,-35 35 1,0-35-1,0 0 17,53 18-17,-88-18-15,52 0 16,-17 0 0,0 0-1,17 35 1,-34-35-16,17 0 15,0 0 1,17 0 0,-17 0-1,-35 0-15,17 0 16,53 0 0,-35 0-1,-18 0 1,54-35-1,-1 0 17,-35 35-17,-18-36 1,0 36 0,18-35-1,0 0-15,0-1 16,0 1-1,-18 0 1,0 0 0,1 17-1,-19-17 17,-17 17-17,36-35-15,-1-17 31,-35 52 16,35-17-31,-35-18-16,0 0 16,-17 0-1,-19-18 1,36 36-1,0-18 1,-35 18 0,35 17-1,-18 18 1,18-35 0,-35 0-1,0 17 1,17 18 31,-17-35-32,17 35 1,18-36 0,-35 19-1,-18 17 1,18-35-16,17 35 15,-17-36 1,0 19 0,17 17-1,18-36 1,-35 36-16,17 0 16,-35-35-1,0 35 1,18 0-1,0 0 17,35-18-17,-36 18 1,19 0 0,17-35-16,-53 35 15,0 0 1,18-35-1,-18 35 1,17-35-16,-17 35 31,18 0 1,18 0-17,-19-18 16,19 18 1,-19 0-17,-17 0 1,-17 0 0,35 0-1,17 0 16,-17 0-15,17 0 0,-17 0-1,-18 0 1,0 18 15,18-18-15,17 0 31,18 17 15,-88 19-46,53 16-16</inkml:trace>
  <inkml:trace contextRef="#ctx0" brushRef="#br0" timeOffset="40676.36">4992 7038 0,'0'35'62,"17"-35"-15,1 0-47</inkml:trace>
  <inkml:trace contextRef="#ctx0" brushRef="#br0" timeOffset="63241.34">3581 6685 0,'-18'0'31,"-17"35"16,35 18-32,-36 0 1,19-17 0,17-1-1,0 18 1,0-18 0,0-17-1,0 17 32,35-53 0,0-17-31,1-53-1,-36 35 1,35 18-1,0-1 1,-35-17 0,-17 0-1,-1 18 32,-17 53-16,-1-1-31</inkml:trace>
  <inkml:trace contextRef="#ctx0" brushRef="#br0" timeOffset="64174.55">3722 6650 0,'17'0'78,"36"0"-47,-53 17 0,36-17-15,-36 36 15,0-1 1,-18-17-17,-17 17 16,35 0-15,-18-17 0,-17 52 15,52-52 47,1-18-47,17 0-15,1 0 0,-1 35-1,0-35 1,-17 0 15</inkml:trace>
  <inkml:trace contextRef="#ctx0" brushRef="#br0" timeOffset="64778.38">3704 6773 0,'53'0'78,"0"18"-46,-35-18-17,17 0 1,0 0 46</inkml:trace>
  <inkml:trace contextRef="#ctx0" brushRef="#br0" timeOffset="83221.38">17286 6826 0,'-18'0'500,"-17"-35"-454,0 35-14,-18-35-1,0 35 0,-17 0 0,52 0-15,-17 0 0,17 0-1,-17 0 1,-1 0 0,19 0-1,-18 0 1,-1 0-1,-17 0-15,0 0 16,36 0 0,-19 0-1,1 17 1,0-17 0,0 36 15,-1-36-16,1 35 1,17-35-16,18 18 16,-52 17-1,16-35 1,36 35 0,-35-17-1,17 17 1,18 0-1,-35 1 1,0 16 0,17-16-1,-17-36-15,17 17 16,-17 36 0,0 18 15,35-18-16,-36-18-15,36-17 16,0 35 0,0 0-1,0 17 1,0-35-16,0 71 31,0-53-15,18 0-1,-18-18 1,35-35-16,-35 53 16,53-18-1,-35 1 1,35-19 0,0-17-1,35 36 16,-35-1-15,0-35 0,-18 0-1,0 0-15,1 35 16,52-35 0,-35 0-1,17 0 1,-34 18-16,-19-18 15,71 0 1,-35 0 0,18 35-1,-54-35 1,19 0-16,17 0 16,0 0 15,-18 0-16,71 0 1,-71 0 0,53 0-1,-53 0 1,36 0 0,-18 0-1,-18 0-15,18 0 16,0 0-1,0 0 1,53-17 0,-36 17 15,-17-36-15,0 19-1,18 17 16,-71-36-31,53 36 16,0-35 0,-36 0-1,18-1 1,1 1-16,-1-18 31,-35 0-15,0 0-1,0-17 1,0 52-16,0-17 16,0-53-1,-35 35 1,35 0 0,-36 18-1,36-1-15,-88-34 31,35 17-15,18 0 0,-18 18-1,18-1 1,0 19 0,17-18-1,-17 35 1,-1-36-1,19 36-15,-19-17 16,1 17 0,18-53-1,-19 17 1,1 36 0,17-35-1,-17 18 16,0 17-15,17 0 0,-17-36-1,17 19 1,-17 17 0,0-36-1,-36 1 1,36 35-1,17 0 1,-17 0 0,0 0 15,35-35 0,0-1-15</inkml:trace>
  <inkml:trace contextRef="#ctx0" brushRef="#br0" timeOffset="83973.23">17868 6544 0,'-17'35'109,"17"18"-93,-36 0 0,36 0-1,0-18 1,0 1-16,0-19 47,18-17-16,0 0-15,17-35-1,0 0 1,-35 17 0,18-35-1,-18 0 1,0-35-1,0 35 1,0 35 15,-36 18-15,1 18 15,35 0-15</inkml:trace>
  <inkml:trace contextRef="#ctx0" brushRef="#br0" timeOffset="84817">18062 6597 0,'-17'35'32,"17"36"-1,-36-1-16,36 1 1,-17-18 0,17 17-1,-36-70-15,36 36 16,0-89 62,18 17-62,-18-52-1,18 53 1,-18-18 0,35 0 15,0 35-16,-35-17 1,18 35 0,17-35-1,-35 53 1,35-18 0,-35 35-1,18-35 1,-18 17-1,0 19 1,0-19 0,-35 19 15,35-1-15,-35-35-1,17 0 16,18 18-31,-35-18 32,17 0 15</inkml:trace>
  <inkml:trace contextRef="#ctx0" brushRef="#br0" timeOffset="90588">10248 9490 0,'88'-53'140,"-70"18"-124,35-1 0,-35 36-1,17-17 1,18 17 0,-36 0-1,19 0 16,-36 35-31,35-35 0,-17 18 32,17 17-17,0-35 1,-17 35 0,17-35 15,36-35-16,-1-18 1,-17 35 0,-35 18-1,17 0 1,-17 53 15,52-35 0,-52 17-15,17-35 15,0 0-15,-35-18-16,36 1 16,52-18-1,-35-1 1,-18 36-1,0 0-15,1 0 16,17 18 0,-18-18-1,0 35 1,-17-35 0,17 0-1,0 0 16,36-35-15,-1-18 0,-52 106 15,17-35-15,18-71 15</inkml:trace>
  <inkml:trace contextRef="#ctx0" brushRef="#br0" timeOffset="94591.02">10248 8714 0,'0'0'0,"-70"282"32,17-176-32,53 17 15,17 18 1,19-70-16,-1-1 16,106 142-1,35-124 1</inkml:trace>
  <inkml:trace contextRef="#ctx0" brushRef="#br0" timeOffset="119717.17">17445 8273 0,'0'0'0,"-18"0"63,-17 0-16,17 0 0,-52 0-16,52 0 0,-17 0-15,17 0-1,-17 0 1,0 0 0,17 0 15,-17 0-15,17 35 15,-17-35-16,0 35 1,-1-17 15,19 17 1,17 0-17,-36-35-15,1 18 31,35 17-15,-18 1 0,-17-19 15,0 54-15,17-54-1,18 36 1,-35 0-1,35-35 1,-35 17 15,35 18-15,0-18 0,0 1-1,0-1-15,0-17 16,0 17-1,0-18 1,0 36 0,0-17-1,0-19 1,17 19 0,36-19 15,-35 18-16,17 1 1,0-1 31,-17-17-31,17 17-1,1-35 1,-19 35-1,36-17 1,0-18-16,0 35 16,-18-35-1,1 35 1,16-35 0,-34 0-1,17 36 1,-17-36 15,17 0-15,18 0-1,-18 17 1,18-17 0,0 0-1,18 0 1,-36 0-1,18 0 1,-18 36 0,-17-36-1,35 0-15,-35 0 16,70 0 0,-35 0-1,0 0 1,-18 0-1,53 0 1,-70 0 0,17 0 15,-17-18-15,35 0-1,-1-17 1,1 0-1,-35 0 1,17 17 0,1 18-16,-19-35 15,18-18 1,-17 17 0,-18-52-1,35 88-15,-35-53 16,0 18-16,0-18 15,36 18 1,-36-18 0,0-18 15,0 18-15,0 1-1,0-1 1,-18 0-1,18 35 1,0-35 0,0 35-1,0-17 1,-35 0 0,35 0-1,0-1 1,0 1-1,0 0 1,-36-18 0,36 0 15,0 35-15,0-17-1,-35 0 1,35 17-1,-17-17 1,-19 0 0,1 35-1,35-18 1,-18-17 0,-17 35-1,17 0 16,18-18-15,-35 18 0,0 0 15,17 0-15,-17 0-1,17 0 16,-35 0-15,18 35 15,0-35 1,17 36-17,-17-36 16,35 17 1,-18-17-1,-17 36 0,0-36-15,-1 35 15,-34-35-15,17 17-1,0-17 1,0 0 0,18 36-1,-18-36 1,0 35-1,35-35 1,-17 0 15,0 18-31,17-18 47,-17 35-31,0-35-1,17 0 1,-17 0 0,-1 0-1,1 0-15</inkml:trace>
  <inkml:trace contextRef="#ctx0" brushRef="#br0" timeOffset="124233.01">17727 8326 0,'-18'0'78,"18"35"-47,-17 35 1,17-52-1,0 17 0,0-17-15,0 17-1,0 0 1,35-35 47,-17 0-48,17-17 1,0-18-1,-35-1 1,36-17 0,-19-17 15,-17 52-15,0-17-1,0 17 1,0-17-1,-35 35 32,17 0-31,18 18 31,-35 17-32</inkml:trace>
  <inkml:trace contextRef="#ctx0" brushRef="#br0" timeOffset="125216.91">17992 8255 0,'0'35'63,"0"-17"-48,-36 52 1,36-17-1,0-35 1,-35 35 0,35-18-1,0-52 48,0-36-48,18 17 1,-18 19 0,0-19-1,35-16 17,-35 34-17,18-17 1,17 17 15,0 18-15,-17 0-1,17 0 17,-17 0-17,17 0 16,-35 35 1,0-17 30,-18 17-31,1-35 1,-18 0-17,17 0 17,-17 0-17</inkml:trace>
  <inkml:trace contextRef="#ctx0" brushRef="#br0" timeOffset="139131.91">8855 9684 0,'0'-18'328,"0"-17"-281,0 0 31,-36 35 31,36-18-77,-17 18 30,17-35-31,-35 17 16,-1 18 0,36-35-16,-17 35 1,17-36-17,35 36 1282,-35-17-391,-18 17-890,1 0 0,-19-35-16,1 35 31,17 0 0,18-18-15,-35 18-1,17 0-15,-17-35 16,-18 35 0,18 0-1,-36-36 1,19 36 0,16 0-16,19 0 15,-36 0 1,0 0-1,35 0 1,-35 0-16,0 0 16,36 0-1,-36 0 1,35 18 15,-17-18 0,0 18-15,17-18 15,-35 35-15,18 0-16,17-17 31,-17-18-15,0 35-16,17-35 31,-17 35-15,35-17-1,-36 17 1,19-35 0,-19 18-16,36 17 31,-35 0-16,35-17 1,-17-18 0,17 53-1,-36-18 1,36-17 15,-17-18-15,17 35-1,-36 0 17,36-17-17,-35-18 1,35 53 15,-18-18-15,18-17-1,-35 35 1,35-18 0,0-17-1,0 35 1,0 0 0,0 17-1,0-35 1,0 18-1,0 0 1,0-35 0,18 70-1,-18-35 17,17-35-17,-17 17 1,36 0-1,-1-17 1,-17 17 0,17-17-1,-17-18-15,87 35 32,-69 0-17,-1-35-15,0 36 16,-17-36-16,17 0 15,53 17 1,-17 19 0,17-36-1,-70 0 1,17 35-16,53-35 31,-35 0-15,0 0-1,0 0 1,17-18 0,-52 18-16,53-35 15,-18 17 1,17-35 0,1 0-1,-36 53-15,0-35 16,1 18-1,-1-19 1,-35 19 0,35-36-16,-35 17 15,18-52 1,17 35 0,-35 18 15,35 0-16,-35-71 1,0 71 0,18-1-1,-18-69 1,0 52 0,0 17-1,0-17 1,0 18-1,0 17 1,0-34 0,0-19-1,0 36 1,-35-18 15,35 35-15,-36 18-1,19 0 1</inkml:trace>
  <inkml:trace contextRef="#ctx0" brushRef="#br0" timeOffset="151496.35">8096 9454 0,'-17'0'93,"-19"0"-61,1 89-1,-18-36 0,53-1-15,-35-16-1,35-1 1,0 0 15,17-17 0,19-18-15,-19 0 0,19 0-1,-1-35 1,0-1 0,-17 1-1,-18 17 16,-4039-17-15,8078 18 0,-4039-19 15,-18 1-15,1 35 30</inkml:trace>
  <inkml:trace contextRef="#ctx0" brushRef="#br0" timeOffset="152471.38">8237 9543 0,'0'0'0,"36"35"78,17-17-46,17-36-1,-70-17-16,-18 35 95,18 17-95,0 1 1,-35 17 0,35 18-1,-35-18 1,35 1-16,-35 34 31,17-35 0,-17-35 1,52-35 93,1 35-94,53 0 0,-36 0-15,18 0-1,-18 18 1,-17-18-16,17 0 31,-35 17-15</inkml:trace>
  <inkml:trace contextRef="#ctx0" brushRef="#br0" timeOffset="153416.92">8255 9684 0,'18'0'62,"17"0"-30,18 17-1,-36-17-16,19 0 1,-1 0 0,-17 0-1,-18 36 95,35-36-79</inkml:trace>
  <inkml:trace contextRef="#ctx0" brushRef="#br0" timeOffset="153896.68">13212 10142 0,'0'0'0,"440"36"16,-69 17-1</inkml:trace>
  <inkml:trace contextRef="#ctx0" brushRef="#br0" timeOffset="162912.34">20073 9384 0,'-18'0'93,"-17"0"-61,0-35-17,17 35 1,-17-36-1,0 36 1,17 0 0,-17 0-16,-36 0 31,36 0-15,17 0 15,-35 0 0,-35 0-15,53 0-1,0 0 17,17 0-17,-17 0 16,-18 18-15,18-18 31,17 18 0,-17-18-47,-1 35 31,19-35-15,-19 35-1,1-17 1,17-18-16,-17 35 16,0 0-1,0 1 1,35-19-1,-18-17-15,18 36 16,-53 16 0,18-34-1,35 17 1,-18 1-16,18-19 16,-35 19-1,0 16 1,17 1 15,-17-17-31,-1 34 31,36-34-15,0-1 0,-35 0-1,35 18-15,0 35 31,0-35-15,0 0 0,0-35-1,0 17 1,0-17 0,0 70-1,18-53 16,-18 18-15,35-18 0,-35-17-1,35 17 1,-35-17-16,18 70 31,17-17-15,-35-36-1,36 0 1,-1 36 15,0-54-15,0 19 0,18-19-1,-17-17 1,16 35-16,-16 1 31,-1-36-15,89 17-1,-107-17 1,71 36 0,-35-36-1,53 0 1,-71 0-16,1 0 15,52 0 1,-53 0 0,36 0-1,-18-18 1,-1-17 0,-16 35-16,17-18 15,-18-17 16,53 0-15,-35-1 0,-18 36-16,18-35 15,-17-71 1,16 36 0,-16 17-1,-19 53-15,-17-53 16,36-35-1,-1 35 1,-17-36 0,-18 72-16,0-18 15,35-1-15,-35-17 16,0 0 0,0 1-1,-18-54 16,18 70-15,-17-52 0,17 35-1,-53 0 1,17 18 0,-17-18-1,36 0 1,17 36-1,-35-19 1,35 1 0,0 17-16,-36-17 15,36 0 1,-35 17 0,35-17-1,-88 0 1,35 35 15,35-36-15,-52 1-1,34 35-15</inkml:trace>
  <inkml:trace contextRef="#ctx0" brushRef="#br0" timeOffset="163995.75">19544 9490 0,'-18'0'78,"-17"70"-47,17-17 0,18 18 0,-35-1 1,35-52-17,18-18 1,-1 0 15,19 0-15,-19 0 15,19-35-15,-1-1-1,0-17 1,-35 18-16,35 35 16,-35-53-1,18 18 1,-18 17 31,0-17-32,0 17 1,-35 18 0,-1-35-1,36 53 32</inkml:trace>
  <inkml:trace contextRef="#ctx0" brushRef="#br0" timeOffset="164978.54">19861 9472 0,'0'18'31,"0"-1"-15,18 19-1,35-36 32,-18-18-31,-35-17 15,-17 35 16,17 17-16,-18-17-15,18 36 0,-35 17-1,-1-1 1,1 1 15,17-17-31,-17 34 31,0-70 32,35-17-48,0-1 1,18 18 62,17 0-62,-18 0-1,19 0 1,-19 0 0,19 35-1,-1 0 17</inkml:trace>
  <inkml:trace contextRef="#ctx0" brushRef="#br0" timeOffset="165599.53">19791 9596 0,'0'0'0,"35"0"47,71 0-16,-36 0-16,-34 0 1,-1 0 15</inkml:trace>
  <inkml:trace contextRef="#ctx0" brushRef="#br0" timeOffset="177326.87">9472 10848 0,'-18'-35'31,"-17"-1"-15,18 19 15,-107-19-16,71 36 1,0 0 0,18 0-16,17 0 15,-35 18 1,-17-18 0,35 35-1,-36 1 1,18 17-1,18-1 1,-18-16-16,18 17 31,-18 0-15,17-36 0,1-17-16,35 35 15,-35 18 1,35 18-1,-35-18 1,35 17 0,-18 19-1,18-36 1,-35-1 0,35 1-1,0 36 1,0-37-1,17 19 17,-17-18-17,18 0 1,17 0 0,0 0-1,54 0 1,-72-18-1,36 0-15,18-17 16,-36 17 0,36 0-1,-18 1 1,-1-36 0,37 35-1,-19-17 1,1-18-1,-18 35 1,53-35 0,-1 0 15,-16 0-15,34-18-1,-52-17 1,-36 0-16,-18 17 15,89 18 1,-70-35 0,34-36-1,18-35 1,-52 53 0,17 1-1,-36 16 1,18-17-1,18-17 1,-53 34-16,36-16 31,-1-19-15,-17 53-16,-18-17 16,35-53-1,-35 35 1,0 0-1,0-35 1,-18 0 0,18 52-16,-17-52 31,-19 35-15,36 18-1,-53-18 1,18 18-1,17 17 1,-17-17 15,0 35-15,35-35-16,-18 35 16,-17-36-1,0 36 1,17 0-1,-35 0-15,0 0 16,36 0 0,-19-17-1,1 17 1,17 0 15,-17 0-15,17 0-1,-17 0 1,0 0 15,17 0-15,-17 0 0,0 0-1,-36 0 1,54 0 15,-4058 0 0,8097 0-15,-4058 0 0</inkml:trace>
  <inkml:trace contextRef="#ctx0" brushRef="#br0" timeOffset="178743.41">9172 10936 0,'-17'0'47,"-1"0"-16,-70 71 1,52 34-1,36-87 0,0 17 0,18-35-15,0 0 15,52-35-15,-52 17 0,17-17-1,-17 0 1,17 0-1,0-71 1,-35 88 15,0-17 1,-53 35-17,18 18 1,35-1-1,-35 18-15</inkml:trace>
  <inkml:trace contextRef="#ctx0" brushRef="#br0" timeOffset="179527.39">9296 10918 0,'-4057'53'62,"8096"18"-46,-4057-18 0,-17 17-1,35-34 1,-35-36 0,52-18 46,-17-17-46,53-36 15,-53 18-15,36 0-1,-19 36 1,19-19-1,-1 36 1,-17-35 0,17 35-1,0 18 1,-35 35 0,0-36-1,0 19 1,-18-36 62,-70 0-47,53 0-15,35 35-1,-35-35 1</inkml:trace>
  <inkml:trace contextRef="#ctx0" brushRef="#br0" timeOffset="193458.5">12188 10583 0,'0'0'0,"-17"-35"62,17 0-30,-18 35-32,-17-36 15,-36 36 1,18-17-16,18 17 15,-88-35 1,52 35 0,1 0-1,17 0 1,0 0 0,-88 17-1,70-17 1,53 18-1,-70 17 1,0 0 0,35 1-1,18 17 17,17-36-17,18 19-15,-53-1 16,0 0-1,0 18 1,1 0 0,16 0-16,-17 53 31,18-71-15,35 0-1,-35 18 1,35 0-16,-18-18 15,18 54 1,0-19 0,0 1-1,0-18 17,0 52-17,0-16 1,0-1-1,0-35 1,35 0 0,18-18-1,-35-17 1,17 34 0,1 1-1,-1-17-15,0-1 16,18 0-1,0-17 1,0 35 0,0-53-1,53 53 1,88 35 15,-106-53-15,-35-35-16,-18 0 15,53 18 1,-53-18 0,36 0-1,35-18 1,-18-17 0,-35-18-16,0 53 15,35-106 1,-17 71-1,-18-53 1,-18 52 0,35-34-16,-17 17 15,18-18 17,-36-17-17,18 35-15,-53-17 16,53-71-1,-18 35 1,-35 18 0,0 35-16,0 17 15,0-17-15,0-35 16,0-18 0,0 18-1,-17 18 1,-19 17-16,36 0 15,-70-53 1,17 35 0,0 18 15,0 53-31,-18-35 16,-123 35-1</inkml:trace>
  <inkml:trace contextRef="#ctx0" brushRef="#br0" timeOffset="194324.94">11677 10760 0,'-18'0'31,"18"17"-15,-17 72-1,-19 34 1,-34-35-16,70-53 16,-18 1-1,18-1 1,0-106 31,0-17-32,0 18 17,35 17-17,1 18-15,17-18 31,-18 35-15,18 18 0,-18 0-1,18 0 1,-18 0 0,-17 0-1,-18 35 1,0 1-1,0-19 1,0 18 15,0-17 16,-53-18-31,18 0-1,-53 0 1,52 0 0,1 0-1,-18 0 1,35 0 0</inkml:trace>
  <inkml:trace contextRef="#ctx0" brushRef="#br0" timeOffset="200811.86">22789 10777 0,'0'0'0,"-88"-17"16,18 17 15,34 0-16,19-36 1,-54 36 0,18 0-1,-17 0 1,-36 36 0,35 17-16,-17 0 15,0 17 1,35-17-1,0 18 1,53-54-16,-35 18 16,0 54-1,-1-36 1,36 17 15,-17-17-15,17 35-1,-36-17 1,36-54 0,0 89-1,0-53 1,0-35-16,0 52 16,18-34-1,17 17 1,36 0-1,-53-53-15,17 88 16,18-53 0,35 18-1,18 0 1,-36-53 0,-17 53-16,88 0 31,-70-18-16,-18-35 1,-18 0 0,-35 18 31</inkml:trace>
  <inkml:trace contextRef="#ctx0" brushRef="#br0" timeOffset="202557.82">1799 12100 0,'71'0'47,"-36"0"-31,106 0-1,-17 0 1,-54 0-16,1 0 16,-1 18-16,36-18 15,0 35 1,0-17 0,0-18-1,-36 35 1,18 18-1,-17 53 1,-36-53 0,0 17-1,71 1 1,-18-1 15,-35-17-15,0 53-1,-53-18 1,0-35-16,0-17 16,-17 105-1,-19-88 1,19 0 0,17-18-16,-36 0 15,1 18 1,-71-18-1,-52 1 1,16 16 0,-16-16-1,17-19 1,35-17 15,35 0-31,-17 0 16,0 0-16,-53 0 15,88 36 1,53 17 0,0-18-1,35-18 1</inkml:trace>
  <inkml:trace contextRef="#ctx0" brushRef="#br0" timeOffset="204640.32">23177 10848 0,'0'18'15,"-35"34"1,35-34-16,-35 53 16,0-18-1,35-1 1,-36 37 15,54-125 79,17-69-95,1 69 1,-1-17-1,-18 18 1,-17 17 0,36-17-1,17 0 17,-18 0-1,0 35 0,36-18-15,-36 18-1,-17 0 17,17 35-1,-35-17 31,-71 17-30,1 0-1,52-35-16,-35 0 1,36 0 0,17 36-1,-36-36 1,1 0 31,0 0-32,-18 17-15</inkml:trace>
  <inkml:trace contextRef="#ctx0" brushRef="#br0" timeOffset="-205709.54">18309 12030 0,'-35'-18'31,"17"-17"1,-52 0-17,-18 35 1,-1 0 15,-17 0-15,18 0-1,0 0 1,0 0 0,-18 0-1,0 17 1,53 36-16,18-53 15,-106 88 1,88-52 0,18-36-1,35 17-15,-18 36 16,-17 0 0,-18 18-1,0-19 16,0-16-15,35 17 0,18 17-16,-35-17 15,0 18 1,35 52 0,0 18-1,0-53 1,18-35-1,-18 18 1,35 0 0,-35-19-16,35 37 15,0 16 1,54-52 0,-19-17-1,-35 17 1,-17-53-16,123 88 31,-88-35-15,0-18-1,17 18 1,1-18 0,-18-35-16,35 0 15,18 35 1,-18-35-1,-17 0 1,-18 18-16,53-18 16,-36 0-1,54-35 1,17-53 0,-106 88-16,0-36 15,36 1 1,-1-36 15,1 19-15,-1-19-1,1-35 1,-18 53 0,-35-17-1,17 17 1,0-18-1,-35 54-15,0-72 16,35 1 0,-35 35-1,0 0 1,-17-52 0,17 52-1,0 0 1,-36 17 15,36-16-31,-52 52 16,34-89-1,-17 36 1,17 18 0,-53 0-1,36 0 1,-18-1-1,0 1 1,18 17 0,-18-17-1,53 0-15,-18 35 16,-17-18 0,0 18-1,17 0 1,-70 0 15,35-35-15,-35 35-1,-18 0-15</inkml:trace>
  <inkml:trace contextRef="#ctx0" brushRef="#br0" timeOffset="-199159.54">17727 12012 0,'0'0'0,"0"18"79,0 35-64,0 35 1,0-18-1,0-17-15,0 0 16,0-35 0,0 35-1,0-89 79,0 1-78,0-18-1,0 0 1,0 18 0,0 0-16,0 0 31,35-36-16,1 53 1,-19 18 0,-17-35-16,36 0 31,16 35-15,-34 0-1,17 0 1,1 17 15,-19 19-15,19-19 15,-36 19 16,0-1-32,-18-35 1,18 18 0,-35 17-1,17-35 1,-17 17 0,17-17-1,-35 0 1,0 0-1,36 0 17,-19 36-17,1-36 1,35 35 15,-35-35-31</inkml:trace>
  <inkml:trace contextRef="#ctx0" brushRef="#br0" timeOffset="-183562.47">12100 14517 0,'0'0'0,"-106"88"31,54-35-16,-37 17 1,36 1 0,-17-18-1,-18 17 1</inkml:trace>
  <inkml:trace contextRef="#ctx0" brushRef="#br0" timeOffset="-181861.07">10248 13458 0,'-35'-17'93,"17"-1"-77,-17-35 0,-18 18-1,18 17 1,-18 18 0,18-35-16,-54 0 31,36 35-16,36 0 1,-18 0-16,-4005 17 156,8080 1-109,-4040 70 0,0-52-16,-4040 52 1,8080-18-17,-4040 1 1,0-36-1,0-17 1</inkml:trace>
  <inkml:trace contextRef="#ctx0" brushRef="#br0" timeOffset="-179457.89">10283 13511 0,'0'18'94,"89"158"-63,-36-70 0,-18-35-15,-18-54 0,19 72-1,-36-19 1,35-35-1,-35 18 1,0 18 0,0-36-1,0-17 1,0 35-16,0 0 16,0-18-1,-18 0 1,18 18-1,-35-18-15,35-17 16,-35 70 15,17-17-31,-17-18 32,0-18-32,-1 18 15,1-18 1,17 18-1,-17 0 1,0-18-16,0-35 16,-1 53-16,19-53 15,-36 18 1,-18 17 0,1 0-1,52 1-15,-17-36 16,-53 17-1,-18-17 1,35 0 0,-70 0-1,53 0 17,53 0-32,-18 0 15,35 0 1,-35 0-1,53-70 17,0 52-17,0-35 17,0 0-17,0-17 1,0-36-1,0 53 1,0 18 0,0-1-16,0-16 31,0-19-15,0 0-1,0-34 1,0-19 15,0 71-15,0 36-1,0-72 1,0 54 0,0 0-1</inkml:trace>
  <inkml:trace contextRef="#ctx0" brushRef="#br0" timeOffset="-177062">9966 13582 0,'0'-35'31,"-35"105"63,-1 36-63,36-88-15,0 17-16,0 18 31,0-35-15,18-18-1,35 0 1,-53-36 0,18 1 15,-18 0-15,0-18-1,0 17 1,0-16-1,0 34 1,-36 18 0,19 0 15,17 35-31</inkml:trace>
  <inkml:trace contextRef="#ctx0" brushRef="#br0" timeOffset="-176330.45">10019 13600 0,'0'35'16,"0"35"0,0-17-1,0-17 1,0 17 0,0-36-1,35-105 79,-35 53-78,0-18-1,35 0 1,-35 35-1,36-17 1,-36 0 0,17 35-1,19-18 1,-19 18 15,19 0-15,-36 35-1,35 1 1,-35-19-16,0 18 47,0 1-16,-18-36-15,-17 0-16,0 0 15,-18 0 1,35 0 0,-17 0-1</inkml:trace>
  <inkml:trace contextRef="#ctx0" brushRef="#br0" timeOffset="-173887.89">8537 13635 0,'-17'0'31,"-19"35"-15,36 0 0,-17 36-1,-19 35 17,36-53-17,-35 17 1,35-17-1,0 35 1,0-35 0,0-17 15,0-1-15,0 35-16,0 19 31,0-36-16,0-36 1,0 18 0,0 1-1,18-19 1,-18 19 0,17-1-1,-17-17 1,36 17-1,-36 0 1,35-17 0,-35 17-1,35 18 17,0-18-17,-35 0 1,18 1-1,-18-19 1,35 19 0,-35-19 31,36-17-32,-36 36 32,17-36-31,19 35-1,-1-35 1,0 35 0,36-35-1,-54 0 1,36 35-16,-17-35 15,-19 0 1,18 18 0,1-18-1,-1 0 1,18 0 0,0 0-1,-18 0 1,18 0-1,35 0 1,-52 0 0,-19 0 31,-17-35-1</inkml:trace>
  <inkml:trace contextRef="#ctx0" brushRef="#br0" timeOffset="-165014.39">8290 14781 0,'-35'-35'31,"0"0"-15,35 17-16,-18 18 15,-88-35 1,36 35 0,-19 0-1,-16 0 17,16-35-17,54 35-15,-35 17 16,-36 19-1,35-19 1,1 18 0,34 1-1,-17-19 1,-4039 19 0,8096-1-1,-4057 0 1,-17 18-1,35 0 1,-1 18 0,19-36-1,-19 35 1,1 36 15,35-53-15,0 35-1,0 36 1,0-89 0,0 106-1,18-53 1,17 18 0,-35-70-16,35 69 15,18-16 1,0-1-1,-35-35 1,17 0 0,71 0-1,-36-18 1,-17 18 15,-17 0-31,-1-53 16,18 70-1,0-35 1,17 1 0,-17-36-1,18 35 1,-54-35-16,19 18 16,34-18-1,-17 0 1,0 35-1,-18-35-15,18 0 16,0 0 0,-18 0-1,18 0 17,18 0-17,17 0 1,-70 0-1,35 0 1,0 0-16,35-18 31,-35 18-15,-18 0 0,18-35-1,0 35 1,0 0-1,-36 0 1,19-18 0,-19 18-1,19 0 1,-1 0 31,-35-35-32,17 35-15,19 0 32,-19 0-1,19 0-15,-36-18-16,35 18 15,-17 0 1,34-35-1,1 35 1,-17-35-16,17 35 16,0-35-1,-18-1 1,0 19 0,0-19 15,1 36-16,-19-70 1,19-1 0,-1 18-1,18 18-15,-36-53 32,19 35-17,-36 0 1,35 0-1,-35-53 1,35 36 15,-35-1-31,0 54 32,0-36-32,0-53 31,0 53-16,18-18 1,-18 36 0,0 0-1,0 0 1,0 17 0,0-17-1,0-18-15,0 0 31,-35 35-15,35-17 0,-36 0-1,36 17 17,-17-35-17,-19 18 1,36 17-1,-17 18-15,17-35 16,-36 0 0,1 35-1,18-18 1,-19-17 0,-4038-1-1,8095 19 1,-4056 17-1,0-36 1,17 36 0,-35-35-1,18 35 17,17 0-17,-17-35 1,0 35-16,17 0 31,-17-18-15,0 18-16,17 0 15,-17 0 1,-1-35 0,19 35-1,-36 0 1,0 0-1,-18 0 1,18 0 0,1 0-1,34-35 1,-35 35 15,0 0-15,0 0-1,0 0 1,18 0-16,17 0 16,-17 0-16,17 0 15,-70 0 1,35 17 0,18-17-1,0 0-15,-36 0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 dirty="0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955D6-C365-4AB7-84C5-8B4D26314117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 dirty="0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 dirty="0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3B887-155F-4714-B4E3-95E7D195D5D8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6820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3B887-155F-4714-B4E3-95E7D195D5D8}" type="slidenum">
              <a:rPr lang="sk-SK" smtClean="0"/>
              <a:pPr/>
              <a:t>7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5552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Kliknite sem a upravte štýl predlohy podnadpisov.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 dirty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E72F-C5B4-43C9-9B21-E05034B476B5}" type="datetimeFigureOut">
              <a:rPr lang="sk-SK" smtClean="0"/>
              <a:pPr/>
              <a:t>30. 3. 2025</a:t>
            </a:fld>
            <a:endParaRPr lang="sk-SK" dirty="0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 dirty="0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B8F52-CB56-4306-86A8-4BC996F1932F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dĺžnik: zaoblené rohy 1">
            <a:extLst>
              <a:ext uri="{FF2B5EF4-FFF2-40B4-BE49-F238E27FC236}">
                <a16:creationId xmlns:a16="http://schemas.microsoft.com/office/drawing/2014/main" id="{27A99515-EAF5-441E-923A-FA52515950CD}"/>
              </a:ext>
            </a:extLst>
          </p:cNvPr>
          <p:cNvSpPr/>
          <p:nvPr/>
        </p:nvSpPr>
        <p:spPr>
          <a:xfrm>
            <a:off x="1727684" y="778208"/>
            <a:ext cx="5688632" cy="100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zámená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D74F085B-C64E-4121-9633-269F154A9224}"/>
              </a:ext>
            </a:extLst>
          </p:cNvPr>
          <p:cNvSpPr/>
          <p:nvPr/>
        </p:nvSpPr>
        <p:spPr>
          <a:xfrm>
            <a:off x="1043608" y="5146407"/>
            <a:ext cx="3013775" cy="658855"/>
          </a:xfrm>
          <a:prstGeom prst="roundRect">
            <a:avLst>
              <a:gd name="adj" fmla="val 16667"/>
            </a:avLst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ročník</a:t>
            </a:r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C2CF837E-B0BA-4629-A1F6-106D95244DCF}"/>
              </a:ext>
            </a:extLst>
          </p:cNvPr>
          <p:cNvSpPr/>
          <p:nvPr/>
        </p:nvSpPr>
        <p:spPr>
          <a:xfrm>
            <a:off x="2231740" y="2114786"/>
            <a:ext cx="4680520" cy="864096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osobné základné 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45B51F17-C3F2-4697-BE10-98D466590E3C}"/>
              </a:ext>
            </a:extLst>
          </p:cNvPr>
          <p:cNvSpPr/>
          <p:nvPr/>
        </p:nvSpPr>
        <p:spPr>
          <a:xfrm>
            <a:off x="2231740" y="3198548"/>
            <a:ext cx="4680520" cy="864096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osobné privlastňovacie 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16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9CCBB441-EA4F-4503-84C6-2C5597134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B6E1683D-4F26-4624-B532-AC346EC7A802}"/>
              </a:ext>
            </a:extLst>
          </p:cNvPr>
          <p:cNvSpPr/>
          <p:nvPr/>
        </p:nvSpPr>
        <p:spPr>
          <a:xfrm>
            <a:off x="647564" y="1988524"/>
            <a:ext cx="7848872" cy="864096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sú slová, ktoré zastupujú pomenovania osôb  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A77450A2-95E1-4855-8211-BFC0F825BC0B}"/>
              </a:ext>
            </a:extLst>
          </p:cNvPr>
          <p:cNvSpPr/>
          <p:nvPr/>
        </p:nvSpPr>
        <p:spPr>
          <a:xfrm>
            <a:off x="1512000" y="692696"/>
            <a:ext cx="6120000" cy="100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Osobné základné zámená</a:t>
            </a:r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8681F102-2D3F-4CC7-B0B4-B74BF370EB8E}"/>
              </a:ext>
            </a:extLst>
          </p:cNvPr>
          <p:cNvSpPr/>
          <p:nvPr/>
        </p:nvSpPr>
        <p:spPr>
          <a:xfrm>
            <a:off x="1817694" y="3169479"/>
            <a:ext cx="5508612" cy="864096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singulár  – ja, ty, on, ona, ono   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CA210CC1-982E-46B3-9E76-8CD477EB8FF5}"/>
              </a:ext>
            </a:extLst>
          </p:cNvPr>
          <p:cNvSpPr/>
          <p:nvPr/>
        </p:nvSpPr>
        <p:spPr>
          <a:xfrm>
            <a:off x="1817694" y="4185522"/>
            <a:ext cx="5508612" cy="864096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plurál – my, vy, oni, ony    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06B8EFF0-D91C-46EF-A99D-BE54C4086474}"/>
              </a:ext>
            </a:extLst>
          </p:cNvPr>
          <p:cNvSpPr/>
          <p:nvPr/>
        </p:nvSpPr>
        <p:spPr>
          <a:xfrm>
            <a:off x="647564" y="5249438"/>
            <a:ext cx="7848872" cy="864096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základné zámená skloňujeme.  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13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D20D8C7C-32FA-4BB8-B542-3CC1DA6192C8}"/>
              </a:ext>
            </a:extLst>
          </p:cNvPr>
          <p:cNvSpPr/>
          <p:nvPr/>
        </p:nvSpPr>
        <p:spPr>
          <a:xfrm>
            <a:off x="1763688" y="834536"/>
            <a:ext cx="5616624" cy="61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Utvorte správny tvar zámen.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A692D848-64D2-4E46-A75A-582738B9B51B}"/>
              </a:ext>
            </a:extLst>
          </p:cNvPr>
          <p:cNvSpPr/>
          <p:nvPr/>
        </p:nvSpPr>
        <p:spPr>
          <a:xfrm>
            <a:off x="831422" y="3374592"/>
            <a:ext cx="1534707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 (G)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E46EC82A-3A02-466C-8FF4-6F69BDCD1C85}"/>
              </a:ext>
            </a:extLst>
          </p:cNvPr>
          <p:cNvSpPr/>
          <p:nvPr/>
        </p:nvSpPr>
        <p:spPr>
          <a:xfrm>
            <a:off x="833032" y="4150588"/>
            <a:ext cx="1541145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(L)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5A08619B-E879-450C-9D82-3FBF486C2E8D}"/>
              </a:ext>
            </a:extLst>
          </p:cNvPr>
          <p:cNvSpPr/>
          <p:nvPr/>
        </p:nvSpPr>
        <p:spPr>
          <a:xfrm>
            <a:off x="831422" y="1815844"/>
            <a:ext cx="1534711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(G)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FE15CF1C-3D15-4CD9-BBF9-F70C04AEBC9C}"/>
              </a:ext>
            </a:extLst>
          </p:cNvPr>
          <p:cNvSpPr/>
          <p:nvPr/>
        </p:nvSpPr>
        <p:spPr>
          <a:xfrm>
            <a:off x="831422" y="2586678"/>
            <a:ext cx="1546139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 (L)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74802402-B9F7-46A3-A1B3-808B6AB5B597}"/>
              </a:ext>
            </a:extLst>
          </p:cNvPr>
          <p:cNvSpPr/>
          <p:nvPr/>
        </p:nvSpPr>
        <p:spPr>
          <a:xfrm>
            <a:off x="841085" y="4947975"/>
            <a:ext cx="1525041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 (G)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2C22FE4F-BA84-41C5-8B37-C0F172D26A8F}"/>
              </a:ext>
            </a:extLst>
          </p:cNvPr>
          <p:cNvSpPr/>
          <p:nvPr/>
        </p:nvSpPr>
        <p:spPr>
          <a:xfrm>
            <a:off x="4770476" y="1800567"/>
            <a:ext cx="1539701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ona (A)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6C23A1AB-637F-46DB-AB9B-205D88166991}"/>
              </a:ext>
            </a:extLst>
          </p:cNvPr>
          <p:cNvSpPr/>
          <p:nvPr/>
        </p:nvSpPr>
        <p:spPr>
          <a:xfrm>
            <a:off x="2582419" y="1815844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nás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55E6F864-22E1-4AD6-BC9C-2313FAA46B75}"/>
              </a:ext>
            </a:extLst>
          </p:cNvPr>
          <p:cNvSpPr/>
          <p:nvPr/>
        </p:nvSpPr>
        <p:spPr>
          <a:xfrm>
            <a:off x="2573941" y="2591798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tebe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062A3FF0-3465-4164-BEAB-63112D5681F7}"/>
              </a:ext>
            </a:extLst>
          </p:cNvPr>
          <p:cNvSpPr/>
          <p:nvPr/>
        </p:nvSpPr>
        <p:spPr>
          <a:xfrm>
            <a:off x="2573941" y="3371057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mňa, ma</a:t>
            </a:r>
          </a:p>
        </p:txBody>
      </p:sp>
      <p:sp>
        <p:nvSpPr>
          <p:cNvPr id="23" name="Obdĺžnik: zaoblené rohy 22">
            <a:extLst>
              <a:ext uri="{FF2B5EF4-FFF2-40B4-BE49-F238E27FC236}">
                <a16:creationId xmlns:a16="http://schemas.microsoft.com/office/drawing/2014/main" id="{B8F94F61-CEF5-42CE-A5E8-58920C3BAA2D}"/>
              </a:ext>
            </a:extLst>
          </p:cNvPr>
          <p:cNvSpPr/>
          <p:nvPr/>
        </p:nvSpPr>
        <p:spPr>
          <a:xfrm>
            <a:off x="2582419" y="4160671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ňom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E4D6255C-0804-4E54-BE4E-AC98836A25B8}"/>
              </a:ext>
            </a:extLst>
          </p:cNvPr>
          <p:cNvSpPr/>
          <p:nvPr/>
        </p:nvSpPr>
        <p:spPr>
          <a:xfrm>
            <a:off x="2582419" y="4950285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vás</a:t>
            </a:r>
          </a:p>
        </p:txBody>
      </p:sp>
      <p:sp>
        <p:nvSpPr>
          <p:cNvPr id="27" name="Obdĺžnik: zaoblené rohy 26">
            <a:extLst>
              <a:ext uri="{FF2B5EF4-FFF2-40B4-BE49-F238E27FC236}">
                <a16:creationId xmlns:a16="http://schemas.microsoft.com/office/drawing/2014/main" id="{33F7DF91-4BA4-470A-84EC-4A99D9661AC6}"/>
              </a:ext>
            </a:extLst>
          </p:cNvPr>
          <p:cNvSpPr/>
          <p:nvPr/>
        </p:nvSpPr>
        <p:spPr>
          <a:xfrm>
            <a:off x="6505370" y="1806503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ju, ňu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0B7CC56C-0979-4782-BF7A-FA134E742EB2}"/>
              </a:ext>
            </a:extLst>
          </p:cNvPr>
          <p:cNvSpPr/>
          <p:nvPr/>
        </p:nvSpPr>
        <p:spPr>
          <a:xfrm>
            <a:off x="4770476" y="4950221"/>
            <a:ext cx="1539701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 (D)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A3233BC0-A2CB-4C0C-B5B6-6A1DF4A12A22}"/>
              </a:ext>
            </a:extLst>
          </p:cNvPr>
          <p:cNvSpPr/>
          <p:nvPr/>
        </p:nvSpPr>
        <p:spPr>
          <a:xfrm>
            <a:off x="4773385" y="4146690"/>
            <a:ext cx="1539701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(A)</a:t>
            </a:r>
          </a:p>
        </p:txBody>
      </p:sp>
      <p:sp>
        <p:nvSpPr>
          <p:cNvPr id="28" name="Obdĺžnik: zaoblené rohy 27">
            <a:extLst>
              <a:ext uri="{FF2B5EF4-FFF2-40B4-BE49-F238E27FC236}">
                <a16:creationId xmlns:a16="http://schemas.microsoft.com/office/drawing/2014/main" id="{A42542F7-E695-4E4D-B76A-D1C328AC424D}"/>
              </a:ext>
            </a:extLst>
          </p:cNvPr>
          <p:cNvSpPr/>
          <p:nvPr/>
        </p:nvSpPr>
        <p:spPr>
          <a:xfrm>
            <a:off x="4755061" y="3378062"/>
            <a:ext cx="1539701" cy="576064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 (I)</a:t>
            </a:r>
          </a:p>
        </p:txBody>
      </p:sp>
      <p:sp>
        <p:nvSpPr>
          <p:cNvPr id="29" name="Obdĺžnik: zaoblené rohy 28">
            <a:extLst>
              <a:ext uri="{FF2B5EF4-FFF2-40B4-BE49-F238E27FC236}">
                <a16:creationId xmlns:a16="http://schemas.microsoft.com/office/drawing/2014/main" id="{2AC65E56-1D82-4C19-8E39-E4687AFC76CF}"/>
              </a:ext>
            </a:extLst>
          </p:cNvPr>
          <p:cNvSpPr/>
          <p:nvPr/>
        </p:nvSpPr>
        <p:spPr>
          <a:xfrm>
            <a:off x="4770476" y="2586678"/>
            <a:ext cx="1539701" cy="576064"/>
          </a:xfrm>
          <a:prstGeom prst="roundRect">
            <a:avLst/>
          </a:prstGeom>
          <a:solidFill>
            <a:srgbClr val="FFFF66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 (I)</a:t>
            </a:r>
          </a:p>
        </p:txBody>
      </p:sp>
      <p:sp>
        <p:nvSpPr>
          <p:cNvPr id="30" name="Obdĺžnik: zaoblené rohy 29">
            <a:extLst>
              <a:ext uri="{FF2B5EF4-FFF2-40B4-BE49-F238E27FC236}">
                <a16:creationId xmlns:a16="http://schemas.microsoft.com/office/drawing/2014/main" id="{BBFDD4D1-DBF7-44DD-8A77-D4B323438B7F}"/>
              </a:ext>
            </a:extLst>
          </p:cNvPr>
          <p:cNvSpPr/>
          <p:nvPr/>
        </p:nvSpPr>
        <p:spPr>
          <a:xfrm>
            <a:off x="6515605" y="2591798"/>
            <a:ext cx="1816632" cy="576000"/>
          </a:xfrm>
          <a:prstGeom prst="roundRect">
            <a:avLst/>
          </a:prstGeom>
          <a:solidFill>
            <a:srgbClr val="00CC99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mnou</a:t>
            </a:r>
          </a:p>
        </p:txBody>
      </p:sp>
      <p:sp>
        <p:nvSpPr>
          <p:cNvPr id="31" name="Obdĺžnik: zaoblené rohy 30">
            <a:extLst>
              <a:ext uri="{FF2B5EF4-FFF2-40B4-BE49-F238E27FC236}">
                <a16:creationId xmlns:a16="http://schemas.microsoft.com/office/drawing/2014/main" id="{143F0D7C-1A73-4577-99AA-A7174F98DC96}"/>
              </a:ext>
            </a:extLst>
          </p:cNvPr>
          <p:cNvSpPr/>
          <p:nvPr/>
        </p:nvSpPr>
        <p:spPr>
          <a:xfrm>
            <a:off x="6496832" y="3378094"/>
            <a:ext cx="1836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 </a:t>
            </a:r>
          </a:p>
        </p:txBody>
      </p:sp>
      <p:sp>
        <p:nvSpPr>
          <p:cNvPr id="32" name="Obdĺžnik: zaoblené rohy 31">
            <a:extLst>
              <a:ext uri="{FF2B5EF4-FFF2-40B4-BE49-F238E27FC236}">
                <a16:creationId xmlns:a16="http://schemas.microsoft.com/office/drawing/2014/main" id="{62887A9E-2704-4FCC-8514-72DAE89AD69C}"/>
              </a:ext>
            </a:extLst>
          </p:cNvPr>
          <p:cNvSpPr/>
          <p:nvPr/>
        </p:nvSpPr>
        <p:spPr>
          <a:xfrm>
            <a:off x="6512727" y="4143144"/>
            <a:ext cx="181951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nás </a:t>
            </a:r>
          </a:p>
        </p:txBody>
      </p:sp>
      <p:sp>
        <p:nvSpPr>
          <p:cNvPr id="33" name="Obdĺžnik: zaoblené rohy 32">
            <a:extLst>
              <a:ext uri="{FF2B5EF4-FFF2-40B4-BE49-F238E27FC236}">
                <a16:creationId xmlns:a16="http://schemas.microsoft.com/office/drawing/2014/main" id="{4AB4D684-8430-42B1-9C51-A3A8E7ED9625}"/>
              </a:ext>
            </a:extLst>
          </p:cNvPr>
          <p:cNvSpPr/>
          <p:nvPr/>
        </p:nvSpPr>
        <p:spPr>
          <a:xfrm>
            <a:off x="6496832" y="4948007"/>
            <a:ext cx="183540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vám </a:t>
            </a:r>
          </a:p>
        </p:txBody>
      </p:sp>
    </p:spTree>
    <p:extLst>
      <p:ext uri="{BB962C8B-B14F-4D97-AF65-F5344CB8AC3E}">
        <p14:creationId xmlns:p14="http://schemas.microsoft.com/office/powerpoint/2010/main" val="118800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dĺžnik: zaoblené rohy 1">
            <a:extLst>
              <a:ext uri="{FF2B5EF4-FFF2-40B4-BE49-F238E27FC236}">
                <a16:creationId xmlns:a16="http://schemas.microsoft.com/office/drawing/2014/main" id="{47919BB5-9CA0-492F-9A64-8749D37B9C2A}"/>
              </a:ext>
            </a:extLst>
          </p:cNvPr>
          <p:cNvSpPr/>
          <p:nvPr/>
        </p:nvSpPr>
        <p:spPr>
          <a:xfrm>
            <a:off x="1620000" y="631301"/>
            <a:ext cx="5904000" cy="100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Určte pád zámen, </a:t>
            </a:r>
          </a:p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napíšte k nim základný tvar (N).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C89E3DBC-6DE0-4AC0-B0BD-8D4BBB302DFF}"/>
              </a:ext>
            </a:extLst>
          </p:cNvPr>
          <p:cNvSpPr/>
          <p:nvPr/>
        </p:nvSpPr>
        <p:spPr>
          <a:xfrm>
            <a:off x="2429521" y="1772100"/>
            <a:ext cx="154800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neho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044F2D20-AC7C-4121-9E3A-DEAE2346A8ED}"/>
              </a:ext>
            </a:extLst>
          </p:cNvPr>
          <p:cNvSpPr/>
          <p:nvPr/>
        </p:nvSpPr>
        <p:spPr>
          <a:xfrm>
            <a:off x="2441532" y="3228916"/>
            <a:ext cx="154800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3A416C68-F3D3-4E88-A0D5-7DE13414B1AB}"/>
              </a:ext>
            </a:extLst>
          </p:cNvPr>
          <p:cNvSpPr/>
          <p:nvPr/>
        </p:nvSpPr>
        <p:spPr>
          <a:xfrm>
            <a:off x="2429521" y="2498455"/>
            <a:ext cx="154800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nám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C2DC7D72-437D-4440-AB68-E716183BFF01}"/>
              </a:ext>
            </a:extLst>
          </p:cNvPr>
          <p:cNvSpPr/>
          <p:nvPr/>
        </p:nvSpPr>
        <p:spPr>
          <a:xfrm>
            <a:off x="2441532" y="3957764"/>
            <a:ext cx="154800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nás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22CF38D7-52A8-4214-8BD4-7436BC8702EC}"/>
              </a:ext>
            </a:extLst>
          </p:cNvPr>
          <p:cNvSpPr/>
          <p:nvPr/>
        </p:nvSpPr>
        <p:spPr>
          <a:xfrm>
            <a:off x="2441532" y="4679079"/>
            <a:ext cx="154800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vami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39703750-0D61-4EEB-96BF-FAFE64BD2584}"/>
              </a:ext>
            </a:extLst>
          </p:cNvPr>
          <p:cNvSpPr/>
          <p:nvPr/>
        </p:nvSpPr>
        <p:spPr>
          <a:xfrm>
            <a:off x="2429521" y="5433012"/>
            <a:ext cx="154800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nej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65AF872C-7F25-4AFD-A01B-2821DBA055F1}"/>
              </a:ext>
            </a:extLst>
          </p:cNvPr>
          <p:cNvSpPr/>
          <p:nvPr/>
        </p:nvSpPr>
        <p:spPr>
          <a:xfrm>
            <a:off x="4499993" y="1778578"/>
            <a:ext cx="2392314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– on, ono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BFDA2C82-7504-4F88-8D44-F3C1EE09153A}"/>
              </a:ext>
            </a:extLst>
          </p:cNvPr>
          <p:cNvSpPr/>
          <p:nvPr/>
        </p:nvSpPr>
        <p:spPr>
          <a:xfrm>
            <a:off x="4499992" y="2500508"/>
            <a:ext cx="238501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my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A152FA52-C83B-439E-BF1B-C28AE8F45D86}"/>
              </a:ext>
            </a:extLst>
          </p:cNvPr>
          <p:cNvSpPr/>
          <p:nvPr/>
        </p:nvSpPr>
        <p:spPr>
          <a:xfrm>
            <a:off x="4499993" y="3950846"/>
            <a:ext cx="239231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- my</a:t>
            </a: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84B8936D-E3FE-4714-89D2-715ECAF0CF07}"/>
              </a:ext>
            </a:extLst>
          </p:cNvPr>
          <p:cNvSpPr/>
          <p:nvPr/>
        </p:nvSpPr>
        <p:spPr>
          <a:xfrm>
            <a:off x="4502224" y="3228916"/>
            <a:ext cx="238501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– oni, ony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03169B7E-A314-42BD-9481-3417EA73AA0E}"/>
              </a:ext>
            </a:extLst>
          </p:cNvPr>
          <p:cNvSpPr/>
          <p:nvPr/>
        </p:nvSpPr>
        <p:spPr>
          <a:xfrm>
            <a:off x="4504457" y="4685732"/>
            <a:ext cx="2380548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- vy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7354D55B-BA9B-476B-84EF-F4889485308E}"/>
              </a:ext>
            </a:extLst>
          </p:cNvPr>
          <p:cNvSpPr/>
          <p:nvPr/>
        </p:nvSpPr>
        <p:spPr>
          <a:xfrm>
            <a:off x="4496749" y="5433012"/>
            <a:ext cx="2380547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ona</a:t>
            </a:r>
          </a:p>
        </p:txBody>
      </p:sp>
    </p:spTree>
    <p:extLst>
      <p:ext uri="{BB962C8B-B14F-4D97-AF65-F5344CB8AC3E}">
        <p14:creationId xmlns:p14="http://schemas.microsoft.com/office/powerpoint/2010/main" val="127161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68E11022-7310-46C1-8329-158AEB761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6180ADEC-863E-419C-B658-2D8993A668D0}"/>
              </a:ext>
            </a:extLst>
          </p:cNvPr>
          <p:cNvSpPr/>
          <p:nvPr/>
        </p:nvSpPr>
        <p:spPr>
          <a:xfrm>
            <a:off x="2915980" y="732703"/>
            <a:ext cx="3312040" cy="85348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alebo 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9F77A996-3984-4858-A310-8392A744D60C}"/>
              </a:ext>
            </a:extLst>
          </p:cNvPr>
          <p:cNvSpPr/>
          <p:nvPr/>
        </p:nvSpPr>
        <p:spPr>
          <a:xfrm>
            <a:off x="661740" y="1858647"/>
            <a:ext cx="7820521" cy="2016069"/>
          </a:xfrm>
          <a:prstGeom prst="roundRect">
            <a:avLst>
              <a:gd name="adj" fmla="val 9725"/>
            </a:avLst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Nepovedal ..... to. Ako sa .....  dohodneme?</a:t>
            </a: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   sa nevzdáme. Prečítaj ..... rozprávku!</a:t>
            </a: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Povedz ..... pravdu! .....   sme usilovní.</a:t>
            </a: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EBA5BDB0-A50A-4ED1-8C6C-FC0B85100061}"/>
              </a:ext>
            </a:extLst>
          </p:cNvPr>
          <p:cNvSpPr/>
          <p:nvPr/>
        </p:nvSpPr>
        <p:spPr>
          <a:xfrm>
            <a:off x="2107520" y="3117199"/>
            <a:ext cx="651848" cy="50405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A68DD606-39CA-4DCA-A90E-935924CF5076}"/>
              </a:ext>
            </a:extLst>
          </p:cNvPr>
          <p:cNvSpPr/>
          <p:nvPr/>
        </p:nvSpPr>
        <p:spPr>
          <a:xfrm>
            <a:off x="721451" y="2631417"/>
            <a:ext cx="792088" cy="50405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50D9627E-A8A8-4804-863A-0F3E03914188}"/>
              </a:ext>
            </a:extLst>
          </p:cNvPr>
          <p:cNvSpPr/>
          <p:nvPr/>
        </p:nvSpPr>
        <p:spPr>
          <a:xfrm>
            <a:off x="5403480" y="2622658"/>
            <a:ext cx="720080" cy="50405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39122F93-EEB6-4EA3-B1D7-B508EA0B2B57}"/>
              </a:ext>
            </a:extLst>
          </p:cNvPr>
          <p:cNvSpPr/>
          <p:nvPr/>
        </p:nvSpPr>
        <p:spPr>
          <a:xfrm>
            <a:off x="2703568" y="2127361"/>
            <a:ext cx="647744" cy="50405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B86B939D-D66E-4095-AE30-BC539E60CE4D}"/>
              </a:ext>
            </a:extLst>
          </p:cNvPr>
          <p:cNvSpPr/>
          <p:nvPr/>
        </p:nvSpPr>
        <p:spPr>
          <a:xfrm>
            <a:off x="5036845" y="2127361"/>
            <a:ext cx="755845" cy="50405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</a:p>
        </p:txBody>
      </p:sp>
      <p:sp>
        <p:nvSpPr>
          <p:cNvPr id="13" name="Obdĺžnik 12">
            <a:extLst>
              <a:ext uri="{FF2B5EF4-FFF2-40B4-BE49-F238E27FC236}">
                <a16:creationId xmlns:a16="http://schemas.microsoft.com/office/drawing/2014/main" id="{88EF9923-3252-4609-AAA8-1E29915046AB}"/>
              </a:ext>
            </a:extLst>
          </p:cNvPr>
          <p:cNvSpPr/>
          <p:nvPr/>
        </p:nvSpPr>
        <p:spPr>
          <a:xfrm>
            <a:off x="4235034" y="3108203"/>
            <a:ext cx="792088" cy="50405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20B3B954-75CE-4ED5-9700-4C9764D79291}"/>
              </a:ext>
            </a:extLst>
          </p:cNvPr>
          <p:cNvSpPr/>
          <p:nvPr/>
        </p:nvSpPr>
        <p:spPr>
          <a:xfrm>
            <a:off x="1079613" y="4494264"/>
            <a:ext cx="2707299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my? - 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2BE82B29-7951-4B44-A388-A804550FF7D3}"/>
              </a:ext>
            </a:extLst>
          </p:cNvPr>
          <p:cNvSpPr/>
          <p:nvPr/>
        </p:nvSpPr>
        <p:spPr>
          <a:xfrm>
            <a:off x="5151887" y="4506434"/>
            <a:ext cx="2849691" cy="619151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mi? -  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CBFED607-E1DB-444C-9DAC-90AB5491630E}"/>
              </a:ext>
            </a:extLst>
          </p:cNvPr>
          <p:cNvSpPr txBox="1"/>
          <p:nvPr/>
        </p:nvSpPr>
        <p:spPr>
          <a:xfrm>
            <a:off x="6666440" y="4552981"/>
            <a:ext cx="936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</a:t>
            </a:r>
          </a:p>
        </p:txBody>
      </p:sp>
      <p:sp>
        <p:nvSpPr>
          <p:cNvPr id="22" name="BlokTextu 21">
            <a:extLst>
              <a:ext uri="{FF2B5EF4-FFF2-40B4-BE49-F238E27FC236}">
                <a16:creationId xmlns:a16="http://schemas.microsoft.com/office/drawing/2014/main" id="{0280A4AA-1682-4CE3-B674-708D1E5DE558}"/>
              </a:ext>
            </a:extLst>
          </p:cNvPr>
          <p:cNvSpPr txBox="1"/>
          <p:nvPr/>
        </p:nvSpPr>
        <p:spPr>
          <a:xfrm>
            <a:off x="2444588" y="4536057"/>
            <a:ext cx="1165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všetci</a:t>
            </a:r>
          </a:p>
        </p:txBody>
      </p:sp>
    </p:spTree>
    <p:extLst>
      <p:ext uri="{BB962C8B-B14F-4D97-AF65-F5344CB8AC3E}">
        <p14:creationId xmlns:p14="http://schemas.microsoft.com/office/powerpoint/2010/main" val="118952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FA0BBDF5-FAEC-467B-B0BA-9B896A4B1BCB}"/>
              </a:ext>
            </a:extLst>
          </p:cNvPr>
          <p:cNvSpPr/>
          <p:nvPr/>
        </p:nvSpPr>
        <p:spPr>
          <a:xfrm>
            <a:off x="2915980" y="1717232"/>
            <a:ext cx="3312040" cy="64057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alebo 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5" name="Obdĺžnik: zaoblené rohy 14">
            <a:extLst>
              <a:ext uri="{FF2B5EF4-FFF2-40B4-BE49-F238E27FC236}">
                <a16:creationId xmlns:a16="http://schemas.microsoft.com/office/drawing/2014/main" id="{303D0674-CFCA-4330-BA81-94C287D12853}"/>
              </a:ext>
            </a:extLst>
          </p:cNvPr>
          <p:cNvSpPr/>
          <p:nvPr/>
        </p:nvSpPr>
        <p:spPr>
          <a:xfrm>
            <a:off x="683568" y="2500709"/>
            <a:ext cx="3179592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Chlapci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čítajú.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A2BC72A2-C395-4BED-B2A1-FD37A28ECB5A}"/>
              </a:ext>
            </a:extLst>
          </p:cNvPr>
          <p:cNvSpPr/>
          <p:nvPr/>
        </p:nvSpPr>
        <p:spPr>
          <a:xfrm>
            <a:off x="683568" y="3136877"/>
            <a:ext cx="3179592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čítajú.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26201822-54D6-4ED5-BAB1-18DB83972CD5}"/>
              </a:ext>
            </a:extLst>
          </p:cNvPr>
          <p:cNvSpPr/>
          <p:nvPr/>
        </p:nvSpPr>
        <p:spPr>
          <a:xfrm>
            <a:off x="683568" y="3783896"/>
            <a:ext cx="3179593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Kuchárky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varia.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A1DA30CE-CAE9-4B58-BBAA-6F4991914A9D}"/>
              </a:ext>
            </a:extLst>
          </p:cNvPr>
          <p:cNvSpPr/>
          <p:nvPr/>
        </p:nvSpPr>
        <p:spPr>
          <a:xfrm>
            <a:off x="683568" y="4414735"/>
            <a:ext cx="317959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varia.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F7569F4E-7181-4C33-892C-60812AE0DE4C}"/>
              </a:ext>
            </a:extLst>
          </p:cNvPr>
          <p:cNvSpPr/>
          <p:nvPr/>
        </p:nvSpPr>
        <p:spPr>
          <a:xfrm>
            <a:off x="683568" y="5044172"/>
            <a:ext cx="3179592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cvičia.</a:t>
            </a:r>
          </a:p>
        </p:txBody>
      </p:sp>
      <p:sp>
        <p:nvSpPr>
          <p:cNvPr id="22" name="Obdĺžnik: zaoblené rohy 21">
            <a:extLst>
              <a:ext uri="{FF2B5EF4-FFF2-40B4-BE49-F238E27FC236}">
                <a16:creationId xmlns:a16="http://schemas.microsoft.com/office/drawing/2014/main" id="{5F2462AC-51E9-49A5-8C9D-54717EF63905}"/>
              </a:ext>
            </a:extLst>
          </p:cNvPr>
          <p:cNvSpPr/>
          <p:nvPr/>
        </p:nvSpPr>
        <p:spPr>
          <a:xfrm>
            <a:off x="683568" y="5673609"/>
            <a:ext cx="317959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cvičia.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B7BE8EF5-43AE-4FE3-BF23-4E74793491B2}"/>
              </a:ext>
            </a:extLst>
          </p:cNvPr>
          <p:cNvSpPr/>
          <p:nvPr/>
        </p:nvSpPr>
        <p:spPr>
          <a:xfrm>
            <a:off x="1223628" y="607301"/>
            <a:ext cx="6696744" cy="9660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Podčiarknuté podstatné mená nahraďte osobnými zámenami.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61ECB193-9934-42E6-A2C7-15C58691BFB0}"/>
              </a:ext>
            </a:extLst>
          </p:cNvPr>
          <p:cNvSpPr/>
          <p:nvPr/>
        </p:nvSpPr>
        <p:spPr>
          <a:xfrm>
            <a:off x="4029130" y="4414734"/>
            <a:ext cx="4434138" cy="958481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ŽR, SR a MR </a:t>
            </a:r>
            <a:r>
              <a:rPr lang="sk-SK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neživonté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ony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dĺžnik: zaoblené rohy 26">
            <a:extLst>
              <a:ext uri="{FF2B5EF4-FFF2-40B4-BE49-F238E27FC236}">
                <a16:creationId xmlns:a16="http://schemas.microsoft.com/office/drawing/2014/main" id="{F064F449-7F65-4CA7-9963-D070E261B8CD}"/>
              </a:ext>
            </a:extLst>
          </p:cNvPr>
          <p:cNvSpPr/>
          <p:nvPr/>
        </p:nvSpPr>
        <p:spPr>
          <a:xfrm>
            <a:off x="4000294" y="2507886"/>
            <a:ext cx="4434138" cy="1425169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 životné </a:t>
            </a:r>
          </a:p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neviem rod = oni</a:t>
            </a:r>
          </a:p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5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2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A8580854-4482-4EA7-B5BD-11742EA8281A}"/>
              </a:ext>
            </a:extLst>
          </p:cNvPr>
          <p:cNvSpPr/>
          <p:nvPr/>
        </p:nvSpPr>
        <p:spPr>
          <a:xfrm>
            <a:off x="818660" y="740683"/>
            <a:ext cx="7438528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Učitelia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žiaci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hrali futbal.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A5FB170F-83BE-4480-8F55-A0C6A481ED6D}"/>
              </a:ext>
            </a:extLst>
          </p:cNvPr>
          <p:cNvSpPr/>
          <p:nvPr/>
        </p:nvSpPr>
        <p:spPr>
          <a:xfrm>
            <a:off x="824137" y="2672916"/>
            <a:ext cx="7438528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Učiteľky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žiačky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čítali knihu .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272D0F38-2E57-4101-BBEA-268722790A34}"/>
              </a:ext>
            </a:extLst>
          </p:cNvPr>
          <p:cNvSpPr/>
          <p:nvPr/>
        </p:nvSpPr>
        <p:spPr>
          <a:xfrm>
            <a:off x="829411" y="4538586"/>
            <a:ext cx="7427776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Chlapi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ženy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varili guláš.</a:t>
            </a:r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49834E04-47CE-4382-B534-0E60443E2F32}"/>
              </a:ext>
            </a:extLst>
          </p:cNvPr>
          <p:cNvSpPr/>
          <p:nvPr/>
        </p:nvSpPr>
        <p:spPr>
          <a:xfrm>
            <a:off x="822717" y="1451117"/>
            <a:ext cx="4178767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hrali futbal.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9C7881D2-A0D8-4AFB-8B66-231FEB84C6F8}"/>
              </a:ext>
            </a:extLst>
          </p:cNvPr>
          <p:cNvSpPr/>
          <p:nvPr/>
        </p:nvSpPr>
        <p:spPr>
          <a:xfrm>
            <a:off x="829411" y="3375025"/>
            <a:ext cx="4178767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čítali knihu.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07648A4D-2935-413F-80A8-2E0FD1CE3B0A}"/>
              </a:ext>
            </a:extLst>
          </p:cNvPr>
          <p:cNvSpPr/>
          <p:nvPr/>
        </p:nvSpPr>
        <p:spPr>
          <a:xfrm>
            <a:off x="824137" y="5259567"/>
            <a:ext cx="4177347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varili guláš.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E11F061E-56B9-4E1E-BEE0-C79DA4EA6D15}"/>
              </a:ext>
            </a:extLst>
          </p:cNvPr>
          <p:cNvSpPr/>
          <p:nvPr/>
        </p:nvSpPr>
        <p:spPr>
          <a:xfrm>
            <a:off x="5227780" y="1451118"/>
            <a:ext cx="3029408" cy="575999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 + tí = oni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8DD692E6-5F98-4439-9EDC-F99C04D78E0F}"/>
              </a:ext>
            </a:extLst>
          </p:cNvPr>
          <p:cNvSpPr/>
          <p:nvPr/>
        </p:nvSpPr>
        <p:spPr>
          <a:xfrm>
            <a:off x="5227780" y="3375026"/>
            <a:ext cx="3029408" cy="575999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 + tie = ony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28A1C894-0CC5-4BE8-990A-898D10D2B6B1}"/>
              </a:ext>
            </a:extLst>
          </p:cNvPr>
          <p:cNvSpPr/>
          <p:nvPr/>
        </p:nvSpPr>
        <p:spPr>
          <a:xfrm>
            <a:off x="5214799" y="5259568"/>
            <a:ext cx="3035695" cy="575999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 + tie = oni</a:t>
            </a:r>
          </a:p>
        </p:txBody>
      </p:sp>
    </p:spTree>
    <p:extLst>
      <p:ext uri="{BB962C8B-B14F-4D97-AF65-F5344CB8AC3E}">
        <p14:creationId xmlns:p14="http://schemas.microsoft.com/office/powerpoint/2010/main" val="169505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dĺžnik: zaoblené rohy 1">
            <a:extLst>
              <a:ext uri="{FF2B5EF4-FFF2-40B4-BE49-F238E27FC236}">
                <a16:creationId xmlns:a16="http://schemas.microsoft.com/office/drawing/2014/main" id="{47919BB5-9CA0-492F-9A64-8749D37B9C2A}"/>
              </a:ext>
            </a:extLst>
          </p:cNvPr>
          <p:cNvSpPr/>
          <p:nvPr/>
        </p:nvSpPr>
        <p:spPr>
          <a:xfrm>
            <a:off x="744337" y="667519"/>
            <a:ext cx="7655327" cy="100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Podčiarknuté podstatné mená nahraďte osobnými zámenami (oni – ony). 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C89E3DBC-6DE0-4AC0-B0BD-8D4BBB302DFF}"/>
              </a:ext>
            </a:extLst>
          </p:cNvPr>
          <p:cNvSpPr/>
          <p:nvPr/>
        </p:nvSpPr>
        <p:spPr>
          <a:xfrm>
            <a:off x="669426" y="4758974"/>
            <a:ext cx="4178774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Susedia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upratujú.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044F2D20-AC7C-4121-9E3A-DEAE2346A8ED}"/>
              </a:ext>
            </a:extLst>
          </p:cNvPr>
          <p:cNvSpPr/>
          <p:nvPr/>
        </p:nvSpPr>
        <p:spPr>
          <a:xfrm>
            <a:off x="660983" y="1931618"/>
            <a:ext cx="4178774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Herečky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ukláňali.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3A416C68-F3D3-4E88-A0D5-7DE13414B1AB}"/>
              </a:ext>
            </a:extLst>
          </p:cNvPr>
          <p:cNvSpPr/>
          <p:nvPr/>
        </p:nvSpPr>
        <p:spPr>
          <a:xfrm>
            <a:off x="669429" y="2639468"/>
            <a:ext cx="417877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Rodičia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nás pochválili.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C2DC7D72-437D-4440-AB68-E716183BFF01}"/>
              </a:ext>
            </a:extLst>
          </p:cNvPr>
          <p:cNvSpPr/>
          <p:nvPr/>
        </p:nvSpPr>
        <p:spPr>
          <a:xfrm>
            <a:off x="669429" y="4051799"/>
            <a:ext cx="4178771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Kamarátky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odišli. 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22CF38D7-52A8-4214-8BD4-7436BC8702EC}"/>
              </a:ext>
            </a:extLst>
          </p:cNvPr>
          <p:cNvSpPr/>
          <p:nvPr/>
        </p:nvSpPr>
        <p:spPr>
          <a:xfrm>
            <a:off x="660983" y="5463455"/>
            <a:ext cx="419566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Taniere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sú čisté.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39703750-0D61-4EEB-96BF-FAFE64BD2584}"/>
              </a:ext>
            </a:extLst>
          </p:cNvPr>
          <p:cNvSpPr/>
          <p:nvPr/>
        </p:nvSpPr>
        <p:spPr>
          <a:xfrm>
            <a:off x="669429" y="3347318"/>
            <a:ext cx="419566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kreslia.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65AF872C-7F25-4AFD-A01B-2821DBA055F1}"/>
              </a:ext>
            </a:extLst>
          </p:cNvPr>
          <p:cNvSpPr/>
          <p:nvPr/>
        </p:nvSpPr>
        <p:spPr>
          <a:xfrm>
            <a:off x="4999163" y="4753988"/>
            <a:ext cx="346776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upratujú.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BFDA2C82-7504-4F88-8D44-F3C1EE09153A}"/>
              </a:ext>
            </a:extLst>
          </p:cNvPr>
          <p:cNvSpPr/>
          <p:nvPr/>
        </p:nvSpPr>
        <p:spPr>
          <a:xfrm>
            <a:off x="4955184" y="2634044"/>
            <a:ext cx="3517012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nás pochválili.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A152FA52-C83B-439E-BF1B-C28AE8F45D86}"/>
              </a:ext>
            </a:extLst>
          </p:cNvPr>
          <p:cNvSpPr/>
          <p:nvPr/>
        </p:nvSpPr>
        <p:spPr>
          <a:xfrm>
            <a:off x="4979123" y="4044660"/>
            <a:ext cx="3474412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odišli.</a:t>
            </a: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84B8936D-E3FE-4714-89D2-715ECAF0CF07}"/>
              </a:ext>
            </a:extLst>
          </p:cNvPr>
          <p:cNvSpPr/>
          <p:nvPr/>
        </p:nvSpPr>
        <p:spPr>
          <a:xfrm>
            <a:off x="4948291" y="1931618"/>
            <a:ext cx="350851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ukláňali.</a:t>
            </a:r>
            <a:endParaRPr lang="sk-SK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03169B7E-A314-42BD-9481-3417EA73AA0E}"/>
              </a:ext>
            </a:extLst>
          </p:cNvPr>
          <p:cNvSpPr/>
          <p:nvPr/>
        </p:nvSpPr>
        <p:spPr>
          <a:xfrm>
            <a:off x="4980544" y="5468097"/>
            <a:ext cx="3483206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 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sú čisté.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7354D55B-BA9B-476B-84EF-F4889485308E}"/>
              </a:ext>
            </a:extLst>
          </p:cNvPr>
          <p:cNvSpPr/>
          <p:nvPr/>
        </p:nvSpPr>
        <p:spPr>
          <a:xfrm>
            <a:off x="4974050" y="3347318"/>
            <a:ext cx="3498146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kreslia.</a:t>
            </a:r>
          </a:p>
        </p:txBody>
      </p:sp>
    </p:spTree>
    <p:extLst>
      <p:ext uri="{BB962C8B-B14F-4D97-AF65-F5344CB8AC3E}">
        <p14:creationId xmlns:p14="http://schemas.microsoft.com/office/powerpoint/2010/main" val="94119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dĺžnik: zaoblené rohy 1">
            <a:extLst>
              <a:ext uri="{FF2B5EF4-FFF2-40B4-BE49-F238E27FC236}">
                <a16:creationId xmlns:a16="http://schemas.microsoft.com/office/drawing/2014/main" id="{47919BB5-9CA0-492F-9A64-8749D37B9C2A}"/>
              </a:ext>
            </a:extLst>
          </p:cNvPr>
          <p:cNvSpPr/>
          <p:nvPr/>
        </p:nvSpPr>
        <p:spPr>
          <a:xfrm>
            <a:off x="971597" y="815740"/>
            <a:ext cx="7122101" cy="14888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Podčiarknite osobné základné zámená. Určte pád zámen a napíšte ich v N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(= v základnom tvare).</a:t>
            </a:r>
            <a:endParaRPr lang="sk-S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C89E3DBC-6DE0-4AC0-B0BD-8D4BBB302DFF}"/>
              </a:ext>
            </a:extLst>
          </p:cNvPr>
          <p:cNvSpPr/>
          <p:nvPr/>
        </p:nvSpPr>
        <p:spPr>
          <a:xfrm>
            <a:off x="1001983" y="2639401"/>
            <a:ext cx="3730983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Povedz mi pravdu.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044F2D20-AC7C-4121-9E3A-DEAE2346A8ED}"/>
              </a:ext>
            </a:extLst>
          </p:cNvPr>
          <p:cNvSpPr/>
          <p:nvPr/>
        </p:nvSpPr>
        <p:spPr>
          <a:xfrm>
            <a:off x="987396" y="4072018"/>
            <a:ext cx="373999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Príďte k nám.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3A416C68-F3D3-4E88-A0D5-7DE13414B1AB}"/>
              </a:ext>
            </a:extLst>
          </p:cNvPr>
          <p:cNvSpPr/>
          <p:nvPr/>
        </p:nvSpPr>
        <p:spPr>
          <a:xfrm>
            <a:off x="997459" y="3361047"/>
            <a:ext cx="3739989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Volali sme vás.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C2DC7D72-437D-4440-AB68-E716183BFF01}"/>
              </a:ext>
            </a:extLst>
          </p:cNvPr>
          <p:cNvSpPr/>
          <p:nvPr/>
        </p:nvSpPr>
        <p:spPr>
          <a:xfrm>
            <a:off x="985084" y="4794025"/>
            <a:ext cx="3738977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odchádzame. 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22CF38D7-52A8-4214-8BD4-7436BC8702EC}"/>
              </a:ext>
            </a:extLst>
          </p:cNvPr>
          <p:cNvSpPr/>
          <p:nvPr/>
        </p:nvSpPr>
        <p:spPr>
          <a:xfrm>
            <a:off x="987900" y="5525335"/>
            <a:ext cx="373897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s ním zábava. 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65AF872C-7F25-4AFD-A01B-2821DBA055F1}"/>
              </a:ext>
            </a:extLst>
          </p:cNvPr>
          <p:cNvSpPr/>
          <p:nvPr/>
        </p:nvSpPr>
        <p:spPr>
          <a:xfrm>
            <a:off x="6016527" y="2621840"/>
            <a:ext cx="208924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ja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BFDA2C82-7504-4F88-8D44-F3C1EE09153A}"/>
              </a:ext>
            </a:extLst>
          </p:cNvPr>
          <p:cNvSpPr/>
          <p:nvPr/>
        </p:nvSpPr>
        <p:spPr>
          <a:xfrm>
            <a:off x="6002485" y="3344902"/>
            <a:ext cx="2111964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vy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A152FA52-C83B-439E-BF1B-C28AE8F45D86}"/>
              </a:ext>
            </a:extLst>
          </p:cNvPr>
          <p:cNvSpPr/>
          <p:nvPr/>
        </p:nvSpPr>
        <p:spPr>
          <a:xfrm>
            <a:off x="6002485" y="4793122"/>
            <a:ext cx="210527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- my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84B8936D-E3FE-4714-89D2-715ECAF0CF07}"/>
              </a:ext>
            </a:extLst>
          </p:cNvPr>
          <p:cNvSpPr/>
          <p:nvPr/>
        </p:nvSpPr>
        <p:spPr>
          <a:xfrm>
            <a:off x="5990212" y="4059082"/>
            <a:ext cx="2111964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- my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03169B7E-A314-42BD-9481-3417EA73AA0E}"/>
              </a:ext>
            </a:extLst>
          </p:cNvPr>
          <p:cNvSpPr/>
          <p:nvPr/>
        </p:nvSpPr>
        <p:spPr>
          <a:xfrm>
            <a:off x="6009263" y="5499808"/>
            <a:ext cx="2098492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– on, ono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267D9929-EA3A-4E50-9EB0-8429FE671796}"/>
              </a:ext>
            </a:extLst>
          </p:cNvPr>
          <p:cNvCxnSpPr/>
          <p:nvPr/>
        </p:nvCxnSpPr>
        <p:spPr>
          <a:xfrm>
            <a:off x="2465792" y="3140968"/>
            <a:ext cx="46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ovná spojnica 20">
            <a:extLst>
              <a:ext uri="{FF2B5EF4-FFF2-40B4-BE49-F238E27FC236}">
                <a16:creationId xmlns:a16="http://schemas.microsoft.com/office/drawing/2014/main" id="{5A35460E-F725-49BE-98B7-0DCF2A27D982}"/>
              </a:ext>
            </a:extLst>
          </p:cNvPr>
          <p:cNvCxnSpPr/>
          <p:nvPr/>
        </p:nvCxnSpPr>
        <p:spPr>
          <a:xfrm>
            <a:off x="3022054" y="3861048"/>
            <a:ext cx="54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ovná spojnica 21">
            <a:extLst>
              <a:ext uri="{FF2B5EF4-FFF2-40B4-BE49-F238E27FC236}">
                <a16:creationId xmlns:a16="http://schemas.microsoft.com/office/drawing/2014/main" id="{9B15109E-4DB5-4219-8680-64C409DDEDDB}"/>
              </a:ext>
            </a:extLst>
          </p:cNvPr>
          <p:cNvCxnSpPr/>
          <p:nvPr/>
        </p:nvCxnSpPr>
        <p:spPr>
          <a:xfrm>
            <a:off x="2699792" y="4581128"/>
            <a:ext cx="75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ovná spojnica 22">
            <a:extLst>
              <a:ext uri="{FF2B5EF4-FFF2-40B4-BE49-F238E27FC236}">
                <a16:creationId xmlns:a16="http://schemas.microsoft.com/office/drawing/2014/main" id="{E244B19D-0897-44BF-9CDC-E437683DE25D}"/>
              </a:ext>
            </a:extLst>
          </p:cNvPr>
          <p:cNvCxnSpPr/>
          <p:nvPr/>
        </p:nvCxnSpPr>
        <p:spPr>
          <a:xfrm>
            <a:off x="1115616" y="5301208"/>
            <a:ext cx="57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ovná spojnica 23">
            <a:extLst>
              <a:ext uri="{FF2B5EF4-FFF2-40B4-BE49-F238E27FC236}">
                <a16:creationId xmlns:a16="http://schemas.microsoft.com/office/drawing/2014/main" id="{8ED8EED6-F741-45B0-8718-B55FF134533D}"/>
              </a:ext>
            </a:extLst>
          </p:cNvPr>
          <p:cNvCxnSpPr/>
          <p:nvPr/>
        </p:nvCxnSpPr>
        <p:spPr>
          <a:xfrm>
            <a:off x="1817792" y="6021288"/>
            <a:ext cx="68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90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C89E3DBC-6DE0-4AC0-B0BD-8D4BBB302DFF}"/>
              </a:ext>
            </a:extLst>
          </p:cNvPr>
          <p:cNvSpPr/>
          <p:nvPr/>
        </p:nvSpPr>
        <p:spPr>
          <a:xfrm>
            <a:off x="849288" y="1778071"/>
            <a:ext cx="458713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Počkám ťa pred domom.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044F2D20-AC7C-4121-9E3A-DEAE2346A8ED}"/>
              </a:ext>
            </a:extLst>
          </p:cNvPr>
          <p:cNvSpPr/>
          <p:nvPr/>
        </p:nvSpPr>
        <p:spPr>
          <a:xfrm>
            <a:off x="849292" y="2562761"/>
            <a:ext cx="4587131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Slušne ich pozdravil.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3A416C68-F3D3-4E88-A0D5-7DE13414B1AB}"/>
              </a:ext>
            </a:extLst>
          </p:cNvPr>
          <p:cNvSpPr/>
          <p:nvPr/>
        </p:nvSpPr>
        <p:spPr>
          <a:xfrm>
            <a:off x="827584" y="993381"/>
            <a:ext cx="458713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Pozrime sa na ňu.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65AF872C-7F25-4AFD-A01B-2821DBA055F1}"/>
              </a:ext>
            </a:extLst>
          </p:cNvPr>
          <p:cNvSpPr/>
          <p:nvPr/>
        </p:nvSpPr>
        <p:spPr>
          <a:xfrm>
            <a:off x="5955783" y="989274"/>
            <a:ext cx="236063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ona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BFDA2C82-7504-4F88-8D44-F3C1EE09153A}"/>
              </a:ext>
            </a:extLst>
          </p:cNvPr>
          <p:cNvSpPr/>
          <p:nvPr/>
        </p:nvSpPr>
        <p:spPr>
          <a:xfrm>
            <a:off x="5961561" y="1776018"/>
            <a:ext cx="2376357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ty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84B8936D-E3FE-4714-89D2-715ECAF0CF07}"/>
              </a:ext>
            </a:extLst>
          </p:cNvPr>
          <p:cNvSpPr/>
          <p:nvPr/>
        </p:nvSpPr>
        <p:spPr>
          <a:xfrm>
            <a:off x="5961666" y="2568440"/>
            <a:ext cx="2376366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– oni, ony</a:t>
            </a:r>
          </a:p>
        </p:txBody>
      </p:sp>
      <p:cxnSp>
        <p:nvCxnSpPr>
          <p:cNvPr id="16" name="Rovná spojnica 15">
            <a:extLst>
              <a:ext uri="{FF2B5EF4-FFF2-40B4-BE49-F238E27FC236}">
                <a16:creationId xmlns:a16="http://schemas.microsoft.com/office/drawing/2014/main" id="{78741369-18E2-442D-9F3D-08911087E3BB}"/>
              </a:ext>
            </a:extLst>
          </p:cNvPr>
          <p:cNvCxnSpPr/>
          <p:nvPr/>
        </p:nvCxnSpPr>
        <p:spPr>
          <a:xfrm>
            <a:off x="3491880" y="1484784"/>
            <a:ext cx="46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ovná spojnica 20">
            <a:extLst>
              <a:ext uri="{FF2B5EF4-FFF2-40B4-BE49-F238E27FC236}">
                <a16:creationId xmlns:a16="http://schemas.microsoft.com/office/drawing/2014/main" id="{2D17AF8A-64A4-49D9-9BD5-DE431EF65D44}"/>
              </a:ext>
            </a:extLst>
          </p:cNvPr>
          <p:cNvCxnSpPr/>
          <p:nvPr/>
        </p:nvCxnSpPr>
        <p:spPr>
          <a:xfrm>
            <a:off x="2483768" y="2276872"/>
            <a:ext cx="39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ovná spojnica 21">
            <a:extLst>
              <a:ext uri="{FF2B5EF4-FFF2-40B4-BE49-F238E27FC236}">
                <a16:creationId xmlns:a16="http://schemas.microsoft.com/office/drawing/2014/main" id="{1A66F010-04ED-42BA-892C-25667ED66675}"/>
              </a:ext>
            </a:extLst>
          </p:cNvPr>
          <p:cNvCxnSpPr/>
          <p:nvPr/>
        </p:nvCxnSpPr>
        <p:spPr>
          <a:xfrm>
            <a:off x="2216966" y="3068960"/>
            <a:ext cx="50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51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A9BF-5C9B-3F62-157D-9277BA13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D5D434E2-9293-AF0F-7AF7-70514AE88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23" y="0"/>
            <a:ext cx="9144000" cy="6858000"/>
          </a:xfrm>
          <a:prstGeom prst="rect">
            <a:avLst/>
          </a:prstGeom>
        </p:spPr>
      </p:pic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D68C306F-4950-B70A-7C6B-F7900595C072}"/>
              </a:ext>
            </a:extLst>
          </p:cNvPr>
          <p:cNvSpPr/>
          <p:nvPr/>
        </p:nvSpPr>
        <p:spPr>
          <a:xfrm>
            <a:off x="1010738" y="1015842"/>
            <a:ext cx="2523603" cy="2341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ZAŇHO, NAŇHO, DOŇHO,</a:t>
            </a:r>
          </a:p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POŇHO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3F0BDD8C-4A94-6319-69C0-549A5809353D}"/>
              </a:ext>
            </a:extLst>
          </p:cNvPr>
          <p:cNvSpPr/>
          <p:nvPr/>
        </p:nvSpPr>
        <p:spPr>
          <a:xfrm>
            <a:off x="5580114" y="1015842"/>
            <a:ext cx="2523603" cy="2341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ZAŇ, NAŇ, DOŇ,</a:t>
            </a:r>
          </a:p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POŇ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4B168690-D7AE-D9F4-3642-148AE316B6E9}"/>
              </a:ext>
            </a:extLst>
          </p:cNvPr>
          <p:cNvSpPr/>
          <p:nvPr/>
        </p:nvSpPr>
        <p:spPr>
          <a:xfrm>
            <a:off x="1578357" y="3641928"/>
            <a:ext cx="5922658" cy="864096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Dlhý tvar  – náhrada životných podstatných mien</a:t>
            </a:r>
          </a:p>
          <a:p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E36E8EEC-7A70-484C-DFA4-73CCB8442717}"/>
              </a:ext>
            </a:extLst>
          </p:cNvPr>
          <p:cNvSpPr/>
          <p:nvPr/>
        </p:nvSpPr>
        <p:spPr>
          <a:xfrm>
            <a:off x="1594514" y="4773198"/>
            <a:ext cx="5922658" cy="864096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Krátky tvar – náhrada neživotných podstatných mien</a:t>
            </a:r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03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9CCBB441-EA4F-4503-84C6-2C5597134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2"/>
            <a:ext cx="9144000" cy="6858000"/>
          </a:xfrm>
          <a:prstGeom prst="rect">
            <a:avLst/>
          </a:prstGeom>
        </p:spPr>
      </p:pic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B6E1683D-4F26-4624-B532-AC346EC7A802}"/>
              </a:ext>
            </a:extLst>
          </p:cNvPr>
          <p:cNvSpPr/>
          <p:nvPr/>
        </p:nvSpPr>
        <p:spPr>
          <a:xfrm>
            <a:off x="962219" y="2040393"/>
            <a:ext cx="7219562" cy="981135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Postav sa </a:t>
            </a:r>
            <a:r>
              <a:rPr lang="sk-SK" sz="31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 Martina</a:t>
            </a:r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– zaňho</a:t>
            </a:r>
          </a:p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Posaď sa </a:t>
            </a:r>
            <a:r>
              <a:rPr lang="sk-SK" sz="31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 stôl. - zaň  </a:t>
            </a:r>
            <a:r>
              <a:rPr lang="sk-SK" sz="31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1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k-SK" sz="31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A77450A2-95E1-4855-8211-BFC0F825BC0B}"/>
              </a:ext>
            </a:extLst>
          </p:cNvPr>
          <p:cNvSpPr/>
          <p:nvPr/>
        </p:nvSpPr>
        <p:spPr>
          <a:xfrm>
            <a:off x="1043608" y="849963"/>
            <a:ext cx="7056784" cy="86409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Rozlišuj</a:t>
            </a:r>
          </a:p>
        </p:txBody>
      </p:sp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801840C9-3051-6F32-B3E7-1EE3E69E0919}"/>
              </a:ext>
            </a:extLst>
          </p:cNvPr>
          <p:cNvSpPr/>
          <p:nvPr/>
        </p:nvSpPr>
        <p:spPr>
          <a:xfrm>
            <a:off x="1021668" y="3212976"/>
            <a:ext cx="7078724" cy="2952328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Zahryzni sa do chleba.</a:t>
            </a:r>
          </a:p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Zaľúbila sa do Janka.</a:t>
            </a:r>
          </a:p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Išla po brata do škôlky.</a:t>
            </a:r>
          </a:p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Došla s bolesťou až po dom.</a:t>
            </a:r>
          </a:p>
          <a:p>
            <a:r>
              <a:rPr lang="sk-SK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Prešla cez most.</a:t>
            </a:r>
          </a:p>
          <a:p>
            <a:endParaRPr lang="sk-SK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A772C8A6-A98F-2DD2-FF09-6C9FA6240C20}"/>
                  </a:ext>
                </a:extLst>
              </p14:cNvPr>
              <p14:cNvContentPartPr/>
              <p14:nvPr/>
            </p14:nvContentPartPr>
            <p14:xfrm>
              <a:off x="1415880" y="3206880"/>
              <a:ext cx="6515640" cy="2508480"/>
            </p14:xfrm>
          </p:contentPart>
        </mc:Choice>
        <mc:Fallback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A772C8A6-A98F-2DD2-FF09-6C9FA6240C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6520" y="3197520"/>
                <a:ext cx="6534360" cy="25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886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68EFC815-9166-41EB-8931-082575142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F9B12E44-CC5D-496D-9C3E-03C3A6DB30BE}"/>
              </a:ext>
            </a:extLst>
          </p:cNvPr>
          <p:cNvSpPr/>
          <p:nvPr/>
        </p:nvSpPr>
        <p:spPr>
          <a:xfrm>
            <a:off x="1115616" y="692696"/>
            <a:ext cx="7056784" cy="792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Vytvorte správne dvojice zámen.</a:t>
            </a: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17479F1A-64D6-466C-8BF3-0BE1F85C4919}"/>
              </a:ext>
            </a:extLst>
          </p:cNvPr>
          <p:cNvSpPr/>
          <p:nvPr/>
        </p:nvSpPr>
        <p:spPr>
          <a:xfrm>
            <a:off x="827584" y="3998738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B504362D-D42B-444B-874E-F09B3FEA5A27}"/>
              </a:ext>
            </a:extLst>
          </p:cNvPr>
          <p:cNvSpPr/>
          <p:nvPr/>
        </p:nvSpPr>
        <p:spPr>
          <a:xfrm>
            <a:off x="2098240" y="3996968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môj</a:t>
            </a:r>
          </a:p>
        </p:txBody>
      </p:sp>
      <p:sp>
        <p:nvSpPr>
          <p:cNvPr id="22" name="Obdĺžnik: zaoblené rohy 21">
            <a:extLst>
              <a:ext uri="{FF2B5EF4-FFF2-40B4-BE49-F238E27FC236}">
                <a16:creationId xmlns:a16="http://schemas.microsoft.com/office/drawing/2014/main" id="{E5A8EDAC-2D47-4EC1-9B6E-76B0DB8F1E04}"/>
              </a:ext>
            </a:extLst>
          </p:cNvPr>
          <p:cNvSpPr/>
          <p:nvPr/>
        </p:nvSpPr>
        <p:spPr>
          <a:xfrm>
            <a:off x="3354217" y="4005874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</a:t>
            </a:r>
          </a:p>
        </p:txBody>
      </p:sp>
      <p:sp>
        <p:nvSpPr>
          <p:cNvPr id="23" name="Obdĺžnik: zaoblené rohy 22">
            <a:extLst>
              <a:ext uri="{FF2B5EF4-FFF2-40B4-BE49-F238E27FC236}">
                <a16:creationId xmlns:a16="http://schemas.microsoft.com/office/drawing/2014/main" id="{7C3F57AF-F773-42B8-BB98-62336FAF6BDB}"/>
              </a:ext>
            </a:extLst>
          </p:cNvPr>
          <p:cNvSpPr/>
          <p:nvPr/>
        </p:nvSpPr>
        <p:spPr>
          <a:xfrm>
            <a:off x="4638256" y="3996968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tvoj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B9CD2B1D-0D2D-4801-838B-23C640BC6A9A}"/>
              </a:ext>
            </a:extLst>
          </p:cNvPr>
          <p:cNvSpPr/>
          <p:nvPr/>
        </p:nvSpPr>
        <p:spPr>
          <a:xfrm>
            <a:off x="5902393" y="3996968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735B801F-7216-4B4E-B454-1138B6C54873}"/>
              </a:ext>
            </a:extLst>
          </p:cNvPr>
          <p:cNvSpPr/>
          <p:nvPr/>
        </p:nvSpPr>
        <p:spPr>
          <a:xfrm>
            <a:off x="7216418" y="3996968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03884053-C8C4-4DC4-8A74-65D67FA408FB}"/>
              </a:ext>
            </a:extLst>
          </p:cNvPr>
          <p:cNvSpPr/>
          <p:nvPr/>
        </p:nvSpPr>
        <p:spPr>
          <a:xfrm>
            <a:off x="836740" y="4742724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ona</a:t>
            </a:r>
          </a:p>
        </p:txBody>
      </p:sp>
      <p:sp>
        <p:nvSpPr>
          <p:cNvPr id="27" name="Obdĺžnik: zaoblené rohy 26">
            <a:extLst>
              <a:ext uri="{FF2B5EF4-FFF2-40B4-BE49-F238E27FC236}">
                <a16:creationId xmlns:a16="http://schemas.microsoft.com/office/drawing/2014/main" id="{27C46D55-E0FF-474B-BC52-46894CF69B6A}"/>
              </a:ext>
            </a:extLst>
          </p:cNvPr>
          <p:cNvSpPr/>
          <p:nvPr/>
        </p:nvSpPr>
        <p:spPr>
          <a:xfrm>
            <a:off x="2098240" y="4730940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</a:p>
        </p:txBody>
      </p:sp>
      <p:sp>
        <p:nvSpPr>
          <p:cNvPr id="28" name="Obdĺžnik: zaoblené rohy 27">
            <a:extLst>
              <a:ext uri="{FF2B5EF4-FFF2-40B4-BE49-F238E27FC236}">
                <a16:creationId xmlns:a16="http://schemas.microsoft.com/office/drawing/2014/main" id="{446FC08E-D803-41BE-B59A-611BDEC9C53A}"/>
              </a:ext>
            </a:extLst>
          </p:cNvPr>
          <p:cNvSpPr/>
          <p:nvPr/>
        </p:nvSpPr>
        <p:spPr>
          <a:xfrm>
            <a:off x="3351491" y="4739707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ono</a:t>
            </a:r>
          </a:p>
        </p:txBody>
      </p:sp>
      <p:sp>
        <p:nvSpPr>
          <p:cNvPr id="29" name="Obdĺžnik: zaoblené rohy 28">
            <a:extLst>
              <a:ext uri="{FF2B5EF4-FFF2-40B4-BE49-F238E27FC236}">
                <a16:creationId xmlns:a16="http://schemas.microsoft.com/office/drawing/2014/main" id="{6C610294-6D97-4310-8B74-363988A5C396}"/>
              </a:ext>
            </a:extLst>
          </p:cNvPr>
          <p:cNvSpPr/>
          <p:nvPr/>
        </p:nvSpPr>
        <p:spPr>
          <a:xfrm>
            <a:off x="4638256" y="4733972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30" name="Obdĺžnik: zaoblené rohy 29">
            <a:extLst>
              <a:ext uri="{FF2B5EF4-FFF2-40B4-BE49-F238E27FC236}">
                <a16:creationId xmlns:a16="http://schemas.microsoft.com/office/drawing/2014/main" id="{8059949C-94F6-4118-A22E-EA58E50A9DCD}"/>
              </a:ext>
            </a:extLst>
          </p:cNvPr>
          <p:cNvSpPr/>
          <p:nvPr/>
        </p:nvSpPr>
        <p:spPr>
          <a:xfrm>
            <a:off x="5897148" y="4741031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</a:p>
        </p:txBody>
      </p:sp>
      <p:sp>
        <p:nvSpPr>
          <p:cNvPr id="31" name="Obdĺžnik: zaoblené rohy 30">
            <a:extLst>
              <a:ext uri="{FF2B5EF4-FFF2-40B4-BE49-F238E27FC236}">
                <a16:creationId xmlns:a16="http://schemas.microsoft.com/office/drawing/2014/main" id="{539721DB-A8A5-4A73-BEAD-D46A39374174}"/>
              </a:ext>
            </a:extLst>
          </p:cNvPr>
          <p:cNvSpPr/>
          <p:nvPr/>
        </p:nvSpPr>
        <p:spPr>
          <a:xfrm>
            <a:off x="7202257" y="4747651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náš</a:t>
            </a:r>
          </a:p>
        </p:txBody>
      </p:sp>
      <p:sp>
        <p:nvSpPr>
          <p:cNvPr id="32" name="Obdĺžnik: zaoblené rohy 31">
            <a:extLst>
              <a:ext uri="{FF2B5EF4-FFF2-40B4-BE49-F238E27FC236}">
                <a16:creationId xmlns:a16="http://schemas.microsoft.com/office/drawing/2014/main" id="{291916F1-01FD-42FA-BB2A-26EA92CAC0E7}"/>
              </a:ext>
            </a:extLst>
          </p:cNvPr>
          <p:cNvSpPr/>
          <p:nvPr/>
        </p:nvSpPr>
        <p:spPr>
          <a:xfrm>
            <a:off x="827584" y="5451550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</a:t>
            </a:r>
          </a:p>
        </p:txBody>
      </p:sp>
      <p:sp>
        <p:nvSpPr>
          <p:cNvPr id="33" name="Obdĺžnik: zaoblené rohy 32">
            <a:extLst>
              <a:ext uri="{FF2B5EF4-FFF2-40B4-BE49-F238E27FC236}">
                <a16:creationId xmlns:a16="http://schemas.microsoft.com/office/drawing/2014/main" id="{DF9E09A2-7516-4547-8D44-14961D99D779}"/>
              </a:ext>
            </a:extLst>
          </p:cNvPr>
          <p:cNvSpPr/>
          <p:nvPr/>
        </p:nvSpPr>
        <p:spPr>
          <a:xfrm>
            <a:off x="2108275" y="5451550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váš</a:t>
            </a:r>
          </a:p>
        </p:txBody>
      </p:sp>
      <p:sp>
        <p:nvSpPr>
          <p:cNvPr id="34" name="Obdĺžnik: zaoblené rohy 33">
            <a:extLst>
              <a:ext uri="{FF2B5EF4-FFF2-40B4-BE49-F238E27FC236}">
                <a16:creationId xmlns:a16="http://schemas.microsoft.com/office/drawing/2014/main" id="{A9E82F07-1308-439A-A90F-35A6C33BF1EF}"/>
              </a:ext>
            </a:extLst>
          </p:cNvPr>
          <p:cNvSpPr/>
          <p:nvPr/>
        </p:nvSpPr>
        <p:spPr>
          <a:xfrm>
            <a:off x="3355823" y="5458050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</a:p>
        </p:txBody>
      </p:sp>
      <p:sp>
        <p:nvSpPr>
          <p:cNvPr id="35" name="Obdĺžnik: zaoblené rohy 34">
            <a:extLst>
              <a:ext uri="{FF2B5EF4-FFF2-40B4-BE49-F238E27FC236}">
                <a16:creationId xmlns:a16="http://schemas.microsoft.com/office/drawing/2014/main" id="{CDA0AEE8-1C49-44D4-AA1D-7C664451B58B}"/>
              </a:ext>
            </a:extLst>
          </p:cNvPr>
          <p:cNvSpPr/>
          <p:nvPr/>
        </p:nvSpPr>
        <p:spPr>
          <a:xfrm>
            <a:off x="4655147" y="5450189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</a:p>
        </p:txBody>
      </p:sp>
      <p:sp>
        <p:nvSpPr>
          <p:cNvPr id="43" name="Obdĺžnik: zaoblené rohy 42">
            <a:extLst>
              <a:ext uri="{FF2B5EF4-FFF2-40B4-BE49-F238E27FC236}">
                <a16:creationId xmlns:a16="http://schemas.microsoft.com/office/drawing/2014/main" id="{2AFF0890-7AE7-49DA-B17A-C6B7FBE5C9AE}"/>
              </a:ext>
            </a:extLst>
          </p:cNvPr>
          <p:cNvSpPr/>
          <p:nvPr/>
        </p:nvSpPr>
        <p:spPr>
          <a:xfrm>
            <a:off x="653981" y="1579378"/>
            <a:ext cx="7848872" cy="2106383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Každému osobnému základnému  zámenu prislúcha osobné privlastňovacie zámeno.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650D0318-985A-4ACA-9832-29F988436E1F}"/>
              </a:ext>
            </a:extLst>
          </p:cNvPr>
          <p:cNvSpPr/>
          <p:nvPr/>
        </p:nvSpPr>
        <p:spPr>
          <a:xfrm>
            <a:off x="852342" y="1725857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ono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3A9D7315-8396-4D40-BF14-57D9F16033F0}"/>
              </a:ext>
            </a:extLst>
          </p:cNvPr>
          <p:cNvSpPr/>
          <p:nvPr/>
        </p:nvSpPr>
        <p:spPr>
          <a:xfrm>
            <a:off x="2095056" y="1720547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06245670-FD82-43FA-BC93-7FA23BA91B00}"/>
              </a:ext>
            </a:extLst>
          </p:cNvPr>
          <p:cNvSpPr/>
          <p:nvPr/>
        </p:nvSpPr>
        <p:spPr>
          <a:xfrm>
            <a:off x="3362331" y="1725857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41482AC8-E053-4D33-B695-5F9DF853DEE0}"/>
              </a:ext>
            </a:extLst>
          </p:cNvPr>
          <p:cNvSpPr/>
          <p:nvPr/>
        </p:nvSpPr>
        <p:spPr>
          <a:xfrm>
            <a:off x="4651108" y="1732803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</a:t>
            </a:r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ED25F334-3212-4EF5-993D-35CE079B258B}"/>
              </a:ext>
            </a:extLst>
          </p:cNvPr>
          <p:cNvSpPr/>
          <p:nvPr/>
        </p:nvSpPr>
        <p:spPr>
          <a:xfrm>
            <a:off x="5885892" y="1725857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99A20F5B-8C77-4818-BC4C-2FD1AF0C7E39}"/>
              </a:ext>
            </a:extLst>
          </p:cNvPr>
          <p:cNvSpPr/>
          <p:nvPr/>
        </p:nvSpPr>
        <p:spPr>
          <a:xfrm>
            <a:off x="7178233" y="1725857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tvoj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1F51D601-E6F2-4397-8B0C-F5C4B0A0033E}"/>
              </a:ext>
            </a:extLst>
          </p:cNvPr>
          <p:cNvSpPr/>
          <p:nvPr/>
        </p:nvSpPr>
        <p:spPr>
          <a:xfrm>
            <a:off x="7187210" y="2459012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môj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425DBF96-0455-43DD-B8B6-C8E3F964804E}"/>
              </a:ext>
            </a:extLst>
          </p:cNvPr>
          <p:cNvSpPr/>
          <p:nvPr/>
        </p:nvSpPr>
        <p:spPr>
          <a:xfrm>
            <a:off x="5909106" y="2459012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3DEEC4F7-CECE-4955-85D3-D5FE5B885E26}"/>
              </a:ext>
            </a:extLst>
          </p:cNvPr>
          <p:cNvSpPr/>
          <p:nvPr/>
        </p:nvSpPr>
        <p:spPr>
          <a:xfrm>
            <a:off x="4638256" y="2449549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váš</a:t>
            </a:r>
          </a:p>
        </p:txBody>
      </p:sp>
      <p:sp>
        <p:nvSpPr>
          <p:cNvPr id="15" name="Obdĺžnik: zaoblené rohy 14">
            <a:extLst>
              <a:ext uri="{FF2B5EF4-FFF2-40B4-BE49-F238E27FC236}">
                <a16:creationId xmlns:a16="http://schemas.microsoft.com/office/drawing/2014/main" id="{5A85857F-3E8C-40BF-899A-251832BD0593}"/>
              </a:ext>
            </a:extLst>
          </p:cNvPr>
          <p:cNvSpPr/>
          <p:nvPr/>
        </p:nvSpPr>
        <p:spPr>
          <a:xfrm>
            <a:off x="3373167" y="2449714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066739C1-C664-4384-8C87-F455E4864550}"/>
              </a:ext>
            </a:extLst>
          </p:cNvPr>
          <p:cNvSpPr/>
          <p:nvPr/>
        </p:nvSpPr>
        <p:spPr>
          <a:xfrm>
            <a:off x="2091384" y="2452263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B4D958E7-0F59-48D5-AC9A-5A7BB34C4503}"/>
              </a:ext>
            </a:extLst>
          </p:cNvPr>
          <p:cNvSpPr/>
          <p:nvPr/>
        </p:nvSpPr>
        <p:spPr>
          <a:xfrm>
            <a:off x="837228" y="2452263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510C5DD0-D6E5-4E08-A589-9AE1B37EF874}"/>
              </a:ext>
            </a:extLst>
          </p:cNvPr>
          <p:cNvSpPr/>
          <p:nvPr/>
        </p:nvSpPr>
        <p:spPr>
          <a:xfrm>
            <a:off x="846752" y="3177203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7BD8529F-950B-44DF-89B7-228221DB62FE}"/>
              </a:ext>
            </a:extLst>
          </p:cNvPr>
          <p:cNvSpPr/>
          <p:nvPr/>
        </p:nvSpPr>
        <p:spPr>
          <a:xfrm>
            <a:off x="2091384" y="3183979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6D61527E-C4F0-4C2C-847A-2CC5C7084F0F}"/>
              </a:ext>
            </a:extLst>
          </p:cNvPr>
          <p:cNvSpPr/>
          <p:nvPr/>
        </p:nvSpPr>
        <p:spPr>
          <a:xfrm>
            <a:off x="3363548" y="3188801"/>
            <a:ext cx="108012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náš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F6F64362-1DF2-4773-AE08-70E978A6FE62}"/>
              </a:ext>
            </a:extLst>
          </p:cNvPr>
          <p:cNvSpPr/>
          <p:nvPr/>
        </p:nvSpPr>
        <p:spPr>
          <a:xfrm>
            <a:off x="4655147" y="3174730"/>
            <a:ext cx="108012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ona</a:t>
            </a:r>
          </a:p>
        </p:txBody>
      </p:sp>
    </p:spTree>
    <p:extLst>
      <p:ext uri="{BB962C8B-B14F-4D97-AF65-F5344CB8AC3E}">
        <p14:creationId xmlns:p14="http://schemas.microsoft.com/office/powerpoint/2010/main" val="70033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3" grpId="0" animBg="1"/>
      <p:bldP spid="4" grpId="0" animBg="1"/>
      <p:bldP spid="5" grpId="0" animBg="1"/>
      <p:bldP spid="12" grpId="0" animBg="1"/>
      <p:bldP spid="6" grpId="0" animBg="1"/>
      <p:bldP spid="7" grpId="0" animBg="1"/>
      <p:bldP spid="13" grpId="0" animBg="1"/>
      <p:bldP spid="17" grpId="0" animBg="1"/>
      <p:bldP spid="8" grpId="0" animBg="1"/>
      <p:bldP spid="16" grpId="0" animBg="1"/>
      <p:bldP spid="15" grpId="0" animBg="1"/>
      <p:bldP spid="11" grpId="0" animBg="1"/>
      <p:bldP spid="14" grpId="0" animBg="1"/>
      <p:bldP spid="10" grpId="0" animBg="1"/>
      <p:bldP spid="9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F5FDEFCF-F6DD-47A1-BAFC-1E8D61F0C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E1CB3B23-E6D8-4FAF-AD53-2FE5B34C0C98}"/>
              </a:ext>
            </a:extLst>
          </p:cNvPr>
          <p:cNvSpPr/>
          <p:nvPr/>
        </p:nvSpPr>
        <p:spPr>
          <a:xfrm>
            <a:off x="665566" y="620688"/>
            <a:ext cx="7812868" cy="1858957"/>
          </a:xfrm>
          <a:prstGeom prst="roundRect">
            <a:avLst>
              <a:gd name="adj" fmla="val 1215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Roztrieďte výrazy s privlastňovacími zámenami do stĺpcov podľa čísla. Doplňte i/í.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D167A81D-0F55-4672-9F22-DB7355B3BB55}"/>
              </a:ext>
            </a:extLst>
          </p:cNvPr>
          <p:cNvSpPr/>
          <p:nvPr/>
        </p:nvSpPr>
        <p:spPr>
          <a:xfrm>
            <a:off x="1043608" y="2636912"/>
            <a:ext cx="2448272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singulár (I) 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A34CA6DF-4A62-4DA9-B947-C8484DDA196B}"/>
              </a:ext>
            </a:extLst>
          </p:cNvPr>
          <p:cNvSpPr/>
          <p:nvPr/>
        </p:nvSpPr>
        <p:spPr>
          <a:xfrm>
            <a:off x="5580112" y="2636912"/>
            <a:ext cx="2437521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plurál 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6302C25D-4388-478E-9C0B-087DEB7D8D6B}"/>
              </a:ext>
            </a:extLst>
          </p:cNvPr>
          <p:cNvSpPr/>
          <p:nvPr/>
        </p:nvSpPr>
        <p:spPr>
          <a:xfrm>
            <a:off x="782579" y="3437671"/>
            <a:ext cx="7578842" cy="2727633"/>
          </a:xfrm>
          <a:prstGeom prst="roundRect">
            <a:avLst>
              <a:gd name="adj" fmla="val 7773"/>
            </a:avLst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moj_m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súrodencom, o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moj_ch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plánoch,</a:t>
            </a: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tvoj_m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zošitom, pred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naš_m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domom,</a:t>
            </a: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vaš_m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názorom, vo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vaš_ch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predstavách,</a:t>
            </a: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naš_mi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deťmi, bez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tvoj_ch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problémov,     s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naš_m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dedom, s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moj_m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kamarátom,  </a:t>
            </a:r>
          </a:p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Písanie rukou 6">
                <a:extLst>
                  <a:ext uri="{FF2B5EF4-FFF2-40B4-BE49-F238E27FC236}">
                    <a16:creationId xmlns:a16="http://schemas.microsoft.com/office/drawing/2014/main" id="{5EC43F7D-25C7-072B-1692-FACC9092DCB9}"/>
                  </a:ext>
                </a:extLst>
              </p14:cNvPr>
              <p14:cNvContentPartPr/>
              <p14:nvPr/>
            </p14:nvContentPartPr>
            <p14:xfrm>
              <a:off x="1828800" y="1822320"/>
              <a:ext cx="6350400" cy="4064400"/>
            </p14:xfrm>
          </p:contentPart>
        </mc:Choice>
        <mc:Fallback>
          <p:pic>
            <p:nvPicPr>
              <p:cNvPr id="7" name="Písanie rukou 6">
                <a:extLst>
                  <a:ext uri="{FF2B5EF4-FFF2-40B4-BE49-F238E27FC236}">
                    <a16:creationId xmlns:a16="http://schemas.microsoft.com/office/drawing/2014/main" id="{5EC43F7D-25C7-072B-1692-FACC9092DC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9440" y="1812960"/>
                <a:ext cx="6369120" cy="40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325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FBB62D10-0EAD-4BA3-9D04-AB334C4D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3FEEAE7F-9FE6-4739-8735-4841AF0BA116}"/>
              </a:ext>
            </a:extLst>
          </p:cNvPr>
          <p:cNvSpPr/>
          <p:nvPr/>
        </p:nvSpPr>
        <p:spPr>
          <a:xfrm>
            <a:off x="1234094" y="614366"/>
            <a:ext cx="2448272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singulár (I) 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E1D2E4E8-3DDB-4C24-A46E-FB75C1C0A0CB}"/>
              </a:ext>
            </a:extLst>
          </p:cNvPr>
          <p:cNvSpPr/>
          <p:nvPr/>
        </p:nvSpPr>
        <p:spPr>
          <a:xfrm>
            <a:off x="5211160" y="614366"/>
            <a:ext cx="2437521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plurál 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4E04FB4D-FF22-418D-88CD-61139CB33623}"/>
              </a:ext>
            </a:extLst>
          </p:cNvPr>
          <p:cNvSpPr/>
          <p:nvPr/>
        </p:nvSpPr>
        <p:spPr>
          <a:xfrm>
            <a:off x="668811" y="1611404"/>
            <a:ext cx="360838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 tvoj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zošitom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C7BC1181-582F-483F-9F3C-8C5446445670}"/>
              </a:ext>
            </a:extLst>
          </p:cNvPr>
          <p:cNvSpPr/>
          <p:nvPr/>
        </p:nvSpPr>
        <p:spPr>
          <a:xfrm>
            <a:off x="661499" y="3774228"/>
            <a:ext cx="3608080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naš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dedom</a:t>
            </a:r>
          </a:p>
        </p:txBody>
      </p:sp>
      <p:sp>
        <p:nvSpPr>
          <p:cNvPr id="7" name="Obdĺžnik: zaoblené rohy 6">
            <a:extLst>
              <a:ext uri="{FF2B5EF4-FFF2-40B4-BE49-F238E27FC236}">
                <a16:creationId xmlns:a16="http://schemas.microsoft.com/office/drawing/2014/main" id="{0EB97F2E-2865-455F-AE6D-436F7C3D6040}"/>
              </a:ext>
            </a:extLst>
          </p:cNvPr>
          <p:cNvSpPr/>
          <p:nvPr/>
        </p:nvSpPr>
        <p:spPr>
          <a:xfrm>
            <a:off x="661500" y="3046912"/>
            <a:ext cx="3608079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vaš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názorom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47ED7488-D4F6-47B5-9E4C-929CDE35399C}"/>
              </a:ext>
            </a:extLst>
          </p:cNvPr>
          <p:cNvSpPr/>
          <p:nvPr/>
        </p:nvSpPr>
        <p:spPr>
          <a:xfrm>
            <a:off x="669113" y="2320442"/>
            <a:ext cx="3608078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 naš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domom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A35B34C9-D9E8-4229-B0A3-7C147D8A549F}"/>
              </a:ext>
            </a:extLst>
          </p:cNvPr>
          <p:cNvSpPr/>
          <p:nvPr/>
        </p:nvSpPr>
        <p:spPr>
          <a:xfrm>
            <a:off x="4392929" y="1611404"/>
            <a:ext cx="4108679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moj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súrodencom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F8818C4C-6B48-4222-9642-3973000640DE}"/>
              </a:ext>
            </a:extLst>
          </p:cNvPr>
          <p:cNvSpPr/>
          <p:nvPr/>
        </p:nvSpPr>
        <p:spPr>
          <a:xfrm>
            <a:off x="4392929" y="3059569"/>
            <a:ext cx="410382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 vaš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predstavách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EF356F27-C276-4DFD-B040-BA10070DD5CC}"/>
              </a:ext>
            </a:extLst>
          </p:cNvPr>
          <p:cNvSpPr/>
          <p:nvPr/>
        </p:nvSpPr>
        <p:spPr>
          <a:xfrm>
            <a:off x="4397783" y="3774228"/>
            <a:ext cx="410382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naš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 deťmi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C6C67988-C1F1-496E-BECD-5660C7F616BF}"/>
              </a:ext>
            </a:extLst>
          </p:cNvPr>
          <p:cNvSpPr/>
          <p:nvPr/>
        </p:nvSpPr>
        <p:spPr>
          <a:xfrm>
            <a:off x="4386889" y="2313812"/>
            <a:ext cx="4114719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moj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plánoch</a:t>
            </a:r>
          </a:p>
        </p:txBody>
      </p:sp>
      <p:sp>
        <p:nvSpPr>
          <p:cNvPr id="20" name="Šípka: nadol 19">
            <a:extLst>
              <a:ext uri="{FF2B5EF4-FFF2-40B4-BE49-F238E27FC236}">
                <a16:creationId xmlns:a16="http://schemas.microsoft.com/office/drawing/2014/main" id="{C4AF110B-673A-40EB-ADE9-E3B7608D217A}"/>
              </a:ext>
            </a:extLst>
          </p:cNvPr>
          <p:cNvSpPr/>
          <p:nvPr/>
        </p:nvSpPr>
        <p:spPr>
          <a:xfrm>
            <a:off x="2081018" y="5028114"/>
            <a:ext cx="287995" cy="576000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22" name="Šípka: nadol 21">
            <a:extLst>
              <a:ext uri="{FF2B5EF4-FFF2-40B4-BE49-F238E27FC236}">
                <a16:creationId xmlns:a16="http://schemas.microsoft.com/office/drawing/2014/main" id="{2CCFE53B-0068-49AF-8513-8266DBBA53AF}"/>
              </a:ext>
            </a:extLst>
          </p:cNvPr>
          <p:cNvSpPr/>
          <p:nvPr/>
        </p:nvSpPr>
        <p:spPr>
          <a:xfrm>
            <a:off x="6291217" y="4980784"/>
            <a:ext cx="287995" cy="623330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25" name="Ovál 24">
            <a:extLst>
              <a:ext uri="{FF2B5EF4-FFF2-40B4-BE49-F238E27FC236}">
                <a16:creationId xmlns:a16="http://schemas.microsoft.com/office/drawing/2014/main" id="{A4D9AEB5-2FB4-4545-9EA7-4E2068C3DBD5}"/>
              </a:ext>
            </a:extLst>
          </p:cNvPr>
          <p:cNvSpPr/>
          <p:nvPr/>
        </p:nvSpPr>
        <p:spPr>
          <a:xfrm>
            <a:off x="1821557" y="5653687"/>
            <a:ext cx="792000" cy="792000"/>
          </a:xfrm>
          <a:prstGeom prst="ellipse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6" name="Ovál 25">
            <a:extLst>
              <a:ext uri="{FF2B5EF4-FFF2-40B4-BE49-F238E27FC236}">
                <a16:creationId xmlns:a16="http://schemas.microsoft.com/office/drawing/2014/main" id="{55EB5C0A-7362-4DD5-AE6D-D9328C9B6420}"/>
              </a:ext>
            </a:extLst>
          </p:cNvPr>
          <p:cNvSpPr/>
          <p:nvPr/>
        </p:nvSpPr>
        <p:spPr>
          <a:xfrm>
            <a:off x="6019916" y="5645467"/>
            <a:ext cx="792000" cy="792000"/>
          </a:xfrm>
          <a:prstGeom prst="ellipse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3" name="Ovál 22">
            <a:extLst>
              <a:ext uri="{FF2B5EF4-FFF2-40B4-BE49-F238E27FC236}">
                <a16:creationId xmlns:a16="http://schemas.microsoft.com/office/drawing/2014/main" id="{8A96388B-50D2-48A4-B0AB-B9149F396687}"/>
              </a:ext>
            </a:extLst>
          </p:cNvPr>
          <p:cNvSpPr/>
          <p:nvPr/>
        </p:nvSpPr>
        <p:spPr>
          <a:xfrm>
            <a:off x="1829016" y="5653544"/>
            <a:ext cx="792000" cy="792000"/>
          </a:xfrm>
          <a:prstGeom prst="ellipse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</a:p>
        </p:txBody>
      </p:sp>
      <p:sp>
        <p:nvSpPr>
          <p:cNvPr id="21" name="Ovál 20">
            <a:extLst>
              <a:ext uri="{FF2B5EF4-FFF2-40B4-BE49-F238E27FC236}">
                <a16:creationId xmlns:a16="http://schemas.microsoft.com/office/drawing/2014/main" id="{EB4A1286-763E-465C-865B-56A95E145468}"/>
              </a:ext>
            </a:extLst>
          </p:cNvPr>
          <p:cNvSpPr/>
          <p:nvPr/>
        </p:nvSpPr>
        <p:spPr>
          <a:xfrm>
            <a:off x="6029685" y="5649676"/>
            <a:ext cx="792000" cy="792000"/>
          </a:xfrm>
          <a:prstGeom prst="ellipse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D66F3A46-260E-4660-A188-BBDF272BBF84}"/>
              </a:ext>
            </a:extLst>
          </p:cNvPr>
          <p:cNvSpPr/>
          <p:nvPr/>
        </p:nvSpPr>
        <p:spPr>
          <a:xfrm>
            <a:off x="668811" y="4501544"/>
            <a:ext cx="3593459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moj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kamošom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BDA15F08-2252-452D-815C-E6910D3DEC83}"/>
              </a:ext>
            </a:extLst>
          </p:cNvPr>
          <p:cNvSpPr/>
          <p:nvPr/>
        </p:nvSpPr>
        <p:spPr>
          <a:xfrm>
            <a:off x="4388188" y="4512702"/>
            <a:ext cx="409405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bez tvoj</a:t>
            </a:r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problémov</a:t>
            </a:r>
          </a:p>
        </p:txBody>
      </p:sp>
    </p:spTree>
    <p:extLst>
      <p:ext uri="{BB962C8B-B14F-4D97-AF65-F5344CB8AC3E}">
        <p14:creationId xmlns:p14="http://schemas.microsoft.com/office/powerpoint/2010/main" val="374006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621AFCB5-524E-46BD-A0EA-8F360DEBA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37B7CAC6-F12F-4D77-873B-7D3D9C0E0611}"/>
              </a:ext>
            </a:extLst>
          </p:cNvPr>
          <p:cNvSpPr/>
          <p:nvPr/>
        </p:nvSpPr>
        <p:spPr>
          <a:xfrm>
            <a:off x="1142619" y="620689"/>
            <a:ext cx="6858762" cy="1080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Doplňte i/í. Podčiarknite osobné privlastňovacie zámená.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9C2F6688-1980-4BC2-A7B6-54B2866D6A13}"/>
              </a:ext>
            </a:extLst>
          </p:cNvPr>
          <p:cNvSpPr/>
          <p:nvPr/>
        </p:nvSpPr>
        <p:spPr>
          <a:xfrm>
            <a:off x="665566" y="1772816"/>
            <a:ext cx="7812868" cy="4536504"/>
          </a:xfrm>
          <a:prstGeom prst="roundRect">
            <a:avLst>
              <a:gd name="adj" fmla="val 3664"/>
            </a:avLst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64EF3A10-DE7D-4FD7-8AE2-A3198A7585F5}"/>
              </a:ext>
            </a:extLst>
          </p:cNvPr>
          <p:cNvSpPr txBox="1"/>
          <p:nvPr/>
        </p:nvSpPr>
        <p:spPr>
          <a:xfrm>
            <a:off x="755576" y="1988840"/>
            <a:ext cx="7800533" cy="4385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moj_ch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známkach radšej pomlčím.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Vaš_m</a:t>
            </a:r>
            <a:endParaRPr lang="sk-SK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paradajkám nič nechýba. S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tvoj_mi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rodičmi 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rozumiem.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Moj_m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snom je navštíviť Rím.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Povedali naši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vaš_m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aby prišli vaši k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naš_m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 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vaš_m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domom stálo zahraničné  auto.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tvoj_m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výzorom by som zaplakala.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lúčili sme sa s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naš_m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učiteľom. S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tvoj_m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konom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 spokojný. S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moj_mi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sestrami sa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často hádam.</a:t>
            </a:r>
          </a:p>
        </p:txBody>
      </p:sp>
    </p:spTree>
    <p:extLst>
      <p:ext uri="{BB962C8B-B14F-4D97-AF65-F5344CB8AC3E}">
        <p14:creationId xmlns:p14="http://schemas.microsoft.com/office/powerpoint/2010/main" val="415814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621AFCB5-524E-46BD-A0EA-8F360DEBA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9C2F6688-1980-4BC2-A7B6-54B2866D6A13}"/>
              </a:ext>
            </a:extLst>
          </p:cNvPr>
          <p:cNvSpPr/>
          <p:nvPr/>
        </p:nvSpPr>
        <p:spPr>
          <a:xfrm>
            <a:off x="665566" y="980728"/>
            <a:ext cx="7812868" cy="4536504"/>
          </a:xfrm>
          <a:prstGeom prst="roundRect">
            <a:avLst>
              <a:gd name="adj" fmla="val 2842"/>
            </a:avLst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64EF3A10-DE7D-4FD7-8AE2-A3198A7585F5}"/>
              </a:ext>
            </a:extLst>
          </p:cNvPr>
          <p:cNvSpPr txBox="1"/>
          <p:nvPr/>
        </p:nvSpPr>
        <p:spPr>
          <a:xfrm>
            <a:off x="755576" y="1056072"/>
            <a:ext cx="7800533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moj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známkach radšej pomlčím. Vaš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paradajkám nič nechýba. S tvoj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rodičmi 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rozumiem. Moj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snom je navštíviť Rím.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Povedali naši vaš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aby prišli vaši k naš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  vaš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domom stálo zahraničné  auto.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 tvoj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výzorom by som zaplakala.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lúčili sme sa s naš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učiteľom. S tvoj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sk-SK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konom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 spokojný. S moj</a:t>
            </a:r>
            <a:r>
              <a:rPr lang="sk-SK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sestrami sa</a:t>
            </a:r>
          </a:p>
          <a:p>
            <a:r>
              <a:rPr lang="sk-S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často hádam.</a:t>
            </a:r>
          </a:p>
        </p:txBody>
      </p:sp>
      <p:cxnSp>
        <p:nvCxnSpPr>
          <p:cNvPr id="6" name="Rovná spojnica 5">
            <a:extLst>
              <a:ext uri="{FF2B5EF4-FFF2-40B4-BE49-F238E27FC236}">
                <a16:creationId xmlns:a16="http://schemas.microsoft.com/office/drawing/2014/main" id="{93EECB30-F53E-46EF-B290-363A1692438B}"/>
              </a:ext>
            </a:extLst>
          </p:cNvPr>
          <p:cNvCxnSpPr/>
          <p:nvPr/>
        </p:nvCxnSpPr>
        <p:spPr>
          <a:xfrm>
            <a:off x="6390168" y="4437112"/>
            <a:ext cx="10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294CF26D-4C8C-4368-A84F-F842BB02DFF2}"/>
              </a:ext>
            </a:extLst>
          </p:cNvPr>
          <p:cNvCxnSpPr/>
          <p:nvPr/>
        </p:nvCxnSpPr>
        <p:spPr>
          <a:xfrm>
            <a:off x="3131840" y="2492896"/>
            <a:ext cx="108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nica 7">
            <a:extLst>
              <a:ext uri="{FF2B5EF4-FFF2-40B4-BE49-F238E27FC236}">
                <a16:creationId xmlns:a16="http://schemas.microsoft.com/office/drawing/2014/main" id="{684FFD2D-F17D-476D-B70F-7D3ABAAA82B0}"/>
              </a:ext>
            </a:extLst>
          </p:cNvPr>
          <p:cNvCxnSpPr/>
          <p:nvPr/>
        </p:nvCxnSpPr>
        <p:spPr>
          <a:xfrm>
            <a:off x="5580112" y="2060848"/>
            <a:ext cx="115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nica 8">
            <a:extLst>
              <a:ext uri="{FF2B5EF4-FFF2-40B4-BE49-F238E27FC236}">
                <a16:creationId xmlns:a16="http://schemas.microsoft.com/office/drawing/2014/main" id="{4650817E-0C59-441C-94BE-3A1802EBBDC5}"/>
              </a:ext>
            </a:extLst>
          </p:cNvPr>
          <p:cNvCxnSpPr/>
          <p:nvPr/>
        </p:nvCxnSpPr>
        <p:spPr>
          <a:xfrm>
            <a:off x="7236296" y="1566123"/>
            <a:ext cx="93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nica 9">
            <a:extLst>
              <a:ext uri="{FF2B5EF4-FFF2-40B4-BE49-F238E27FC236}">
                <a16:creationId xmlns:a16="http://schemas.microsoft.com/office/drawing/2014/main" id="{F3E06DB2-64A4-4670-B4EB-789CC1FA4D42}"/>
              </a:ext>
            </a:extLst>
          </p:cNvPr>
          <p:cNvCxnSpPr/>
          <p:nvPr/>
        </p:nvCxnSpPr>
        <p:spPr>
          <a:xfrm>
            <a:off x="1268016" y="1556792"/>
            <a:ext cx="111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nica 10">
            <a:extLst>
              <a:ext uri="{FF2B5EF4-FFF2-40B4-BE49-F238E27FC236}">
                <a16:creationId xmlns:a16="http://schemas.microsoft.com/office/drawing/2014/main" id="{F525D0C5-C548-410A-B365-EC7F771EA8D0}"/>
              </a:ext>
            </a:extLst>
          </p:cNvPr>
          <p:cNvCxnSpPr/>
          <p:nvPr/>
        </p:nvCxnSpPr>
        <p:spPr>
          <a:xfrm>
            <a:off x="7128296" y="3007703"/>
            <a:ext cx="97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ovná spojnica 11">
            <a:extLst>
              <a:ext uri="{FF2B5EF4-FFF2-40B4-BE49-F238E27FC236}">
                <a16:creationId xmlns:a16="http://schemas.microsoft.com/office/drawing/2014/main" id="{79C8113A-D12A-4EDF-9CF1-23D4AEB4B716}"/>
              </a:ext>
            </a:extLst>
          </p:cNvPr>
          <p:cNvCxnSpPr/>
          <p:nvPr/>
        </p:nvCxnSpPr>
        <p:spPr>
          <a:xfrm>
            <a:off x="6084168" y="3007703"/>
            <a:ext cx="61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ovná spojnica 12">
            <a:extLst>
              <a:ext uri="{FF2B5EF4-FFF2-40B4-BE49-F238E27FC236}">
                <a16:creationId xmlns:a16="http://schemas.microsoft.com/office/drawing/2014/main" id="{EEC562EF-1E22-452B-A1E5-35CCB790B20B}"/>
              </a:ext>
            </a:extLst>
          </p:cNvPr>
          <p:cNvCxnSpPr/>
          <p:nvPr/>
        </p:nvCxnSpPr>
        <p:spPr>
          <a:xfrm>
            <a:off x="3201252" y="3007703"/>
            <a:ext cx="93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ovná spojnica 13">
            <a:extLst>
              <a:ext uri="{FF2B5EF4-FFF2-40B4-BE49-F238E27FC236}">
                <a16:creationId xmlns:a16="http://schemas.microsoft.com/office/drawing/2014/main" id="{75AEFEEA-290C-450C-AAAD-45617D95BFA5}"/>
              </a:ext>
            </a:extLst>
          </p:cNvPr>
          <p:cNvCxnSpPr/>
          <p:nvPr/>
        </p:nvCxnSpPr>
        <p:spPr>
          <a:xfrm>
            <a:off x="2384016" y="2996952"/>
            <a:ext cx="64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vná spojnica 14">
            <a:extLst>
              <a:ext uri="{FF2B5EF4-FFF2-40B4-BE49-F238E27FC236}">
                <a16:creationId xmlns:a16="http://schemas.microsoft.com/office/drawing/2014/main" id="{C35AF7B5-6942-4921-90C7-4ED9032B31D3}"/>
              </a:ext>
            </a:extLst>
          </p:cNvPr>
          <p:cNvCxnSpPr/>
          <p:nvPr/>
        </p:nvCxnSpPr>
        <p:spPr>
          <a:xfrm>
            <a:off x="3211105" y="4437112"/>
            <a:ext cx="100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ovná spojnica 15">
            <a:extLst>
              <a:ext uri="{FF2B5EF4-FFF2-40B4-BE49-F238E27FC236}">
                <a16:creationId xmlns:a16="http://schemas.microsoft.com/office/drawing/2014/main" id="{01B5B46F-4EDE-4757-9B53-FA20540A13BB}"/>
              </a:ext>
            </a:extLst>
          </p:cNvPr>
          <p:cNvCxnSpPr/>
          <p:nvPr/>
        </p:nvCxnSpPr>
        <p:spPr>
          <a:xfrm>
            <a:off x="1691616" y="3933056"/>
            <a:ext cx="100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ovná spojnica 16">
            <a:extLst>
              <a:ext uri="{FF2B5EF4-FFF2-40B4-BE49-F238E27FC236}">
                <a16:creationId xmlns:a16="http://schemas.microsoft.com/office/drawing/2014/main" id="{880228E3-80EC-42D6-B413-65A973B858E8}"/>
              </a:ext>
            </a:extLst>
          </p:cNvPr>
          <p:cNvCxnSpPr/>
          <p:nvPr/>
        </p:nvCxnSpPr>
        <p:spPr>
          <a:xfrm>
            <a:off x="1844016" y="3501008"/>
            <a:ext cx="97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ovná spojnica 17">
            <a:extLst>
              <a:ext uri="{FF2B5EF4-FFF2-40B4-BE49-F238E27FC236}">
                <a16:creationId xmlns:a16="http://schemas.microsoft.com/office/drawing/2014/main" id="{E67BB7C6-2B29-4FC9-991C-E9FB86BC2CEF}"/>
              </a:ext>
            </a:extLst>
          </p:cNvPr>
          <p:cNvCxnSpPr/>
          <p:nvPr/>
        </p:nvCxnSpPr>
        <p:spPr>
          <a:xfrm>
            <a:off x="4932040" y="4869160"/>
            <a:ext cx="118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9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586E-A59C-BF4F-8501-7F1F3BDC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E3F3D4B9-0B7A-D7C1-19BD-4B5FE8FF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03" y="0"/>
            <a:ext cx="9144000" cy="6858000"/>
          </a:xfrm>
          <a:prstGeom prst="rect">
            <a:avLst/>
          </a:prstGeom>
        </p:spPr>
      </p:pic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51116CE6-27FB-8CD0-6A36-DE7D23AC1764}"/>
              </a:ext>
            </a:extLst>
          </p:cNvPr>
          <p:cNvSpPr/>
          <p:nvPr/>
        </p:nvSpPr>
        <p:spPr>
          <a:xfrm>
            <a:off x="533400" y="1202636"/>
            <a:ext cx="7927031" cy="4962668"/>
          </a:xfrm>
          <a:prstGeom prst="roundRect">
            <a:avLst>
              <a:gd name="adj" fmla="val 2842"/>
            </a:avLst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Nadpis 47">
            <a:extLst>
              <a:ext uri="{FF2B5EF4-FFF2-40B4-BE49-F238E27FC236}">
                <a16:creationId xmlns:a16="http://schemas.microsoft.com/office/drawing/2014/main" id="{A138914B-4F90-F45D-F688-419FAD13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9" name="Zástupný objekt pre obsah 48">
            <a:extLst>
              <a:ext uri="{FF2B5EF4-FFF2-40B4-BE49-F238E27FC236}">
                <a16:creationId xmlns:a16="http://schemas.microsoft.com/office/drawing/2014/main" id="{E915FF5B-B277-5704-36AE-EC2E32F45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706" y="1468209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sk-SK" b="1" dirty="0"/>
              <a:t>OSOBNÉ ZÁKLADNÉ ZÁMENÁ: JEJ, JEHO, ICH (V N: ona, on/ ono, oni)</a:t>
            </a:r>
          </a:p>
          <a:p>
            <a:pPr marL="0" indent="0">
              <a:buNone/>
            </a:pPr>
            <a:r>
              <a:rPr lang="sk-SK" dirty="0"/>
              <a:t>Pýtame sa: pádovou otázkou</a:t>
            </a:r>
          </a:p>
          <a:p>
            <a:r>
              <a:rPr lang="sk-SK" dirty="0"/>
              <a:t>Vidím aj jeho. Jej to nehovor. Ich si sa pýtal?</a:t>
            </a:r>
          </a:p>
        </p:txBody>
      </p:sp>
      <p:sp>
        <p:nvSpPr>
          <p:cNvPr id="50" name="Zástupný objekt pre obsah 49">
            <a:extLst>
              <a:ext uri="{FF2B5EF4-FFF2-40B4-BE49-F238E27FC236}">
                <a16:creationId xmlns:a16="http://schemas.microsoft.com/office/drawing/2014/main" id="{06E6F6B3-BAE9-13ED-0DF0-C2A2A3956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81983" y="1332842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sk-SK" b="1" dirty="0"/>
              <a:t>OSOBNÉ PRIVLASTŇOVACIE ZÁMENÁ: JEJ, JEHO, ICH</a:t>
            </a:r>
          </a:p>
          <a:p>
            <a:pPr marL="0" indent="0">
              <a:buNone/>
            </a:pPr>
            <a:r>
              <a:rPr lang="sk-SK" dirty="0"/>
              <a:t>Pýtame sa: Čí? Čia? Čie?</a:t>
            </a:r>
          </a:p>
          <a:p>
            <a:r>
              <a:rPr lang="sk-SK" dirty="0"/>
              <a:t>Jej kabát je pekný. </a:t>
            </a:r>
          </a:p>
          <a:p>
            <a:pPr marL="0" indent="0">
              <a:buNone/>
            </a:pPr>
            <a:r>
              <a:rPr lang="sk-SK" dirty="0"/>
              <a:t>Jeho vlasy sú pekné. </a:t>
            </a:r>
          </a:p>
          <a:p>
            <a:pPr marL="0" indent="0">
              <a:buNone/>
            </a:pPr>
            <a:r>
              <a:rPr lang="sk-SK" dirty="0"/>
              <a:t>Mám ich tašku.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Písanie rukou 2">
                <a:extLst>
                  <a:ext uri="{FF2B5EF4-FFF2-40B4-BE49-F238E27FC236}">
                    <a16:creationId xmlns:a16="http://schemas.microsoft.com/office/drawing/2014/main" id="{52C926FC-EEBD-EE33-4237-839D3395FBF5}"/>
                  </a:ext>
                </a:extLst>
              </p14:cNvPr>
              <p14:cNvContentPartPr/>
              <p14:nvPr/>
            </p14:nvContentPartPr>
            <p14:xfrm>
              <a:off x="1123920" y="3117960"/>
              <a:ext cx="7150320" cy="2032200"/>
            </p14:xfrm>
          </p:contentPart>
        </mc:Choice>
        <mc:Fallback>
          <p:pic>
            <p:nvPicPr>
              <p:cNvPr id="3" name="Písanie rukou 2">
                <a:extLst>
                  <a:ext uri="{FF2B5EF4-FFF2-40B4-BE49-F238E27FC236}">
                    <a16:creationId xmlns:a16="http://schemas.microsoft.com/office/drawing/2014/main" id="{52C926FC-EEBD-EE33-4237-839D3395FB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4560" y="3108600"/>
                <a:ext cx="7169040" cy="20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73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C35B037D-6E2A-4784-8960-606B69903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C998DDC1-1327-4D78-B9EB-2F17C8FB45EE}"/>
              </a:ext>
            </a:extLst>
          </p:cNvPr>
          <p:cNvSpPr/>
          <p:nvPr/>
        </p:nvSpPr>
        <p:spPr>
          <a:xfrm>
            <a:off x="1214627" y="620688"/>
            <a:ext cx="6714746" cy="792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Zámená jeho, jej, ich môžu byť: 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53799003-0CB0-474E-BDEC-B7019D3059EE}"/>
              </a:ext>
            </a:extLst>
          </p:cNvPr>
          <p:cNvSpPr/>
          <p:nvPr/>
        </p:nvSpPr>
        <p:spPr>
          <a:xfrm>
            <a:off x="719572" y="1506745"/>
            <a:ext cx="7704856" cy="101759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základné - viažu sa so slovesom</a:t>
            </a:r>
          </a:p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- pádové otázky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02C7BA50-9D4E-4580-B94A-E649BC909E3A}"/>
              </a:ext>
            </a:extLst>
          </p:cNvPr>
          <p:cNvSpPr/>
          <p:nvPr/>
        </p:nvSpPr>
        <p:spPr>
          <a:xfrm>
            <a:off x="719572" y="2596877"/>
            <a:ext cx="7704856" cy="108012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 odsúdili, kúpil jej, videl ich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CC00274A-709F-4704-B504-CC6A87D82A01}"/>
              </a:ext>
            </a:extLst>
          </p:cNvPr>
          <p:cNvSpPr txBox="1"/>
          <p:nvPr/>
        </p:nvSpPr>
        <p:spPr>
          <a:xfrm>
            <a:off x="2199215" y="262713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599F0CE8-D455-4F78-9D4F-75C2AA95DDEF}"/>
              </a:ext>
            </a:extLst>
          </p:cNvPr>
          <p:cNvSpPr txBox="1"/>
          <p:nvPr/>
        </p:nvSpPr>
        <p:spPr>
          <a:xfrm>
            <a:off x="5152068" y="26328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89AE7F15-B968-47CC-BAD3-3ED07FF97F9E}"/>
              </a:ext>
            </a:extLst>
          </p:cNvPr>
          <p:cNvSpPr txBox="1"/>
          <p:nvPr/>
        </p:nvSpPr>
        <p:spPr>
          <a:xfrm>
            <a:off x="3527379" y="262713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ACAA71B8-60FE-4EB5-AFA6-597FCAED9F3C}"/>
              </a:ext>
            </a:extLst>
          </p:cNvPr>
          <p:cNvSpPr/>
          <p:nvPr/>
        </p:nvSpPr>
        <p:spPr>
          <a:xfrm>
            <a:off x="719573" y="3865756"/>
            <a:ext cx="7704855" cy="1219428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privlastňovacie - viažu sa s PM </a:t>
            </a:r>
          </a:p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- otázky čí, čia, čie 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B740A6A1-65C6-4778-9F6F-3696838C84AB}"/>
              </a:ext>
            </a:extLst>
          </p:cNvPr>
          <p:cNvSpPr/>
          <p:nvPr/>
        </p:nvSpPr>
        <p:spPr>
          <a:xfrm>
            <a:off x="723224" y="5157192"/>
            <a:ext cx="7704856" cy="108012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 kabát, jej lopta, ich auto 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7C7E0DB3-E1AA-4A35-996E-66FC6313C0A0}"/>
              </a:ext>
            </a:extLst>
          </p:cNvPr>
          <p:cNvSpPr txBox="1"/>
          <p:nvPr/>
        </p:nvSpPr>
        <p:spPr>
          <a:xfrm>
            <a:off x="3687416" y="524298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92C6F1BF-B26A-43E6-B86D-52BF66550F82}"/>
              </a:ext>
            </a:extLst>
          </p:cNvPr>
          <p:cNvSpPr txBox="1"/>
          <p:nvPr/>
        </p:nvSpPr>
        <p:spPr>
          <a:xfrm>
            <a:off x="2027839" y="524298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4DBA2843-1D8E-44BC-98B2-776F48407CE4}"/>
              </a:ext>
            </a:extLst>
          </p:cNvPr>
          <p:cNvSpPr txBox="1"/>
          <p:nvPr/>
        </p:nvSpPr>
        <p:spPr>
          <a:xfrm>
            <a:off x="5346993" y="524298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855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12FE2337-D078-4719-B6DA-DEC6088AD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6EFD6709-8BBE-453F-AA11-8FA0680E66F0}"/>
              </a:ext>
            </a:extLst>
          </p:cNvPr>
          <p:cNvSpPr/>
          <p:nvPr/>
        </p:nvSpPr>
        <p:spPr>
          <a:xfrm>
            <a:off x="670789" y="365677"/>
            <a:ext cx="3312368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základné 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70B42D57-260E-4897-A4BB-CA55815713DD}"/>
              </a:ext>
            </a:extLst>
          </p:cNvPr>
          <p:cNvSpPr/>
          <p:nvPr/>
        </p:nvSpPr>
        <p:spPr>
          <a:xfrm>
            <a:off x="4138434" y="356744"/>
            <a:ext cx="4344619" cy="643492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privlastňovacie </a:t>
            </a:r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261165FD-2F17-402C-8F0C-A5B1520295B1}"/>
              </a:ext>
            </a:extLst>
          </p:cNvPr>
          <p:cNvSpPr/>
          <p:nvPr/>
        </p:nvSpPr>
        <p:spPr>
          <a:xfrm>
            <a:off x="2922480" y="1107412"/>
            <a:ext cx="1042063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</a:t>
            </a:r>
          </a:p>
        </p:txBody>
      </p:sp>
      <p:sp>
        <p:nvSpPr>
          <p:cNvPr id="6" name="Obdĺžnik: zaoblené rohy 5">
            <a:extLst>
              <a:ext uri="{FF2B5EF4-FFF2-40B4-BE49-F238E27FC236}">
                <a16:creationId xmlns:a16="http://schemas.microsoft.com/office/drawing/2014/main" id="{A3C889BC-4E73-42CC-80F9-8A726397E5D3}"/>
              </a:ext>
            </a:extLst>
          </p:cNvPr>
          <p:cNvSpPr/>
          <p:nvPr/>
        </p:nvSpPr>
        <p:spPr>
          <a:xfrm>
            <a:off x="4875351" y="1107412"/>
            <a:ext cx="1548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môj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2199AC2B-38CA-481B-9B5E-26E5374B9609}"/>
              </a:ext>
            </a:extLst>
          </p:cNvPr>
          <p:cNvSpPr/>
          <p:nvPr/>
        </p:nvSpPr>
        <p:spPr>
          <a:xfrm>
            <a:off x="4876268" y="1780436"/>
            <a:ext cx="1548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náš</a:t>
            </a: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C850DE55-36FD-4B5F-9A17-CF6B41321878}"/>
              </a:ext>
            </a:extLst>
          </p:cNvPr>
          <p:cNvSpPr/>
          <p:nvPr/>
        </p:nvSpPr>
        <p:spPr>
          <a:xfrm>
            <a:off x="4874540" y="3088236"/>
            <a:ext cx="1548000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náš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14E13F88-9412-4A8F-AA4B-B8091E32118F}"/>
              </a:ext>
            </a:extLst>
          </p:cNvPr>
          <p:cNvSpPr/>
          <p:nvPr/>
        </p:nvSpPr>
        <p:spPr>
          <a:xfrm>
            <a:off x="4874540" y="4388491"/>
            <a:ext cx="154800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194EC3B2-2D11-4DDE-9D25-8A00916B11A1}"/>
              </a:ext>
            </a:extLst>
          </p:cNvPr>
          <p:cNvSpPr/>
          <p:nvPr/>
        </p:nvSpPr>
        <p:spPr>
          <a:xfrm>
            <a:off x="4875351" y="3741424"/>
            <a:ext cx="154800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AC7DA6D4-5C19-44CD-9CE5-B8F312531F29}"/>
              </a:ext>
            </a:extLst>
          </p:cNvPr>
          <p:cNvSpPr/>
          <p:nvPr/>
        </p:nvSpPr>
        <p:spPr>
          <a:xfrm>
            <a:off x="4875351" y="2441169"/>
            <a:ext cx="154800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</a:p>
        </p:txBody>
      </p:sp>
      <p:sp>
        <p:nvSpPr>
          <p:cNvPr id="15" name="Obdĺžnik: zaoblené rohy 14">
            <a:extLst>
              <a:ext uri="{FF2B5EF4-FFF2-40B4-BE49-F238E27FC236}">
                <a16:creationId xmlns:a16="http://schemas.microsoft.com/office/drawing/2014/main" id="{B9869825-FE5C-4388-9D12-12A22101B982}"/>
              </a:ext>
            </a:extLst>
          </p:cNvPr>
          <p:cNvSpPr/>
          <p:nvPr/>
        </p:nvSpPr>
        <p:spPr>
          <a:xfrm>
            <a:off x="2934243" y="4388491"/>
            <a:ext cx="1033342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C5E73CB1-F9F7-4DF4-9437-B44FCEE1BFA7}"/>
              </a:ext>
            </a:extLst>
          </p:cNvPr>
          <p:cNvSpPr/>
          <p:nvPr/>
        </p:nvSpPr>
        <p:spPr>
          <a:xfrm>
            <a:off x="2926839" y="3741424"/>
            <a:ext cx="1033342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A277D2AE-C57E-4D68-9CDF-308204CCA335}"/>
              </a:ext>
            </a:extLst>
          </p:cNvPr>
          <p:cNvSpPr/>
          <p:nvPr/>
        </p:nvSpPr>
        <p:spPr>
          <a:xfrm>
            <a:off x="2915883" y="3098146"/>
            <a:ext cx="1033342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CB8C3086-8D32-432A-A1C4-8F16678435C2}"/>
              </a:ext>
            </a:extLst>
          </p:cNvPr>
          <p:cNvSpPr/>
          <p:nvPr/>
        </p:nvSpPr>
        <p:spPr>
          <a:xfrm>
            <a:off x="4867440" y="5725490"/>
            <a:ext cx="154800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16EE48CD-ECDE-49F7-B223-3DAB08E84F0D}"/>
              </a:ext>
            </a:extLst>
          </p:cNvPr>
          <p:cNvSpPr/>
          <p:nvPr/>
        </p:nvSpPr>
        <p:spPr>
          <a:xfrm>
            <a:off x="4874540" y="5055013"/>
            <a:ext cx="1548000" cy="576000"/>
          </a:xfrm>
          <a:prstGeom prst="roundRect">
            <a:avLst/>
          </a:prstGeom>
          <a:solidFill>
            <a:srgbClr val="FF99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F45AA786-2952-4113-B775-2844DE3ADDC3}"/>
              </a:ext>
            </a:extLst>
          </p:cNvPr>
          <p:cNvSpPr/>
          <p:nvPr/>
        </p:nvSpPr>
        <p:spPr>
          <a:xfrm>
            <a:off x="2937286" y="2424563"/>
            <a:ext cx="1027257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nám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5D9442B0-7210-435C-ACA0-709343DA5937}"/>
              </a:ext>
            </a:extLst>
          </p:cNvPr>
          <p:cNvSpPr/>
          <p:nvPr/>
        </p:nvSpPr>
        <p:spPr>
          <a:xfrm>
            <a:off x="2922479" y="1761724"/>
            <a:ext cx="1042063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</a:t>
            </a: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07C2D3ED-9490-45F2-9E56-45DCC1AD4F0F}"/>
              </a:ext>
            </a:extLst>
          </p:cNvPr>
          <p:cNvSpPr/>
          <p:nvPr/>
        </p:nvSpPr>
        <p:spPr>
          <a:xfrm>
            <a:off x="699030" y="3088236"/>
            <a:ext cx="2050762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videl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4E31A563-0DBD-4F05-93C3-DB6393B4B496}"/>
              </a:ext>
            </a:extLst>
          </p:cNvPr>
          <p:cNvSpPr/>
          <p:nvPr/>
        </p:nvSpPr>
        <p:spPr>
          <a:xfrm>
            <a:off x="682041" y="3731336"/>
            <a:ext cx="2071671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podal</a:t>
            </a:r>
          </a:p>
        </p:txBody>
      </p:sp>
      <p:sp>
        <p:nvSpPr>
          <p:cNvPr id="22" name="Obdĺžnik: zaoblené rohy 21">
            <a:extLst>
              <a:ext uri="{FF2B5EF4-FFF2-40B4-BE49-F238E27FC236}">
                <a16:creationId xmlns:a16="http://schemas.microsoft.com/office/drawing/2014/main" id="{B98F4704-8ED1-40FD-A9BA-0DCBFCBB0654}"/>
              </a:ext>
            </a:extLst>
          </p:cNvPr>
          <p:cNvSpPr/>
          <p:nvPr/>
        </p:nvSpPr>
        <p:spPr>
          <a:xfrm>
            <a:off x="699029" y="4388491"/>
            <a:ext cx="2054686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pochválila</a:t>
            </a:r>
          </a:p>
        </p:txBody>
      </p:sp>
      <p:sp>
        <p:nvSpPr>
          <p:cNvPr id="23" name="Obdĺžnik: zaoblené rohy 22">
            <a:extLst>
              <a:ext uri="{FF2B5EF4-FFF2-40B4-BE49-F238E27FC236}">
                <a16:creationId xmlns:a16="http://schemas.microsoft.com/office/drawing/2014/main" id="{BD3D90C9-016F-47D1-ABC9-E7E8353AA527}"/>
              </a:ext>
            </a:extLst>
          </p:cNvPr>
          <p:cNvSpPr/>
          <p:nvPr/>
        </p:nvSpPr>
        <p:spPr>
          <a:xfrm>
            <a:off x="6694329" y="2418249"/>
            <a:ext cx="1727186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oči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EB25D3EC-2A42-4658-B4FD-0F0B08C22620}"/>
              </a:ext>
            </a:extLst>
          </p:cNvPr>
          <p:cNvSpPr/>
          <p:nvPr/>
        </p:nvSpPr>
        <p:spPr>
          <a:xfrm>
            <a:off x="6703653" y="4398450"/>
            <a:ext cx="1727186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ruky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CDCA3412-6911-493D-8EC1-C3BE716F7F6C}"/>
              </a:ext>
            </a:extLst>
          </p:cNvPr>
          <p:cNvSpPr/>
          <p:nvPr/>
        </p:nvSpPr>
        <p:spPr>
          <a:xfrm>
            <a:off x="6692902" y="5064599"/>
            <a:ext cx="1727186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otca</a:t>
            </a: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403BD10D-A7C0-49E9-A823-E3F6DA5CB50B}"/>
              </a:ext>
            </a:extLst>
          </p:cNvPr>
          <p:cNvSpPr/>
          <p:nvPr/>
        </p:nvSpPr>
        <p:spPr>
          <a:xfrm>
            <a:off x="6699531" y="5730748"/>
            <a:ext cx="1727186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záhrada</a:t>
            </a:r>
          </a:p>
        </p:txBody>
      </p:sp>
      <p:sp>
        <p:nvSpPr>
          <p:cNvPr id="27" name="Obdĺžnik: zaoblené rohy 26">
            <a:extLst>
              <a:ext uri="{FF2B5EF4-FFF2-40B4-BE49-F238E27FC236}">
                <a16:creationId xmlns:a16="http://schemas.microsoft.com/office/drawing/2014/main" id="{5214E32B-1209-4AAC-9F1F-BEAA675B9A49}"/>
              </a:ext>
            </a:extLst>
          </p:cNvPr>
          <p:cNvSpPr/>
          <p:nvPr/>
        </p:nvSpPr>
        <p:spPr>
          <a:xfrm>
            <a:off x="6692902" y="3741424"/>
            <a:ext cx="1727186" cy="576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sestra</a:t>
            </a:r>
          </a:p>
        </p:txBody>
      </p:sp>
      <p:sp>
        <p:nvSpPr>
          <p:cNvPr id="7" name="Šípka: obojsmerná vodorovná 6">
            <a:extLst>
              <a:ext uri="{FF2B5EF4-FFF2-40B4-BE49-F238E27FC236}">
                <a16:creationId xmlns:a16="http://schemas.microsoft.com/office/drawing/2014/main" id="{4AA35D9C-239A-43BE-923D-C6278145ADED}"/>
              </a:ext>
            </a:extLst>
          </p:cNvPr>
          <p:cNvSpPr/>
          <p:nvPr/>
        </p:nvSpPr>
        <p:spPr>
          <a:xfrm>
            <a:off x="4056715" y="3302339"/>
            <a:ext cx="648000" cy="21600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33" name="BlokTextu 32">
            <a:extLst>
              <a:ext uri="{FF2B5EF4-FFF2-40B4-BE49-F238E27FC236}">
                <a16:creationId xmlns:a16="http://schemas.microsoft.com/office/drawing/2014/main" id="{032D0C7C-6D37-4710-A51C-801C388B4F28}"/>
              </a:ext>
            </a:extLst>
          </p:cNvPr>
          <p:cNvSpPr txBox="1"/>
          <p:nvPr/>
        </p:nvSpPr>
        <p:spPr>
          <a:xfrm>
            <a:off x="4172966" y="247554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981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dĺžnik: zaoblené rohy 1">
            <a:extLst>
              <a:ext uri="{FF2B5EF4-FFF2-40B4-BE49-F238E27FC236}">
                <a16:creationId xmlns:a16="http://schemas.microsoft.com/office/drawing/2014/main" id="{47919BB5-9CA0-492F-9A64-8749D37B9C2A}"/>
              </a:ext>
            </a:extLst>
          </p:cNvPr>
          <p:cNvSpPr/>
          <p:nvPr/>
        </p:nvSpPr>
        <p:spPr>
          <a:xfrm>
            <a:off x="2519772" y="712399"/>
            <a:ext cx="4104456" cy="6732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Zámená </a:t>
            </a:r>
            <a:r>
              <a:rPr lang="sk-SK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jeho, jej, ich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044F2D20-AC7C-4121-9E3A-DEAE2346A8ED}"/>
              </a:ext>
            </a:extLst>
          </p:cNvPr>
          <p:cNvSpPr/>
          <p:nvPr/>
        </p:nvSpPr>
        <p:spPr>
          <a:xfrm>
            <a:off x="753261" y="3405673"/>
            <a:ext cx="547491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lese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prepadli zbojníci.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3A416C68-F3D3-4E88-A0D5-7DE13414B1AB}"/>
              </a:ext>
            </a:extLst>
          </p:cNvPr>
          <p:cNvSpPr/>
          <p:nvPr/>
        </p:nvSpPr>
        <p:spPr>
          <a:xfrm>
            <a:off x="753265" y="2631354"/>
            <a:ext cx="547491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strýko bol usilovný.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C2DC7D72-437D-4440-AB68-E716183BFF01}"/>
              </a:ext>
            </a:extLst>
          </p:cNvPr>
          <p:cNvSpPr/>
          <p:nvPr/>
        </p:nvSpPr>
        <p:spPr>
          <a:xfrm>
            <a:off x="753265" y="4155867"/>
            <a:ext cx="5474911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Páčili sa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hrdinovia bájí.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22CF38D7-52A8-4214-8BD4-7436BC8702EC}"/>
              </a:ext>
            </a:extLst>
          </p:cNvPr>
          <p:cNvSpPr/>
          <p:nvPr/>
        </p:nvSpPr>
        <p:spPr>
          <a:xfrm>
            <a:off x="750312" y="4889190"/>
            <a:ext cx="5477864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bicykel bol pokazený.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39703750-0D61-4EEB-96BF-FAFE64BD2584}"/>
              </a:ext>
            </a:extLst>
          </p:cNvPr>
          <p:cNvSpPr/>
          <p:nvPr/>
        </p:nvSpPr>
        <p:spPr>
          <a:xfrm>
            <a:off x="753289" y="5614481"/>
            <a:ext cx="5491801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Videl som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 na ulici.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BFDA2C82-7504-4F88-8D44-F3C1EE09153A}"/>
              </a:ext>
            </a:extLst>
          </p:cNvPr>
          <p:cNvSpPr/>
          <p:nvPr/>
        </p:nvSpPr>
        <p:spPr>
          <a:xfrm>
            <a:off x="7524329" y="2633543"/>
            <a:ext cx="87533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A152FA52-C83B-439E-BF1B-C28AE8F45D86}"/>
              </a:ext>
            </a:extLst>
          </p:cNvPr>
          <p:cNvSpPr/>
          <p:nvPr/>
        </p:nvSpPr>
        <p:spPr>
          <a:xfrm>
            <a:off x="7524329" y="4149174"/>
            <a:ext cx="86525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OZ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84B8936D-E3FE-4714-89D2-715ECAF0CF07}"/>
              </a:ext>
            </a:extLst>
          </p:cNvPr>
          <p:cNvSpPr/>
          <p:nvPr/>
        </p:nvSpPr>
        <p:spPr>
          <a:xfrm>
            <a:off x="7524329" y="3394790"/>
            <a:ext cx="873222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OZ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03169B7E-A314-42BD-9481-3417EA73AA0E}"/>
              </a:ext>
            </a:extLst>
          </p:cNvPr>
          <p:cNvSpPr/>
          <p:nvPr/>
        </p:nvSpPr>
        <p:spPr>
          <a:xfrm>
            <a:off x="7524329" y="4895195"/>
            <a:ext cx="86525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7354D55B-BA9B-476B-84EF-F4889485308E}"/>
              </a:ext>
            </a:extLst>
          </p:cNvPr>
          <p:cNvSpPr/>
          <p:nvPr/>
        </p:nvSpPr>
        <p:spPr>
          <a:xfrm>
            <a:off x="7528385" y="5602735"/>
            <a:ext cx="86525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DA605570-E17F-4731-BB28-4518AF006B3B}"/>
              </a:ext>
            </a:extLst>
          </p:cNvPr>
          <p:cNvSpPr/>
          <p:nvPr/>
        </p:nvSpPr>
        <p:spPr>
          <a:xfrm>
            <a:off x="736375" y="1501998"/>
            <a:ext cx="7671250" cy="10157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Jedná sa vo vetách o </a:t>
            </a:r>
            <a:r>
              <a:rPr lang="sk-SK" sz="3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základné</a:t>
            </a:r>
            <a:r>
              <a:rPr lang="sk-SK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(OZ)  alebo o </a:t>
            </a:r>
            <a:r>
              <a:rPr lang="sk-SK" sz="3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osobné privlastňovacie</a:t>
            </a:r>
            <a:r>
              <a:rPr lang="sk-SK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(OP) zámená?  </a:t>
            </a:r>
            <a:endParaRPr lang="sk-SK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02DBA828-73B8-46C3-8D98-6CF0D07CE6C3}"/>
              </a:ext>
            </a:extLst>
          </p:cNvPr>
          <p:cNvSpPr txBox="1"/>
          <p:nvPr/>
        </p:nvSpPr>
        <p:spPr>
          <a:xfrm>
            <a:off x="7308304" y="90872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k-SK" dirty="0"/>
          </a:p>
          <a:p>
            <a:endParaRPr lang="sk-SK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221A52B6-79D5-5581-3F1E-22CC0CFD95D4}"/>
                  </a:ext>
                </a:extLst>
              </p14:cNvPr>
              <p14:cNvContentPartPr/>
              <p14:nvPr/>
            </p14:nvContentPartPr>
            <p14:xfrm>
              <a:off x="6502320" y="2705040"/>
              <a:ext cx="1003680" cy="3340440"/>
            </p14:xfrm>
          </p:contentPart>
        </mc:Choice>
        <mc:Fallback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221A52B6-79D5-5581-3F1E-22CC0CFD95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92960" y="2695680"/>
                <a:ext cx="1022400" cy="335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611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CBEA597-7D2D-4497-B9F8-33C4BD99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044F2D20-AC7C-4121-9E3A-DEAE2346A8ED}"/>
              </a:ext>
            </a:extLst>
          </p:cNvPr>
          <p:cNvSpPr/>
          <p:nvPr/>
        </p:nvSpPr>
        <p:spPr>
          <a:xfrm>
            <a:off x="774440" y="3405673"/>
            <a:ext cx="5453736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teta býva v Bytči.</a:t>
            </a:r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3A416C68-F3D3-4E88-A0D5-7DE13414B1AB}"/>
              </a:ext>
            </a:extLst>
          </p:cNvPr>
          <p:cNvSpPr/>
          <p:nvPr/>
        </p:nvSpPr>
        <p:spPr>
          <a:xfrm>
            <a:off x="783771" y="2631354"/>
            <a:ext cx="5444409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 dávno nevidel. 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C2DC7D72-437D-4440-AB68-E716183BFF01}"/>
              </a:ext>
            </a:extLst>
          </p:cNvPr>
          <p:cNvSpPr/>
          <p:nvPr/>
        </p:nvSpPr>
        <p:spPr>
          <a:xfrm>
            <a:off x="783771" y="4155867"/>
            <a:ext cx="544440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nápadom sme súhlasili.</a:t>
            </a:r>
          </a:p>
        </p:txBody>
      </p:sp>
      <p:sp>
        <p:nvSpPr>
          <p:cNvPr id="14" name="Obdĺžnik: zaoblené rohy 13">
            <a:extLst>
              <a:ext uri="{FF2B5EF4-FFF2-40B4-BE49-F238E27FC236}">
                <a16:creationId xmlns:a16="http://schemas.microsoft.com/office/drawing/2014/main" id="{22CF38D7-52A8-4214-8BD4-7436BC8702EC}"/>
              </a:ext>
            </a:extLst>
          </p:cNvPr>
          <p:cNvSpPr/>
          <p:nvPr/>
        </p:nvSpPr>
        <p:spPr>
          <a:xfrm>
            <a:off x="774441" y="4889190"/>
            <a:ext cx="545373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Kúpil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zaujímavú knihu.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39703750-0D61-4EEB-96BF-FAFE64BD2584}"/>
              </a:ext>
            </a:extLst>
          </p:cNvPr>
          <p:cNvSpPr/>
          <p:nvPr/>
        </p:nvSpPr>
        <p:spPr>
          <a:xfrm>
            <a:off x="770175" y="5614481"/>
            <a:ext cx="547491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Páčia sa mi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jej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dlhé vlasy. 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BFDA2C82-7504-4F88-8D44-F3C1EE09153A}"/>
              </a:ext>
            </a:extLst>
          </p:cNvPr>
          <p:cNvSpPr/>
          <p:nvPr/>
        </p:nvSpPr>
        <p:spPr>
          <a:xfrm>
            <a:off x="7506193" y="2623526"/>
            <a:ext cx="87533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OZ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A152FA52-C83B-439E-BF1B-C28AE8F45D86}"/>
              </a:ext>
            </a:extLst>
          </p:cNvPr>
          <p:cNvSpPr/>
          <p:nvPr/>
        </p:nvSpPr>
        <p:spPr>
          <a:xfrm>
            <a:off x="7527232" y="4134459"/>
            <a:ext cx="86525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84B8936D-E3FE-4714-89D2-715ECAF0CF07}"/>
              </a:ext>
            </a:extLst>
          </p:cNvPr>
          <p:cNvSpPr/>
          <p:nvPr/>
        </p:nvSpPr>
        <p:spPr>
          <a:xfrm>
            <a:off x="7511160" y="3394790"/>
            <a:ext cx="873222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03169B7E-A314-42BD-9481-3417EA73AA0E}"/>
              </a:ext>
            </a:extLst>
          </p:cNvPr>
          <p:cNvSpPr/>
          <p:nvPr/>
        </p:nvSpPr>
        <p:spPr>
          <a:xfrm>
            <a:off x="7506193" y="4874128"/>
            <a:ext cx="86525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OZ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dĺžnik: zaoblené rohy 25">
            <a:extLst>
              <a:ext uri="{FF2B5EF4-FFF2-40B4-BE49-F238E27FC236}">
                <a16:creationId xmlns:a16="http://schemas.microsoft.com/office/drawing/2014/main" id="{7354D55B-BA9B-476B-84EF-F4889485308E}"/>
              </a:ext>
            </a:extLst>
          </p:cNvPr>
          <p:cNvSpPr/>
          <p:nvPr/>
        </p:nvSpPr>
        <p:spPr>
          <a:xfrm>
            <a:off x="7516271" y="5596870"/>
            <a:ext cx="865255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02DBA828-73B8-46C3-8D98-6CF0D07CE6C3}"/>
              </a:ext>
            </a:extLst>
          </p:cNvPr>
          <p:cNvSpPr txBox="1"/>
          <p:nvPr/>
        </p:nvSpPr>
        <p:spPr>
          <a:xfrm>
            <a:off x="7308304" y="90872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k-SK" dirty="0"/>
          </a:p>
          <a:p>
            <a:endParaRPr lang="sk-SK" dirty="0"/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91E53083-A76E-4940-A1B1-A67C3E00BA29}"/>
              </a:ext>
            </a:extLst>
          </p:cNvPr>
          <p:cNvSpPr/>
          <p:nvPr/>
        </p:nvSpPr>
        <p:spPr>
          <a:xfrm>
            <a:off x="770175" y="1873892"/>
            <a:ext cx="547491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prvý pokus bol úspešný. 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706AB924-FCFD-4E2C-890C-3CD788936304}"/>
              </a:ext>
            </a:extLst>
          </p:cNvPr>
          <p:cNvSpPr/>
          <p:nvPr/>
        </p:nvSpPr>
        <p:spPr>
          <a:xfrm>
            <a:off x="770175" y="1094313"/>
            <a:ext cx="5474915" cy="576000"/>
          </a:xfrm>
          <a:prstGeom prst="roundRect">
            <a:avLst/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Pozvali sme </a:t>
            </a:r>
            <a:r>
              <a:rPr lang="sk-SK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návštevu. </a:t>
            </a:r>
          </a:p>
        </p:txBody>
      </p:sp>
      <p:sp>
        <p:nvSpPr>
          <p:cNvPr id="22" name="Obdĺžnik: zaoblené rohy 21">
            <a:extLst>
              <a:ext uri="{FF2B5EF4-FFF2-40B4-BE49-F238E27FC236}">
                <a16:creationId xmlns:a16="http://schemas.microsoft.com/office/drawing/2014/main" id="{274B8FCF-E80F-4BE1-8785-3D0510AB507A}"/>
              </a:ext>
            </a:extLst>
          </p:cNvPr>
          <p:cNvSpPr/>
          <p:nvPr/>
        </p:nvSpPr>
        <p:spPr>
          <a:xfrm>
            <a:off x="7510104" y="1860014"/>
            <a:ext cx="87533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dĺžnik: zaoblené rohy 22">
            <a:extLst>
              <a:ext uri="{FF2B5EF4-FFF2-40B4-BE49-F238E27FC236}">
                <a16:creationId xmlns:a16="http://schemas.microsoft.com/office/drawing/2014/main" id="{6F068B39-EE85-4BB7-BE27-743734CEA457}"/>
              </a:ext>
            </a:extLst>
          </p:cNvPr>
          <p:cNvSpPr/>
          <p:nvPr/>
        </p:nvSpPr>
        <p:spPr>
          <a:xfrm>
            <a:off x="7498492" y="1086485"/>
            <a:ext cx="875333" cy="576000"/>
          </a:xfrm>
          <a:prstGeom prst="roundRect">
            <a:avLst/>
          </a:prstGeom>
          <a:solidFill>
            <a:srgbClr val="00CC99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OZ</a:t>
            </a:r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EA2B963F-E33A-7719-92C6-A95096450A40}"/>
                  </a:ext>
                </a:extLst>
              </p14:cNvPr>
              <p14:cNvContentPartPr/>
              <p14:nvPr/>
            </p14:nvContentPartPr>
            <p14:xfrm>
              <a:off x="1555920" y="1143000"/>
              <a:ext cx="5861160" cy="4845240"/>
            </p14:xfrm>
          </p:contentPart>
        </mc:Choice>
        <mc:Fallback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EA2B963F-E33A-7719-92C6-A95096450A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6560" y="1133640"/>
                <a:ext cx="5879880" cy="486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52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5" grpId="0" animBg="1"/>
      <p:bldP spid="26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E404D040-9BC5-4DDD-A123-3E0D131FB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dĺžnik: zaoblené rohy 2">
            <a:extLst>
              <a:ext uri="{FF2B5EF4-FFF2-40B4-BE49-F238E27FC236}">
                <a16:creationId xmlns:a16="http://schemas.microsoft.com/office/drawing/2014/main" id="{DBF9A43C-1906-4221-A055-11D77B03D427}"/>
              </a:ext>
            </a:extLst>
          </p:cNvPr>
          <p:cNvSpPr/>
          <p:nvPr/>
        </p:nvSpPr>
        <p:spPr>
          <a:xfrm>
            <a:off x="827584" y="620688"/>
            <a:ext cx="7488832" cy="1080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Vyhľadajte v texte osobné zámená a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roz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-deľte ich na základné a privlastňovacie.</a:t>
            </a:r>
          </a:p>
        </p:txBody>
      </p:sp>
      <p:sp>
        <p:nvSpPr>
          <p:cNvPr id="4" name="Obdĺžnik: zaoblené rohy 3">
            <a:extLst>
              <a:ext uri="{FF2B5EF4-FFF2-40B4-BE49-F238E27FC236}">
                <a16:creationId xmlns:a16="http://schemas.microsoft.com/office/drawing/2014/main" id="{0EB62009-CD96-4CD3-927A-9F512864C101}"/>
              </a:ext>
            </a:extLst>
          </p:cNvPr>
          <p:cNvSpPr/>
          <p:nvPr/>
        </p:nvSpPr>
        <p:spPr>
          <a:xfrm>
            <a:off x="566555" y="1916832"/>
            <a:ext cx="8010890" cy="3960440"/>
          </a:xfrm>
          <a:prstGeom prst="roundRect">
            <a:avLst>
              <a:gd name="adj" fmla="val 4652"/>
            </a:avLst>
          </a:prstGeom>
          <a:solidFill>
            <a:srgbClr val="FFFF66"/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 a môj brat máme  skvelých rodičov. Oni by nám dali aj modré z neba. Náš otec tvrdí, že múdry z neba nik nespadol. Jej oči sú </a:t>
            </a:r>
            <a:r>
              <a:rPr lang="sk-SK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ze-lené</a:t>
            </a:r>
            <a:r>
              <a:rPr lang="sk-SK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Videl ich spolu na ulici. Podal jej ruku. Tento dom je náš. Jej sestra je druháčka. Je-ho ruky sú veľmi studené. Bez jeho otca sme na ryby nešli. Ich záhrada je veľmi pekná. Pochválila jeho a nie Veroniku. </a:t>
            </a:r>
          </a:p>
          <a:p>
            <a:endParaRPr lang="sk-S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Písanie rukou 4">
                <a:extLst>
                  <a:ext uri="{FF2B5EF4-FFF2-40B4-BE49-F238E27FC236}">
                    <a16:creationId xmlns:a16="http://schemas.microsoft.com/office/drawing/2014/main" id="{D5CFD87B-FD4F-8433-4803-F744A6C2C2F1}"/>
                  </a:ext>
                </a:extLst>
              </p14:cNvPr>
              <p14:cNvContentPartPr/>
              <p14:nvPr/>
            </p14:nvContentPartPr>
            <p14:xfrm>
              <a:off x="596880" y="1714320"/>
              <a:ext cx="7861680" cy="4318560"/>
            </p14:xfrm>
          </p:contentPart>
        </mc:Choice>
        <mc:Fallback>
          <p:pic>
            <p:nvPicPr>
              <p:cNvPr id="5" name="Písanie rukou 4">
                <a:extLst>
                  <a:ext uri="{FF2B5EF4-FFF2-40B4-BE49-F238E27FC236}">
                    <a16:creationId xmlns:a16="http://schemas.microsoft.com/office/drawing/2014/main" id="{D5CFD87B-FD4F-8433-4803-F744A6C2C2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520" y="1704960"/>
                <a:ext cx="7880400" cy="433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103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2566</TotalTime>
  <Words>1181</Words>
  <Application>Microsoft Office PowerPoint</Application>
  <PresentationFormat>Prezentácia na obrazovke (4:3)</PresentationFormat>
  <Paragraphs>280</Paragraphs>
  <Slides>23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Snímka 1</dc:title>
  <dc:creator>Martin</dc:creator>
  <cp:lastModifiedBy>Nikoleta Baánová</cp:lastModifiedBy>
  <cp:revision>268</cp:revision>
  <dcterms:created xsi:type="dcterms:W3CDTF">2018-08-06T21:32:13Z</dcterms:created>
  <dcterms:modified xsi:type="dcterms:W3CDTF">2025-03-30T11:43:36Z</dcterms:modified>
</cp:coreProperties>
</file>