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6" r:id="rId2"/>
    <p:sldId id="257" r:id="rId3"/>
    <p:sldId id="258" r:id="rId4"/>
    <p:sldId id="259" r:id="rId5"/>
  </p:sldIdLst>
  <p:sldSz cx="12188825" cy="6858000"/>
  <p:notesSz cx="6858000" cy="9144000"/>
  <p:defaultTextStyle>
    <a:defPPr rtl="0">
      <a:defRPr lang="sk-s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39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EC20E35-A176-4012-BC5E-935CFFF8708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D27102A9-8310-4765-A935-A1911B00CA55}" styleName="Svetlý štýl 1 - zvýraznenie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68D230F3-CF80-4859-8CE7-A43EE81993B5}" styleName="Svetlý štýl 1 - zvýraznenie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3B4B98B0-60AC-42C2-AFA5-B58CD77FA1E5}" styleName="Svetlý štýl 1 - zvýrazneni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C083E6E3-FA7D-4D7B-A595-EF9225AFEA82}" styleName="Svetlý štýl 1 - zvýraznenie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0E3FDE45-AF77-4B5C-9715-49D594BDF05E}" styleName="Svetlý štýl 1 - zvýraznenie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505E3EF-67EA-436B-97B2-0124C06EBD24}" styleName="Stredný štýl 4 - zvýraznenie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599" autoAdjust="0"/>
  </p:normalViewPr>
  <p:slideViewPr>
    <p:cSldViewPr>
      <p:cViewPr varScale="1">
        <p:scale>
          <a:sx n="80" d="100"/>
          <a:sy n="80" d="100"/>
        </p:scale>
        <p:origin x="782" y="67"/>
      </p:cViewPr>
      <p:guideLst>
        <p:guide pos="3839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88" d="100"/>
          <a:sy n="88" d="100"/>
        </p:scale>
        <p:origin x="3072" y="7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á hlavička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sk-SK" dirty="0"/>
          </a:p>
        </p:txBody>
      </p:sp>
      <p:sp>
        <p:nvSpPr>
          <p:cNvPr id="3" name="Zástupný dátum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B28B7093-7393-4039-ACFB-1611C7D9236A}" type="datetime1">
              <a:rPr lang="sk-SK" smtClean="0"/>
              <a:t>3. 3. 2025</a:t>
            </a:fld>
            <a:endParaRPr lang="sk-SK" dirty="0"/>
          </a:p>
        </p:txBody>
      </p:sp>
      <p:sp>
        <p:nvSpPr>
          <p:cNvPr id="4" name="Zástupná päta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sk-SK" dirty="0"/>
          </a:p>
        </p:txBody>
      </p:sp>
      <p:sp>
        <p:nvSpPr>
          <p:cNvPr id="5" name="Zástupné číslo snímky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A850423A-8BCE-448E-A97B-03A88B2B12C1}" type="slidenum">
              <a:rPr lang="sk-SK" smtClean="0"/>
              <a:t>‹#›</a:t>
            </a:fld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40513958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95855" units="1/cm"/>
          <inkml:channelProperty channel="T" name="resolution" value="1" units="1/dev"/>
        </inkml:channelProperties>
      </inkml:inkSource>
      <inkml:timestamp xml:id="ts0" timeString="2025-03-03T16:11:27.16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4321 4075 0,'0'0'0,"0"-18"0,71-106 32,-18 54-32,0-18 15,388-318 1,-265 353-1,-88 18 1,-35 35 0,71 211 15,-19-16-15,-16-72-1,16-70 1,89-35-1,1-142 1,51 1 0,-34 17-1,-106 106 1,-53 0-16,0 70 16,53 71-1,-36-17 1,1-36-1,123-53 1,0-88 0,17-17 15,1-18-15,-18 52-1,-106 36-15,0 0 16,124 212-1,-53-53 1,-18-18 0,-106-106-16,36-35 15,-1 0-15,142 0 16,105-141 0,1 0-1,-195 106 1,1 35-16,70 0 15,-88 70 1,0 36 15,-54-53-31,-16-18 16,17 1-16,0-36 16,123 17-1,-35-70-15,-17 0 16,158-88-1,18 18 1,-212 70-16,71 53 16,-89 0-1,18 159 1,-35-18 0,-53-106-16,53 18 15,18-18 1,52-70-1,89-106 1,-89 53 0,18-1-1,-17 1-15,17 0 0,-35 18 16,-18 34-16,-17 36 16,-1 0-1,-35 53-15,1 0 16,69 88-1,-69-88 1,-1-53 0,18 0-1,17 0 1,1-35-16,0 0 16,34-18-16,160-71 15,-18 18 1,-159 106-1,36 0 1,-107 0-16,36 106 31,-18-18-31,1-52 32,-36-1-32,17-35 31,177-71-16,-70 18-15,-1 18 16,195-18 0,-212 53-16,-36 0 15,1 71 1,-18 35 0,0 17-1,-36-70 1,-17-18-16,106-35 31,-53 0-31,17 0 16,107-106-1,-89 71-15,177 35 32,-54 159-17,-52-53 1,-71-53-1,-70-53-15,-18-53 16</inkml:trace>
  <inkml:trace contextRef="#ctx0" brushRef="#br0" timeOffset="11034.53">8131 4957 0,'0'0'0,"-35"-18"47,0 18-16,35-35-15,-18-1 15,-17 19-15,-18 17-1,35 0 17,-17 0-1,17 0-16,-17 0 1,0 0 0,17 0 15,-35 0-15,0 0-16,36 0 15,-36 17 1,0-17-1,35 0 1,-17 0-16,35 18 16,-18-18-16,-17 35 15,-18-35 17,53 36-17,-35-36 1,17 35-1,-17-18 1,17-17 0,-17 36-1,0-36 1,35 17-16,-18 36 31,18-17-15,-35-19-1,-1 36 17,1-18-17,35-17 1,-17 17 15,17 1-15,0-19-16,0 18 15,-36-35 1,36 18 0,0 17-1,0 18-15,0 0 32,0-35-17,0 17 1,0 0-1,0 1 1,0 17 0,0-18-1,18 0 17,-18 0-32,18 18 31,17-17-16,0 17 1,-17-36 0,-18 18-16,35 1 15,-17-36 1,35 35 0,-18-35-1,0 18 1,-17-18-1,17 35 1,0-35 0,-17 0-1,35 35 17,0-35-17,-18 0 1,-17 0-1,17 0-15,53 0 32,-53 0-17,-17 0 1,17-17 0,1 17-1,-1 0 1,0-36-1,18 36 1,-18-17 0,54-19-1,-72 1 17,18 35-17,1-18 1,-19-17-1,19 0 1,-36 0 0,35-1-1,-35 1 1,18 35 0,-18-18-1,35-17 1,-35-35-16,35 70 15,-35-71 1,18 36 0,-18 17-1,0-17 17,0-18-17,0 18 1,0-18-1,0 17 1,0 19 0,0-18-1,0 17 1,0-17 15,0-1-15,0 19-1,0-19 17,0 19-1,0-18-31,-36 35 16,36-36-1,-35 19 1,35-19 15,-17 1-15,-19 17 15,36-17-15,-35 0-1,17 17 16,18-17 1,-35 35-17,0-35 32,17 35-31,-17-18 15,0 18-15,-18 0-16,0 0 15,0 0-15,-18 0 16,36 0-16</inkml:trace>
  <inkml:trace contextRef="#ctx0" brushRef="#br0" timeOffset="16504.43">8907 7426 0,'0'0'16,"0"-35"15,-35 35 47,-71 17-31,53 19-16,18-1-15,35-17-1,-35 34 1,-1-52-16,36 36 16,-53 17-1,53 0 1,-35-1-1,35-16 1,-35 70 0,35-36-1,0-17 17,-18 53-1,18-53-16,0-18 1,0 18 0,0 0-16,0-18 15,0 0 1,36 1 15,-36-19-15,35 19-1,-18-1 1,-17-17 0,36-18-1,-1 35 17,-17-35-17,17 0 16,-17 35-15,35-35-16,35 0 31,-53 0-15,36 0-16,-71-18 16,35 18-16,0-35 15,53 0 16,-70 0-15,-18 17 0,35 18-1,-17-35 1,17-1 31,-35 19-32,35 17 1,-35-35 0,18-1-1,-18 19 1,35-19 0,-35 1-1,0 17 1,0-34-1,0-1 1,36 35 0,-36-17-16,0-1 15,0 19 1,0-36 15,-18-35 0,18 52-15,0 19 0,-18-36 15,18-35-15,-35 35-1,35 17 1,0 19-1,-35-36 1,35 18 0,-36-1-1,1 19 1,18-19 0,-19 1-1,-17 35 1,36-18-1,-89 18 17,35 36-17</inkml:trace>
  <inkml:trace contextRef="#ctx0" brushRef="#br0" timeOffset="21768.03">1993 9701 0,'0'18'265,"0"0"-265</inkml:trace>
  <inkml:trace contextRef="#ctx0" brushRef="#br0" timeOffset="22517.08">4462 9684 0</inkml:trace>
  <inkml:trace contextRef="#ctx0" brushRef="#br0" timeOffset="23184.97">6967 9860 0,'0'-18'141</inkml:trace>
  <inkml:trace contextRef="#ctx0" brushRef="#br0" timeOffset="67547.17">1182 12030 0,'35'-18'141,"71"-70"-126,-89 53 1,72-18 0,-54 17-1,0 36 1,-17 0 0,17 71-1,0-18 1,1-18-1,-19 18 1,36-18 0,-17-35-1,69-53 17,-52 18-32,0 18 15,0-19-15,-35 36 16,35-35-1,-36 35 1,-17 53 0,36-18-16,-36 0 15,88 18 1,-35-53 0,35 0-1,35-35 1,71-53-1,-105 53-15,16 35 16,-87 0 0,17 17 15,-35 36-15,36 0-16,-1-35 15,0 17 1,36-35-1,-1-53 1,54-53 0,-18 71-16,70-53 15,-70 88 1,-71 0 0,0 53-1,-17-18-15,17 36 16,18-36-1,0-35 1,-35-35 0,70-54 15,-53 36-15</inkml:trace>
  <inkml:trace contextRef="#ctx0" brushRef="#br0" timeOffset="71768">2275 12665 0,'53'-36'125</inkml:trace>
  <inkml:trace contextRef="#ctx0" brushRef="#br0" timeOffset="72380.31">6350 12718 0,'0'-18'125</inkml:trace>
  <inkml:trace contextRef="#ctx0" brushRef="#br0" timeOffset="72913.92">7514 12647 0,'35'0'109</inkml:trace>
  <inkml:trace contextRef="#ctx0" brushRef="#br0" timeOffset="117525.74">1517 10001 0,'0'0'0,"18"0"156,17 0-140,18 0 0,17-17-1,-34 17 1,-19 0 0,18 0-1,18-36 1,-17 36-1,17 0 1,-18 18 15,0-18-15,-17 0-16,17 0 31,-35 53 63</inkml:trace>
  <inkml:trace contextRef="#ctx0" brushRef="#br0" timeOffset="118439.74">3951 9931 0,'18'0'94,"87"0"-79,-52 0 1,0 0-1,-17 0-15,-1 0 16,35 0 0,-17 0-1,35 0 1,1 0 0,52 35-1,-71 0 1,-34-35-1</inkml:trace>
  <inkml:trace contextRef="#ctx0" brushRef="#br0" timeOffset="119649.95">7285 9895 0,'52'0'140,"19"0"-124,-53 0-16,35 0 16,17 0-1,-35 0 1,1 0-1,-36 36 1,53-36-16,-36 0 31,18 0-15,1 0 0,34 0-16,-34 0 15,34 35 1,-35-35-1,-17 0 17,17 0-1,-17 0 0,-18 18 63</inkml:trace>
  <inkml:trace contextRef="#ctx0" brushRef="#br0" timeOffset="158256.69">3704 14676 0,'0'0'16,"35"0"109,18 0-109,18 0-1,17 0 1,-35 0-16,0 0 16,35 0-1,-53 0 1,1 0 15,-19 0 0,107 0 1,-36-36-1,-35 36-31,17 0 15,-17 0 1,0 18 0,0-18-1,-18 0-15,1 0 16,16 0 0,-16 0-1,-1 0 1,0 0-16,54 0 31,-19 0-15,-35 0-1,1 0 1,17 0 0,17 0 15,-17 0-16,0 0 1,17 0 0,19 0-1,-36 0 1,-1 0 0,-16 0-1,52 0 1,-18 0-1,-17-18 1,0 18 0,-17 0-1,-1 0 1,-53 0 78,-17 0-94</inkml:trace>
  <inkml:trace contextRef="#ctx0" brushRef="#br0" timeOffset="160389.73">8325 14764 0,'18'0'94,"88"0"-63,-89 0-31,107 0 32,-89 0-17,-17 0-15,17 0 16,71 35 0,-53-35-1,0 0 1,-18 0-16,0 0 15,-17 0-15,52 18 16,-17-18 0,0 0-1,0 0 1,-18 0-16,-17 0 16,70 0-1,-35 0 16,53 0-15,-71 0-16,18 0 16,0 0-16,-35 0 15,35 0 1,-53 35 78</inkml:trace>
  <inkml:trace contextRef="#ctx0" brushRef="#br0" timeOffset="162974">14745 5733 0,'0'0'0,"53"0"16,0 0-1,-35 0-15,70 0 16,0 0-1,1 0 1,52 0 0,-71 0-16,-17 0 15,159 0 1,-89 0 0,-52 0 15,-36 0-31,0 0 0,-17 0 15,70 0 1,18 0 0,-18 35-1,-35-35-15,0 0 16,88 0 0,-53 0-1,0 0 1,36 0-1,-18 0 1,-53 35-16,35-35 16,53 0-1,-18 0 1,-17 0 0,-35 35-1,52-35-15,36 0 31,0 36-15,17-36 0,-105 0-16,52 0 15,1 35 1,-36-35 0,-18 35-1,-52-35-15,17 0 16,53 18-1,-52-18 1,-1 0 0</inkml:trace>
  <inkml:trace contextRef="#ctx0" brushRef="#br0" timeOffset="163997.28">18326 5450 0,'18'36'63,"105"34"-48,-88-70 1,54 106 0,-1-35-1,-18-36 1,-34-35-16,-19 35 16,54 0-1,-36 1 1,18-36 15,0 35-15,-18-35-16,-52 18 140,-107 17-108,1 35-1,70-52-16,-141 70 17,53-17-17,-18 52 1,0-17 0,18-35-1,88-36-15,-17 18 16,-1-18-1,53-35 1,18 18 93</inkml:trace>
  <inkml:trace contextRef="#ctx0" brushRef="#br0" timeOffset="193937.34">15169 5380 0,'0'0'0,"0"-35"16,-71 35 62,36 35-62,0-35-16,-18 70 15,-18-34-15,-88 70 16,107-71-1,-19 53 1,-17-35 0,17 0-1,36-53-15,-18 106 16,18-71 0,0-35-1,87 0 48,1 35-48,18-35-15,211 35 32,-158 18-32,158 0 15,-106-53 1,-141 36-1,-17-36 1,-18 53 47</inkml:trace>
  <inkml:trace contextRef="#ctx0" brushRef="#br0" timeOffset="200690.78">25293 4833 0,'-35'0'78,"-18"-18"-47,0 18 0,53-17-15,-106 17 0,71-36-1,0 36-15,-54 0 31,1 0-15,53 0 0,-18-35 15,35 35-15,-70 0-1,35 0 1,0 0-1,0 0 1,18 0 0,-53-35-1,35 35 1,18 0 0,-18 0-1,0 0 1,-35 0-1,52 0 1,-16 0 0,16 0-16,-87 0 31,52 0-15,18 0-1,36 0-15,-19 0 0,-16 0 31,-19 18-15,0-18 0,19 0-1,16 0-15,19 0 16,-54 35 0,36-35-1,-18 0 1,18 0-1,-18 0 1,17 0 0,36 35-16,-53-35 15,1 0-15,-1 18 32,0-18-17,35 35 1,-35-35-16,0 0 31,36 35-15,-36-17-1,0 17 1,18 1 0,-1-19 15,1 18-16,17 1 1,-17-1 31,0-17-31,35 17-1,-18 0 1,18-17 31,-35 17-32,35-17 1,0 17 0,-18-35-1,18 35 1,0-17 15,0 17-15,0-17 31,0 17-32,0 0 16,0-17-15,0 17 0,36 1 15,-36-19-15,35-17-1,-35 36 1,17-19 15,-17 18-15,36-35-1,-36 36 17,35-19-17,-17 19 16,17-1 1,-35-17-1,18-18-15,-18 35-1,35-35 1,0 35-1,-17-17 17,17-18 15,0 35-32,-17 0 16,17-35-15,18 18 15,-18-18-15,-17 0 15,17 35-15,1-35-1,-19 0 1,18 35 0,1-35 15,-19 0-15,19 0-1,-1 18 1,53-18-1,-17 0 17,-18 0-17,-18 0 1,18 0 0,17 0-1,1 0 1,-36 0-1,0 0 1,18 0-16,0 0 16,0 0 15,18 0-15,-18 0-1,-36 0-15,71 0 31,-70 0-15,17 0 0,-17 0-1,17 0 1,36 0 0,-36 0-16,18 0 31,35 0-16,-35 0 1,-18 0 0,18 0 15,0 0-15,-17 0-16,-19 0 15,71 0 1,-35 0-1,0 0 1,0 0 0,-18 0-1,1 0 1,17 35 0,35-35-1,-35 0 1,-36 0-1,19 0 1,-19 0 0,19 0-1,-36-17 1,35 17 0,-18-36-1,19 19 1,17 17-1,-53-35 1,35 35 0,-17-18-1,17-53 1,-35 36 15,35 0-15,-17 35 15,-18-35 0,35 17 1,-35-17-17,35-1 1,-35 19-1,18-19 1,-18 19 0,0-18-1,35-1 1,-35 19 0,0-19-1,0 1 1,0 17-1,0-17 1,0 17 0,0-17-1,35 0 17,-35-18-1,0 18-16,0 17 1,0-17 0,-17 35-1,17-18 1,0-17 0,-18 35-1,18-35 1,0 17-1,-35-17 17,35 17 15,-18 18-16,18-35-16,-35 35 1,35-35 0,-35 35-16,35-18 31,-18 18-15,-17 0 30,35-35-30,-18 35 15,-17 0 47,0-36 1,17 36-64,-17 0-15</inkml:trace>
  <inkml:trace contextRef="#ctx0" brushRef="#br0" timeOffset="206620.09">19155 9013 0,'53'-105'110,"53"-54"-95,-53 71 1,0 52-1,-53 1 1,35 35 0,-18 0 46,-17 35 48,0 71-79,0-70-31,0 34 15,0-52-15,36 17 16,-1-70 47,-17 17-48,-18-17-15,35-53 16,0-18-1,1 35 1,-1 36 0,-35 105 46,53 19-31,-18-89-31,71-36 32,-106 19-32,53-36 31,-53 159 16,35-36-32,-17-34 1,52-54 0,-35-35-1,1 0 1,-54 124 31,-88 176-16,53-195 0,36-87 1,17 0-17,0 17 16,0 54 1,35 16-17,0-52-15,1 36 16,122-124 0,19-89-1,-54-35 1,-88 142-16,-35-1 15,36 1-15,-36 17 16,0 0 0,0 106 31,0 0-32,0 0-15,0-18 16,0 71-1,0-36 1,0-34-16,0-72 63,0 1-48,0-18 1,0 36-1,0 34 17,-18 54-17,-17 17 17,35 35-17,53-70 1,35-70-1,-53-19 1,142-87 0,-89 70-1,-71 18 1,-17 88 15,-17 35-15,-19 0-1,54-176 32,0 53-31,-18-1 0,0 177 30,53-52-14,-18-107-17,53-88 1,-17-35 0,-36 53-1,0-18 1,-35 71-16,0-18 15,0 18-15,0 52 63,0 1-47,-17 17-1,-19 89 1,36 17-1,-35 0 1,35-88-16,-35 0 16,35-18-16,53-141 62,158-88-31,-140 194 1,-106 265-1,88-195 0,52-176-15,-16-70-1,-54 88 1,0 35-16,-35 18 16</inkml:trace>
  <inkml:trace contextRef="#ctx0" brushRef="#br0" timeOffset="207469.28">20954 8343 0,'0'18'78,"18"35"-63,-18-36 1,35-17 0,18-53-1,0 1 1,-18 16 0,-35 19-1,18 17 1,-18-36-1</inkml:trace>
  <inkml:trace contextRef="#ctx0" brushRef="#br0" timeOffset="208671.05">18979 10160 0,'0'0'0,"35"-35"109,-17 35-93,52 0 0,1 0-1,-18-36 1,17 36-1,-17 0-15,53-17 16,-18 17 0,0 0-1,0 0 17,-70 0-32,17 0 15,1 0 1,17 0 62</inkml:trace>
  <inkml:trace contextRef="#ctx0" brushRef="#br0" timeOffset="209522.16">21483 10142 0,'18'-35'78,"70"35"-47,194 0 0,-141 0-15,53-35-1,-52 35 1,-90 0-16,1 0 16,18-35-1,-18 35 1</inkml:trace>
  <inkml:trace contextRef="#ctx0" brushRef="#br0" timeOffset="-195869.33">25434 10037 0,'35'0'94,"36"0"-79,-36 0 16,18 0-15,-18 0 0,18 0-1,0 0-15,-17 0 16,16 0 0,37 0-1,52 0 1,-88 0-1,0 0 1,-36 0 0,-17-36 109</inkml:trace>
  <inkml:trace contextRef="#ctx0" brushRef="#br0" timeOffset="-194411.98">28874 10248 0,'17'0'31,"1"0"-15,88 0 15,-71 0-15,18 0-1,0 0 1,-36 0-16,54 0 16,52-35-1,-34 35 1,16 0 0,-69 0-16,17 0 15,88 0 1,-35 0-1,-18 0 17,-35 0-32,0 0 15,105 0 1,-34 0 0,-1-35-1,71 35 1,-141 0-1,18 0-15,17 0 16,-17 0 0,-54 0 15,-17 17 0</inkml:trace>
  <inkml:trace contextRef="#ctx0" brushRef="#br0" timeOffset="-173930.11">26492 8872 0,'0'36'31,"0"-1"0,0-17 16,0 17-31,0 0-1,0 71 1,0-71-1,0 18 17,0 0-1,0-18-15,0 1-1,0-19 1,0 19-1,0-19 1,0 18 0,0 1-1,0-19 1,0 19 0,0-19-1,0 19 1,0-1-1,0-18 1,0 19 0,0-19 15,0 19-15,0-1-1,0-17-15,-35 17 16,35-18-1,0 36 1,0 0 0,0-35-1,0 17 17,0 1-1,0-19 0,-35-17 125,17 0-140,-17 0 15,17 0-15,-17 0-1,0 0 1,17 0 31,-17 0-31,17 0-1,-17 0 1,0 0 15,17 0 0,18 35-15,-35-35-16,17 36 16,-17-36-1</inkml:trace>
  <inkml:trace contextRef="#ctx0" brushRef="#br0" timeOffset="-170063.08">20037 9031 0,'0'-18'62,"0"54"16,0-1-62,0 18 0,0 0 15,0-18-15,0 18-1,0 0-15,0-35 16,0 17 15,0-17-15,0 34-1,0-16 1,35-36 0,-35 17-1,0 19 1,0-19-1,18-17-15,-18 36 16,0-1 0,0-18 15,35 19-15,-35-19-1,0 19 1,0-1-1,0-17 1,0 17 0,35 0-16,-35 18 31,0-35-15,0 17-1,0 0 1,-17-35 124,-36 0-124,35 0 0,-17 0 15,17 0-15,18 18 171,0 17-140,0-17-16,0 17 32,0 0-16,0-17 78</inkml:trace>
  <inkml:trace contextRef="#ctx0" brushRef="#br0" timeOffset="-166673.04">22965 8643 0,'0'35'47,"0"-17"-32,-18 70 1,18-17-1,0-36-15,0 0 16,-35 53 0,35-17 15,0-18-15,0 0-1,0 17 1,0-34-1,-35 17 1,35 0 0,0 17-1,-36 18 1,36-17 0,0-54-1,0 36 1,0-17-16,0 52 31,0 0-15,0-70 15,0 17-15,0 18 30,-17-35-14,17 17-17,-36-35 79,19-18-78,-18 18 15,-54-35-15,19 35-1,35 18 1,-18 17-16,0 0 31,17-35 0,36 18 32</inkml:trace>
  <inkml:trace contextRef="#ctx0" brushRef="#br0" timeOffset="-164547.36">29297 8625 0,'0'36'78,"0"70"-62,0-18-1,0 18 1,0-89-1,0 36-15,0 0 16,0-18-16,18 124 16,-18-88-1,0-18 17,35-18-32,-35 0 15,0 36 1,0-54-16,0 19 15,0 16 1,0 1 0,0 53-1,35-88-15,-35 52 16,0-17 0,0-35-1,0 17 1,-18-35 109,-17 0-110,0 0-15,17 0 16,-17 0-16,-18 0 16,18 0-1,-18 36 1,35-36 62,18 17 0</inkml:trace>
  <inkml:trace contextRef="#ctx0" brushRef="#br0" timeOffset="-138421.11">18009 11571 0,'17'-18'125,"124"-105"-109,-88 88-1,18-18 1,-54 53 15,54 17 0,-18 36-15,17 0 0,-52-53-16,70 36 15,-35-36 1,0 0 0,0 0-1,-53-18-15,35 18 16,18-71-1,-18 71 1,-17 0 0,17 0-1,36 18 1,-18 17 0,35-35 15,-35 0-16,0 0 1,-18-17-16,-17-36 16,35 53-1,-18-36-15,-17 36 32,34 71-17,19-36 1,0-35-1,-18 0 1,-1-17 0,-16 17-16,17-53 15,17 17 1,-35 36 0,18 0 15,0 36-16,53 17 1,-53-18 0,0-35-1,-35 0-15,17-35 16,0-1-16,18-17 16,18 1-1,-54 52 1,36 35 15,88 71-15,-88-106-1,18 0 1,-18 0 0,0-36-16,88-69 15,-53 69 16,-35 36-15,0 0 0,35 71-1,-35-18 1,17-53 0,-52 0-16,17 0 15,-17 0-15,17 0 16,36-71-1,17 36 1,-35 35 0,0 18-1,17 52 1,18-35 0,-17-35-1,0 0 16,-36 0-31,0 0 16,0 0 0,1 0-1</inkml:trace>
  <inkml:trace contextRef="#ctx0" brushRef="#br0" timeOffset="-124044.59">12311 7990 0,'0'0'0,"0"36"297,0-1 1484,0 0-1765,18 18-1,-18 0 1,18-35 0,17 17-1,0-35 1,-17 0 46,105-123-30,-123 87-17,106-123 1,-18 71 0,-52 53-1,-1-18 1,-17 35-1</inkml:trace>
  <inkml:trace contextRef="#ctx0" brushRef="#br0" timeOffset="-119292.78">27515 11677 0,'0'53'141,"0"0"-110,0-36-15,0 19 15,53-1-16,0-35 1,-17 0 0,16 0-16,-16 0 15,-19 0 1,36 0-16,36 0 31,-54 0-15,18 0-1,-36 0-15,72 0 32,-54 0-17,35 0 1,-52 0-16,53 0 16,-19 0-1,-16 0 1,17 0-1,0 0 1,-18 0 0,53 0-1,-53 0 1,-17 0 0,-18-18 93,35-88-93,-35-35-1,0 36 1,0 52-16,0 17 15</inkml:trace>
  <inkml:trace contextRef="#ctx0" brushRef="#br0" timeOffset="-118774.36">28521 11465 0,'53'-70'62,"0"17"-30,-18 53-17,0 0 17,18 0-17,-18 88 1,1-35-1,-1-18-15,0 18 16,-35 0 0,18-53-1,-18 18 1,0-54 46</inkml:trace>
  <inkml:trace contextRef="#ctx0" brushRef="#br0" timeOffset="-102657.23">20143 12629 0,'0'-17'125,"0"-1"-109,17-35 0,19 0-1,-1 18-15,-17 35 63,52 35-32,-70 1-31,18-36 16,17 17-1,-17 19 1,17-36-1,0 0 17,-17-18-17,35-53 1,-18 36 0,18-18-16,0 53 31,-35 0-16,17 0 1,18 18 15,-18 17-31,-17 0 32,17-35-17,0 0 16,18-17-15,-18-19 0,18 19-1,0 17 1,0 0 0,0 88-1,-18-53 1,1-35-1,-19 0 17,-17-17-32,35-19 31</inkml:trace>
  <inkml:trace contextRef="#ctx0" brushRef="#br0" timeOffset="-90120.39">2558 16986 0,'35'-70'47,"-35"17"-31,70-18 0,1 18-1,-36 18 1,-35 88 15,35 88-15,-35-88-1,0 0-15,36 0 16,-1-53 15,53-106-15,-53 53-16,-35 0 15,36 0 1,-36 71 15,-18 88-15,-17 0-16,-18 17 16,-141 300-1,88-246 1,88-160-1,18 19-15,0-89 32,0-53-17,18 18 17,0 52-17,17 1-15,18 35 31,-18 106-15,-17-71-16,-18 1 16,35-36-16,-35 17 15,88-17 1,-52-17-16,69-89 16,-34 0-1,-71 71-15,53-1 16,-35-34-1,-18 158 48,-18 141-32,18-211-15,18 17-1,17-35-15,-18 0 16,54-35 0,-18 0-16,0-71 15,35 0 1,0 35 0,-35 36-1,-53 106 16,0 52-15,0-17 0,0-35-16,0 34 15,35-105 1,36-53 15,17-88-15,-53 0-1,1 88-15,-36 0 16,0 36 0,-18 34 15,18 36-15,0-35-1,53-18 1,53-18-1,-18-35 1,-53 53 0,-17-35-16,17 35 31,-35 106 16,0-71-47,0 18 0,35-18 15,18-35 1,0 0 0,-17 0-16,16-53 15,37-52 1,-72 16 0,-17 72-1,0 70 48,-53 317-32,53-211-31,0-36 16,-105 354 15,69-442-16,1-35 17,-53-88-17,88 52-15,0 1 16,0-35 0,0-1-1,17 18-15,36-53 16,36-35-1,52-70 1,17-1 0,-105 141-1,0-17-15,-18 18 0,1 17 16,-1 0 15,0 53-15,-52 17 15</inkml:trace>
  <inkml:trace contextRef="#ctx0" brushRef="#br0" timeOffset="-89636.38">4304 16951 0,'17'-88'32,"177"-53"-17,-53 52 1,-105 54 0,-1 35-1,-35-35 1,-18 35-1</inkml:trace>
  <inkml:trace contextRef="#ctx0" brushRef="#br0" timeOffset="-88903.83">3157 16475 0,'0'0'0,"-17"70"79,17-17-64,53-53 16,88-159-15,-53 89 0,-53 70-1,-35-18 1,-18 89 31,18-36-47</inkml:trace>
  <inkml:trace contextRef="#ctx0" brushRef="#br0" timeOffset="-88717.41">3563 16722 0,'0'0'31</inkml:trace>
  <inkml:trace contextRef="#ctx0" brushRef="#br0" timeOffset="-88103.78">5362 17427 0,'0'0'0,"0"53"31,-53 141 0,53-159-15,0 1-16</inkml:trace>
  <inkml:trace contextRef="#ctx0" brushRef="#br0" timeOffset="-86737.6">5979 17480 0,'0'0'0,"0"35"31,18-52 16,35-71-31,123-142 0,-52 89-1,-89 124 1,-17 17-1,17 141 17,-35-71-17,0-35 1,0 1 0,0-72 30,88-52-30,18-18 0,17 89-1,-87 17 1,-36 70 0,0-17-16,0-17 15,-36 16-15,1 1 16,35-35-1,18-53 17,52-71-17,-52 71-15,17-1 16,53-34 15,-70 70-15,-18 35-1,0 0-15,0 54 16,0-1 0,0-53-1,71-35 1,70-141 0,-71 70-16,-17 18 15,-18-35 1,1 71-1,-54 87 17,18-35-17,0 1 1,18-36 31,35-36-32,-36 36 1,-34 177 31,17-107-31,17-70-1,89 0 1,53-141-1,-71 53 1</inkml:trace>
  <inkml:trace contextRef="#ctx0" brushRef="#br0" timeOffset="-86518.79">7743 16598 0,'-35'177'47,"0"-36"-32</inkml:trace>
  <inkml:trace contextRef="#ctx0" brushRef="#br0" timeOffset="-85287.58">7796 16969 0,'106'-159'31,"-36"71"-15,-34 17-1,-19 71 1,-17 71 15,-88 264-15,53-194-1,35-212 48,0 36-32,-35 88 0,-36 159-15,71-89 0,106-105-1,88-159 1,-71 17 0,-34 18-1,-54 89 1,-35 140 31,0-88-32,0 107 1,17-142 0,19-36 15,17-52-16,-53 35-15,35 0 16,-35 18-16,35-18 16,-35 18-1,18 52 32,70-17-16,-35 0-15,-18 0-16,71-35 16,-88 35-1,-18 35 17,0 18-17,0 0 1,0-17-16,0-1 31,88-70-15,-53-71-1,18 35 1,-35 54-16,-18-19 31,-36 142 0,1 70-15,35 1-16,-35 176 16,-18-18-1,-35-176 1,53-124 15,-1-35-31,19-71 31,-19-176-15,54 177-16,17-1 16,18 18-16,-18 0 15,124-70 1,-35 88 0,-107-18-1,19 35 1</inkml:trace>
  <inkml:trace contextRef="#ctx0" brushRef="#br0" timeOffset="-85087.33">9472 17233 0,'0'53'31,"0"18"-31,0-18 16,-18 105 0,-17-17-1</inkml:trace>
  <inkml:trace contextRef="#ctx0" brushRef="#br0" timeOffset="-82837.35">9913 17216 0,'17'0'63,"54"-89"-32,70-69-16,18 16 1,-89 107 0,-35 35-1,-35 88 1,0 54 0,-17-37-1,17-69 1,35-107 15,89-88-15,-19 36-1,-34 88 1,-36 35 0,-35 70 15,0 54-16,-17 17 1,17-106 0,88-106 15,0-34-15,-35 52-16,0 0 15,53 0 1,-71 53-1,-35-35 48,-35 35-32,-1 35-31,19 18 16,-19 0-16,1-18 15,-35 124 1,70-142 0,35-17-1,18-35-15,35-53 16,-53-18 0,-35 35-1,-17 177 32,-19 35-31,72-123-1,34-18 1,1-35 0,-1-18-1,107-176 1,-124 105-1,-18 54 1,-35 17 0,-18 88 46,-35 71-46,53-36-1,-158 230 1,122-176 0,36-89-1,106-141 32,-35 18-31,-54 53-16,19-18 31,-36 106-15,-36 70-1,36 1 1,0-89-16,36 0 16,-1-35-16,0 0 15,194-141 1,-123 18-1,-70 52 1,-1 71-16,-35-35 16,0 70-1,-18 53 1,18-35 0,-35 0-1,35-35-15,35-18 16,18 0-1,18-71 1,-18-35 0,-53 71-16,35 17 15,-53 124 32,-52 176-31,70-105-16,-71 17 15,71-53-15,-35-35 16,35-53-16,-35-18 16,-1-35-1,1-106 1,35 53 0,0-17-1,71-89 1,-19 124-1,37-18 1,-36 17-16,-18 36 16,18-35-16,-18 35 15,0 0-15</inkml:trace>
  <inkml:trace contextRef="#ctx0" brushRef="#br0" timeOffset="-82514.94">12576 16422 0,'-18'88'31,"-17"35"-15,0 36-1,35-106-15</inkml:trace>
  <inkml:trace contextRef="#ctx0" brushRef="#br0" timeOffset="-82304.78">12682 17198 0,'0'0'0,"-71"229"15,71-158 1,-53-1 0</inkml:trace>
  <inkml:trace contextRef="#ctx0" brushRef="#br0" timeOffset="-80087.42">13052 16863 0,'0'0'15,"18"-18"1,-89 142 47,-35 281-32,230-511 0,17-52-15,-106 87-16,-35 1 15,0 17-15,0 0 16,0 17 0,-17 72 15,17-1-16,0 0-15,141-35 32,53-53-17,-88-17 1,-36 17-16,18 0 16,-35 0-16,35-88 15,-88 18 16,0 105-15,0 36 15,-105 281-15,16-16 0,37-54-1,52-194-15,123-141 63,-35-17-32,-53 158 16,-35-17-32,71-18 1,70-18 0,-106-52-1,18 34 1,-70 36 15,-72 159-15,89-88-1,0-36 1,36-35-16,-1 0 16,18-18-16,-18-17 15,53-106 1,-88 106 0,0 70 30,-70 124-30,70-89 0,88-70-1,-35 0-15,70-70 16,19-19-16,-37-16 16,89-301-1,-158 247 1,-1 106-1,-88 141 17,-18 142-17,19-19 1,16-158 0,36 0-16,18-70 46,17-36-30,-35 17 0,0 54-1,-70 70 1,17 36 0,53-54-1,53-70-15,52 36 16,-34-72-1,88-70 1,-124 71 0,0 35-1,-52 0 1,-19 124 0,36-36 15,18-88-16,88-35 1,0-107 0,-53 125-1,-53-18 1,0 70 0,-53 106-1,0-18-15,-53 213 16,-35 16-1,88-246-15,-18-35 16,36-36-16,0-35 16,0-18-1,35-88 1,0-17 0,17 52-1,71 1 16,-70 70-31,17-35 0,18 35 16,35-71 0,-52 36-16,-1-18 15,0 0-15</inkml:trace>
  <inkml:trace contextRef="#ctx0" brushRef="#br0" timeOffset="-79937.19">15680 16210 0,'0'88'47,"-53"53"-31</inkml:trace>
  <inkml:trace contextRef="#ctx0" brushRef="#br0" timeOffset="-69649.1">16721 17092 0,'53'-35'47,"0"-71"-32,35 53 1,0-70-16,18-1 31,-18-17-15,0-124 15,-52 195-31,-36-54 16,35 19-1,-35 52 1,0-18 0,-18 36-16,18 0 15,-53-107 1,0 37-1,1 52 1,52 17-16,-71 1 16,-17-35-1,35-1 1,0 36 0,53-18-1,-71 53-15,36-35 16,-18-1-1,-35 1 1,70 35-16,-17-35 16,0 35-16,17-53 15,-17 53-15,0-36 16,-54-16 0,54-1-16,18 53 15,-89-36 1,18 1-1,35 0-15,-53 0 16,0-18 0,-18 17-1,-17 1 1,53 35-16,18-35 16,-1 35-16,-70-35 31,-18-1-31,36-17 31,-18 18-15,70 35-16,-70-35 15,53-1 1,-53 1 0,0 0-1,88 35-15,-18 0 16,-88-35-1,18-1 1,53 36 0,35 0-16,0 0 15,18-17-15,0 17 16,-71-36 0,53 36-1,-35-35 16,70 35-31,-35 0 16,18 0-16,-53 0 16,35 0-1,0 0 1,18 0 0,-1 0 15,-17 0-16,36 0 1,-18 0 0,-18 0-16,0 0 15,17 0 1,1 0 0,0 0 46,17 0-31,-35 0-15,18 0 0,17 0-1,-17 0 1,18 0-1,-19 0 95,36-35-95</inkml:trace>
  <inkml:trace contextRef="#ctx0" brushRef="#br0" timeOffset="-67404.62">12558 14111 0,'-17'0'109,"-19"-35"-93,1 35 0,0 0-1,-18-35-15,18 35 16,-54-36 0,1 36-1,0-35 1,0 35 15,35-35-31,-53 35 16,18-18-1,0-17 1,-53 35 0,17-35-1,-70-1 1,53 1-1,53 35 1,35-35-16,0 35 16,18 0-16,-53-36 15,-1 36 1,-16-35 0,16 35-1,54-35 1,17 35-16,-70-18 31,18-17-15,17 35-1,35 0-15,-17 0 16,-89-35 0,89 35-1,-18-36 1,0 36-1,0 0 1,18 0-16,0 0 16,0 0-1,17 0 1,-17-17 0,-1 17-1,1 0 1,-53 0 15,35-36-15,18 36-16,17 0 15,-88 0 1,53 0 0,0 0-1,-35 0 1,-53 0-1,53 0 1,-18 0 0,0 18-1,18-18 1,35 35-16,-35-35 16,17 0-1,54 18 1,-18-18-1,-18 0 1,35 35 0,-17-35 15,-1 0-15,-34 0 15,17 36-16,-35-36 1,35 0 0,35 0-16,-52 35 15,17 0 1,17-35 0,-16 18-1,16-18 1,-52 35 15,88 0-15,0-17 31,0-53 93</inkml:trace>
  <inkml:trace contextRef="#ctx0" brushRef="#br0" timeOffset="-66421.99">7531 13494 0,'0'17'94,"0"107"-47,0-89-16,0 53-15,0-52-1,0 17 1,0-36-1,36-17 157,-1 0-156,-17 0 0,52 0-1,-35 0-15,-17 0 47,17 0 0,-35-53-31</inkml:trace>
  <inkml:trace contextRef="#ctx0" brushRef="#br0" timeOffset="-52956.15">1288 8572 0,'35'-17'62,"0"17"-15,53 0-31,53-35-1,-17 35 1,-36 0-1,-17 0 1,-18 17-16,35-17 16,0 0-1,-70 0-15,34 0 16,90 35 0,-54-35-1,18 0 1,-18 18 15,-35-18-31,0 0 16,-18 0-16,18 35 0,0-35 15,35 0 1,0 0 0,18 0-1,-71 0-15,18 0 16,71 0-1,-36 36 1,18-36 0,-71 0-16,18 0 15,70 0 1,-70 0-16,18 0 16,-1 0-16,54 0 15,-54 0 1,-17 0-16,141 35 15,-53-35 1,-17 0 15,17 0-15,-18 0 0,-52 0-16,-36 0 0,1 0 15,-1 0 1</inkml:trace>
  <inkml:trace contextRef="#ctx0" brushRef="#br0" timeOffset="2155.38">8149 4886 0,'0'0'0,"0"35"32,-35-35 61,-1 0-61,19 0-17,-19-17 1,1 17-1,35-36 1,-18 36 0,-17 0-1,18-17 1,-19 17 15,1 0-15,17 0-1,-17 0 1,17 0 0,-35 0-1,18 0 1,18 0 0,-19 0-1,19 0 16,-72 35-15,37 0 0,16-17-1,1-18 17,0 0-17,35 35 1,-18-35-16,18 35 15,-35-35 17,35 18-17,-18-18-15,18 35 32,-35-35-17,0 18 1,17 17 46,-17-35-46,17 36 15,-17-19 16,35 18-31,-35-35 15,17 36 0,18-19 0,-35 19 32,35-19-47,0 19 30,0-1-14,0-18 93,0 19-110</inkml:trace>
  <inkml:trace contextRef="#ctx0" brushRef="#br0" timeOffset="2741.73">7761 5574 0,'0'35'15</inkml:trace>
  <inkml:trace contextRef="#ctx0" brushRef="#br0" timeOffset="3745.92">8819 7832 0,'-35'-18'78</inkml:trace>
  <inkml:trace contextRef="#ctx0" brushRef="#br0" timeOffset="4239.26">7249 5045 0,'53'35'110,"18"53"-95</inkml:trace>
  <inkml:trace contextRef="#ctx0" brushRef="#br0" timeOffset="4747.16">8854 7973 0</inkml:trace>
  <inkml:trace contextRef="#ctx0" brushRef="#br0" timeOffset="5171.93">8025 5927 0,'0'0'0,"0"-18"47,0 0-32</inkml:trace>
  <inkml:trace contextRef="#ctx0" brushRef="#br0" timeOffset="5507.82">8819 7902 0,'-35'-17'157</inkml:trace>
  <inkml:trace contextRef="#ctx0" brushRef="#br0" timeOffset="6839.6">23476 5786 0</inkml:trace>
  <inkml:trace contextRef="#ctx0" brushRef="#br0" timeOffset="13238.1">22788 14570 0,'0'-36'94,"0"-228"-63,0 35-15,0-71-1,0 176-15,0 54 16,89-71 0,-89 70-16,35-35 15,0-17 1,-35 34-1,0 37 1,0 16 0,-35 72 46,0 140-31,-18-123-31,17 159 32,1-89-32,35 0 15,0 354 1,0-371 0,0 211-1,0-282-15,0 1 31,0-54 94</inkml:trace>
  <inkml:trace contextRef="#ctx0" brushRef="#br0" timeOffset="22119.58">23053 15081 0,'0'0'0,"-35"53"16,17-18 15,18-17-15,0 17 15,35-52 125,89-142-140,17-141-1,18 0 1,17-17 0,-35 17-1,-88 141 1,0 18-1,-18-18 1,1 36 15,-36 70-31,0 0 16,0 18 0,-18 35 15,0 0-16,-17 17 1,35 19 0,-35-1-1,-1 71 1,36 17 0,-35 36-1,35 88 1,-35 17-1,35-105-15,-35 141 16,-18 0 15,53-124-15,-36-52 0,36-89-1,0-158 16,18-19-15,-18 54-16,71-18 16,34-158-1,19 87 1,-71 125 0,-53 87 15,-18 124-16,-52-18 1,17-35 15,53-89-31,-36-17 16,36-53 15,0 18-15,0 17-1,18 124 17,53 88-17,-36-123-15,0-18 16,89-18 0,-18-194-1,-1-123 1,-52 88-1,-17 88 1,-36 71-16,-18 35 47,18 53-31,0-36-1,18-17 1,17 0-1,18-70 1,-18 35 0,-35 123 31,-35-18-32,35 195 1,53-89-1,17-176 1,54-70 15,-71-1-31,17-35 16,1-17 0,-36 35-1,-35 35-15,0 0 0,0 35 16,-18-17-1,18 0 1,-70 88 0,70-1-1,-36 231 1,36-107 0,36-35-1,17-141-15,-18 35 16,106-105-1,0-159 1,-35 52 0,-106 107-1,53-1 1,-53 1 0,0 34-1,35 54 1,-35 17-16,0 53 15,0 18-15,0 0 0,0 0 16,0 70 0,0-105-1,-35-71 1,0 0-16,-18-106 31,53 18-15,35-18-1,36 18 1,-19 17 0,54-52-1,159-195 1,-195 124 0,-70 35-1,0 89-15,0 35 16,-17-18-1,-19 53 1,-16 35 0,-1 124-1,17 88 1,36-71-16,0 36 16,0-1-16,0 54 15,18-194 1,17-36-16,-17-35 15,17 0-15,89-141 16,-36-36 0,-53 36 15,0 88-31,-35 18 16,0 0-1,0 52 16,-35 142-15,35-35-16,0-36 16,71 18-1,17-142 1,71-228 0,-36 70-1,-17 0-15,35-177 16,-141 248-16,53-1 15,-53 71-15,0 1 16,-35 122 31,-1 301-31,36-107-1,0-176 1,18-141 31,-18-35-32,0 18 1,-18 70 0,1 0-1,-71 141 1,88-35-1,-53-18-15,53 0 16,53 53 15,-18-141-31,159 0 32,-177 0-17,19 0-15,-36-18 31,0-87-31</inkml:trace>
  <inkml:trace contextRef="#ctx0" brushRef="#br0" timeOffset="22603.53">26281 13935 0,'0'-18'16,"17"18"62</inkml:trace>
  <inkml:trace contextRef="#ctx0" brushRef="#br0" timeOffset="23036.01">27127 13300 0,'0'17'31,"0"124"-15,0 36-1,36-177 1,-1 0 0,53-124-1,-17-34 1,-36 87-16,-17 1 15,-18 34 17,0 72-17</inkml:trace>
  <inkml:trace contextRef="#ctx0" brushRef="#br0" timeOffset="23420.29">27639 14464 0,'0'-18'47,"70"1"-31,19-19-1,52 1 1,-106 0-1,-17 35 1,-36 35 31</inkml:trace>
  <inkml:trace contextRef="#ctx0" brushRef="#br0" timeOffset="28470.27">28239 15046 0,'17'-88'62,"19"17"-46,16-88 0,37-123-1,-19 123-15,1 1 16,35-195-1,-36 194 1,-35-35 0,1 106-1,-36 17 1,35-105 0,-35 141-1,-35-18 1,-1 53-1,-52 0 1,35 0 0,53 17-1,0 36 1,0-17 0,0-1-16,0 71 15,0 105 1,36 72-1,-36-1 1,0-123 0,0 141-16,0-89 31,0-105-15,0-53-1,0-177 32,0 19-31,0 16-16,53-16 15,52-248 1,19 176 0,-89 89-1,0 88 1,1 36-1,-36 69 1,-18 19 0,-35-1 15,0-52-15,36-71 15,-19-35-16,36-1 1,18 89 15,17 106-15,18 17 0,18-87-1,-36-89-15,-17 0 16,105-159-1,-70-71 1,-18 54 15,-35 106-31,0 17 16,0 35 0,0 53 30,18-35-30,17-53 0,0 0-1,1 1 1,-36 140 31,0-18-32,-18 160 1,53-36 0,36-159 15,17-53-15,-53-35-16,18-17 15,-17-36-15,-1 18 16,35-106-1,-70 123 1,0 18 0,-17 53-16,-1 0 31,-17 124-15,0 87-1,35 19 1,0-107-16,0-52 15,70-36 1,18-106 15,53-158-15,-88 123-16,-17 18 16,-1-124-1,-35 177 1,35 53 15,0 193-15,-35-34-1,0-1 1,0-88 0,0-70-1,-53-18-15,1 0 16,16-70-1,36-1 1,0 18 0,0 0-1,71 0 1,193-229 0,-17 0-1,-53 17 1,-123 142-16,-36 17 15,-35-88 1,-17 106 0,-72 70-1,36 18 1,18 0 0,0 194-1,35 18 1,0 88-1,0-18 1,0-123 0,0 52-16,18-52 31,17-106-31,0-53 16,0 0-16,18 0 15,0 0-15,0-53 16,123-229-1,-87 70 1,-89 89 0,0 52-16,0 18 15,-71-17 1,36 70 0,17 52-1,18 19-15,0 105 16,0-52-1,18 158 1,17-229 0,36-53-1,-36-35 1,35-53 0,-17 17-16,159-264 31,-141 211-16,-71 107-15,35 17 16,-35 53 15,0 123-15,0 36 0,0-54-1,0-140-15,18-36 31,17-123-15,18 18 0,0-18-1,0 88 1,-53 18-16,52 35 0,-52-36 31,0 54-15,0 88-1,0-18-15,0 0 16,0 36 0,18-124-1,35-18 1,-18-35-16,1 0 16,52-88-1,-18 18 1,-34 87-1,-36 19 1,0 52 0,0 141 15,35-70-15,-17-71-1,52-35-15,-35 0 16,54-194-1,-54 71 1,-35 52 0,0 195 31,0-1-32,-35 671 1,-18 17-1,53-493-15,0 158 16,-53-194 0,0-193-1,-18-54 17,36-35-32,0-18 15,-71-246 1,53-36-1,53-53 1,53 141-16,0 1 16,158-477-1,-69 282 1,-90 194 0,-52 142-16,0-1 15,-52-17 1</inkml:trace>
  <inkml:trace contextRef="#ctx0" brushRef="#br0" timeOffset="28690.23">32348 12083 0,'0'176'47,"53"371"-31,-53-318-16</inkml:trace>
  <inkml:trace contextRef="#ctx0" brushRef="#br0" timeOffset="37753.08">22930 16863 0,'0'-18'15,"35"-141"1,35 18-1,71-370 1,-105 264 0,-1 159-1,-35 352 48,0-70-48,53 300 1,-53 265 0,0-460-1,0-193 1,0-70 0,0-72-1,-18-158 1,18-159-1,0-140 1,89-19 0,-54 441-1,-35 36 17,35 176-1,18 89-16,-53-107-15,35-35 16,36-88 0,52-158-1,54-266 1,-142 354 0,-35 52-1,0 177 16,0 52-15,0-87-16,35-18 16,-17-106-1,17-159 1,18-88 15,-53 194-15,-106 0-1,89 53-15,-19 0 16,-17 0 0,53 53-16,0 0 15,0 88 1,53-141 0,0-17-1,0-36-15,106-106 16,-89 106-1,1 53 1,-36 70 0,-35 107-1,0-71 1,0-53-16,0 52 31,0-175 0,71-124-15,-36 123 0,124-87-1,-124 158 1,0 70 0,-35 18-16,0 1 15,0 52 1,0-212 15,53-88-15,0 36-1,-35 52 17,-18 212-1,0 36-16,0-89-15,70 88 16,-52-176 0,35-35-1,17-124 1,1 89-16,35-89 16,17 36-1,-70 52 1,-17 53-1,-54 18 17,-17 0-17,-18 36 1,53 17-16,-53 17 16,53 18-1,-53 18-15,53-18 16,0 124-1,35-212-15,18-106 32,0-88-17,0 106-15,-53 0 0,0 17 16,0 1 0,0 123 15,0 141-16,0-18 1,70-105 0,-34-71-1,70-71 1,-71-35-16,53-176 31,-88 176-15,0 71-1,-18 35-15,18 35 16,-17-35 0,17 35-1,53-52 17,-36-19-17,-17 107 16,0 88-15,-17 70 0,17-88-1,17-88-15,54-53 16,52-88 15,54-124-15,-1-17-1,-88 123-15,0-17 16,-105 246 31,-71 248-31,88-213-1,0-122 1,17-89-1,19-88 1,-36 70-16,0-53 16,0 54-1,0 158 32,35 247-31,18-176-1,0-159 1,52-106 0,37-158-1,-90 140-15,54-105 16,-70 123 0,-36 300 15,0 159-16,0-212 1,35-141 0,-35-71-1,35-123 1,-35 106 0,35-106-1,1 53 1,-36 353 15,53 211-15,-18-247-1,0-176 1,36-123 0,70-195-1,-71 177-15,-34 53 16,-1 18-16,-35 34 15,0 89 1,0-18 0,0 89-1,0-106-15,0-36 47,0-35-31,-18 18-16,-52-18 15,52 53 1,-35 0 0,18 106-1,35 105 1,70 107 0,19-265-1,34-53 1,-70-36-1,0-34-15,-18-36 0,-35 18 16</inkml:trace>
  <inkml:trace contextRef="#ctx0" brushRef="#br0" timeOffset="38019.15">27833 15381 0,'0'88'16,"0"36"0,0-36-1,18-53 1,87-123-1,-105-18 1</inkml:trace>
  <inkml:trace contextRef="#ctx0" brushRef="#br0" timeOffset="38286.49">28274 16140 0,'53'-18'31,"53"-17"-15,52 35-1,-105-36 1,-17 36 0,-36-17-16</inkml:trace>
  <inkml:trace contextRef="#ctx0" brushRef="#br0" timeOffset="39085.63">29385 16140 0,'106'-36'47,"35"-52"-31,-123 88 0</inkml:trace>
  <inkml:trace contextRef="#ctx0" brushRef="#br0" timeOffset="40071.49">30002 15804 0,'-70'0'31,"35"106"-15,35-18-16,0 106 16,0-105-1,17-89 1,71-71 15,-88-17-31,53-18 16,-53-176-1,-17 194 1,-1 52 0,-17 125 15,35-54-15,17 0-1,54-70 1,-36 0-16,1-1 15,34 19 1,-35 17 0,-35 158-1,0-87 1,0 17-16,0 71 31,36-159-15,-19-35-1,19-18-15,-36 17 16,0-16-16,0-1 16,35-88-1,0 70 1,36 36 0,-36 35-16,0 0 15,18 88 1,-35-70-1,-18 17 1,35-70 0,-35 17-1,35 18-15,-35-88 16,0 317 46,0 159-46,0 159 0,0-53-1,0-159 1,-53-194 0,18-141-16,-18 0 15,-17-71 1,34-123-1,36-17 1,0 87-16,53-70 16,71 18-1,-1-36 1,-87 18 0,-36 124-1</inkml:trace>
  <inkml:trace contextRef="#ctx0" brushRef="#br0" timeOffset="40235.22">30849 14640 0,'0'18'31,"0"17"-31,-18 36 16,18-1-16</inkml:trace>
  <inkml:trace contextRef="#ctx0" brushRef="#br0" timeOffset="44518.29">11606 15187 0,'-18'0'15,"-17"-35"17,0 0-17,-1 35 1,-69-36-1,16 36 1,-140 0 0,106 0-1,-18 0 1,70 18 0,36-18-1,-89 70 1,54-34-1,17-1 1,17-35-16,1 18 16,-18 35-1,18-53-15,0 88 16,-1-35 0,36 0-1,0-1 1,-35 1-16,35-35 15,0 70 1,0-70 0,0 17-1,0 18 1,71 0 15,-18 18-15,-18-19-1,53 19 1,0-53 0,-35 17-1,0-35 1,0 35-16,0-35 16,18 0-1,-36 0-15,-18 0 16,36 0-1,18 35 1,-36-35-16,0 0 16,36 0-1,-18 0 1,-18 0-16,18 0 0,18 0 31,-1 0-15,18 0-1,-52 0 1,52 0 0,-70 0-16,17 0 15,35 0 1,-34 0-16,-19 0 16,71 0-1,-70 0 1,53 0-1,-36 0-15,0 0 16,106 0 0,-88 0-1,-35 0 1,35 0 0,0 0 15,35-17-16,-35 17 1,-18 0 0,0 0-16,1 0 15,-19 0-15,19 0 0,-1-35 16,18 17 0,35-17-1,-35 35-15,0 0 16,70-36-1,-70 36 1,0-35 0,-18 35-1,1-35-15,17 0 16,-18-36 15,-35 18-15,0 0-1,0 18-15,17 0 16,-17-18 0,36 0-1,-36 35 1,0-17 0,0-18-1,0 18-15,0 17 16,-18-70-1,-52 35 1,-19 0 0,54 53-16,-18-71 15,0 71 1,-53-52-16,18 16 16,0 36 15,-53 0-16,35 0 1,18 0 0,0 0-1,-36 0 1,54 0-16,-1-35 16,18 35-16,-17 0 0,-89 0 31,53 18-16,53-18-15,-70 53 16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95855" units="1/cm"/>
          <inkml:channelProperty channel="T" name="resolution" value="1" units="1/dev"/>
        </inkml:channelProperties>
      </inkml:inkSource>
      <inkml:timestamp xml:id="ts0" timeString="2025-03-03T16:19:51.66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5203 2117 0,'141'0'140,"-17"-18"-108,-54-17-17,-17 35 1</inkml:trace>
  <inkml:trace contextRef="#ctx0" brushRef="#br0" timeOffset="15246.02">25223 2575 0,'0'-35'63,"0"-18"-32,35-88-16,124-106 1,70-106 0,-88 194-1,-53 54 1,-53 52 0,-70 88 30</inkml:trace>
  <inkml:trace contextRef="#ctx0" brushRef="#br0" timeOffset="15683.01">25258 1729 0,'88'88'63,"-35"-18"-48,35 36-15,141 212 16,-35-142 0,-70-141-1,-71-35 1,-18 0-16,-35-17 47,-70-1-16</inkml:trace>
  <inkml:trace contextRef="#ctx0" brushRef="#br0" timeOffset="20332.36">6138 2663 0,'0'0'15,"0"-17"1,0-1 0,35-35-1,-35-17 1,53 52 0,71-141-1,17-17 1,35-89-1,-35 18 1,-70 89 0,-71 87-1,0 53 1,-18 18 0,1 0-1,-19 53 1,36 0-1,-35 0 1,35 0 0,-35 35-1,-1 142 17,1 17-17,0-89 1,35-87-16,0-18 15,-35 17 1,52-193 31,54 35-31,52-124-1,-34 89 1,-37 87-1,-52 89 1,0 0 0,0 88-16,0-17 31,0-71-15,89-124 15,34-176-16,-70 124 1,-18 70 0,-35 70 15,-17 160-15,17-36-1,0-18 1,0-105-16,17-18 31,71-71-15,-35-34-1,-17-19 17,-36 89-32,0-18 15,0 71 16,-18 87-15,18 36 0,0-17-1,88-71 1,71-177 0,-71 19-16,-17-1 15,70-88 1,-106 194-1,-35 17 1,0 107 0,0 35-1,0-71 1,0 35 0,0-105-1,-18 17-15,-17-35 31,-71-159-15,106 106 0,53-17-1,0 35-15,18-36 16,35 18-16,17-70 16,230-177-1,-283 159 1,-52 53-1,-18 52-15,-35 36 32,-1 53-1,36 124-15,-35 105-1,35-176-15,0 88 16,0-141-1,0-71 17,0-53-17,0 18-15,0 1 16,-35 52 0,17 0-1,-35 123 1,53-52-16,0 17 15,0-35-15,0 70 16,88-123 0,54-35 15,16-177-15,-87 124-16,17-35 15,-88 87 1,0 19-1,-35 17 1,35 35-16,-35 71 16,35 52-1,52-34 1,54-124 0,-18-88-1,-17 17-15,-36-70 16,1 0-1,-36 123 1,-18 195 31,18 211-31,-53 35-1,0-105 1,18-213-16,35-34 15,-71 0 1,18-71 0,0-124-1,53 36-15,0-36 16,124-228 0,-36 211-1,247-265 1,-229 265-1,88-159 1,-159 212 0,-35 70-1,-17 71 32,-19 106-31,36-71-16,0 71 15,0-71 1,-123-159 47,70 54-48</inkml:trace>
  <inkml:trace contextRef="#ctx0" brushRef="#br0" timeOffset="20615.99">9507 1376 0,'0'17'63</inkml:trace>
  <inkml:trace contextRef="#ctx0" brushRef="#br0" timeOffset="21185.08">9948 2064 0,'0'-53'15,"35"0"-15,-35 0 16,53-18 0,-35 36-1,-54 159 17,1 70-17,35-106-15,0-18 16,18 1-1,70-71 1,18-106 0,-71-35-1,18 88 1</inkml:trace>
  <inkml:trace contextRef="#ctx0" brushRef="#br0" timeOffset="21398.96">10160 1499 0,'123'0'31,"-88"0"-31,1-17 15,34-19 1</inkml:trace>
  <inkml:trace contextRef="#ctx0" brushRef="#br0" timeOffset="23882.31">9860 1411 0,'0'35'62,"0"54"-46,0-54-16,0-18 31,17-17-15,36-105-1,-17 16 1,-1 1 0,-35 35-1,17 53 63</inkml:trace>
  <inkml:trace contextRef="#ctx0" brushRef="#br0" timeOffset="24932.11">10689 2170 0,'53'0'31,"88"0"-16,-106 0 1,-17 0 0,35-36-1,-18 19 1</inkml:trace>
  <inkml:trace contextRef="#ctx0" brushRef="#br0" timeOffset="26415.3">11729 2346 0,'0'0'0,"18"-35"46,17-106-30,36 35-16,-1 18 16,89-142-1,-141 195 1,17 88 31,-35 88-32,0-53-15,0 71 16,-18-124 0,18 0-16,0-70 31,71-124-15,-1 36-1,1 35 1,-36 88 15,1 88-15,-36 35-1,0 1 1,0-106 0,17-18-1,36-18 1,35-88-1,18-35 1,-53 88-16,0 35 16,-35 18-16,-18-35 15,-53 106 48,-53 70-48,71 0 1,-1-71 0,72-70 15,87-141 0,-123 88-31,53 1 16,-53 34-16,0-17 15,35 35 1,-52 88 15,17 35-15,0-52-16,0-36 16,53-35-1,70-106 1,-35-17-1,-88 88-15,18 35 16,-18-36 0,0 72-1,-18 69 17,18-16-32,-35 52 15,35 35-15,-53-35 0,53-17 16,-53 105-1,-17-123 1,52-106 0,-17 0-16,-18-106 31,53 0-15,17-35-1,72 0 1,-37 70-16,1 18 15,0-17 1,-17-1 0,-1-17-1</inkml:trace>
  <inkml:trace contextRef="#ctx0" brushRef="#br0" timeOffset="26598.43">13246 1640 0,'0'0'0,"0"-35"62</inkml:trace>
  <inkml:trace contextRef="#ctx0" brushRef="#br0" timeOffset="27998.47">13158 1958 0,'0'0'15,"88"-159"32,-52 89-31,-1-1-16,0 0 15,0-52 1,-35 70 0,-17 53-1,-19 0 1,19 0 0,17 53-1,-35 0-15,35 0 16,0 106-1,0-71-15,0 0 16,-89 194 0,89-158-1,-17-89 1,34-106 31,19-17-32,52-71 1,0 89 0,-53 70-16,-17 18 31,-18 123-15,-18-71-16,18 1 15,0-1 1,88-140 15,-17-36-15,0 0-1,-19 0 17,-52 142 14,0 34-30,-17 54 0,17-1-1,0-105 1,53-36 0,35-53-1,-53 19-15,18-54 16,18 18-1,-36-1 1,-17 89 0,-18 53 15,-71 71 0,53-1-15,18-52-1,18-36 1,53-88 0,-36 0-16,0 0 15,-17 18-15,-18-18 16,88-53 0,-35 71-1,-18 123 16,0 53-15,-35-70-16,0-1 16,-17-34-1,-1-36 1,-35-18 15,0 0-15,53-35-1,0 18-15</inkml:trace>
  <inkml:trace contextRef="#ctx0" brushRef="#br0" timeOffset="29532.11">14428 1993 0,'0'-35'31,"35"0"-15,-17-18-16,52-88 16,19-1-1,-54 1 1,-35 71 15,0 35-15,0 70 15,0 106-15,0-53-16,0 0 15,-18 142 1,18-213 0,0-87 30,0 17-14,-88 141 15,88-17-32,0-1-15,0-35 16,0 1-16,71-1 31,70-159-15,-53 1-1,-53 52 1,0 36-16,-35 0 16,-17 88 30,-18 0-30,35 17-16,0 18 16,-18 89 15,53-177-31,53-88 31,-52 35-31,-1-18 16,-35 18-16,53 0 15,-18-17 1,-35 123 15,-35 229-15,35-106 0,-106 371-1,35-300 1,19-141-1,16-106-15,36 18 16,-17-18 0,17-89-1,0-16 1,0 16 0,35-17-1,124-123 1,-124 159-16,0 17 15,-35 17-15,36-16 16,-36-1-16,35 0 16,-35 17-16</inkml:trace>
  <inkml:trace contextRef="#ctx0" brushRef="#br0" timeOffset="29684.95">15363 1729 0,'35'0'63</inkml:trace>
  <inkml:trace contextRef="#ctx0" brushRef="#br0" timeOffset="30081.54">15345 2134 0,'141'-194'46,"-105"88"-30,-1 54-16,-35 16 31,0 107 16,-35 88-31,35-71-16,0 0 15,0 53 1,-18-141 15,-70-18-15,70-35 0,18-17-1</inkml:trace>
  <inkml:trace contextRef="#ctx0" brushRef="#br0" timeOffset="30330.7">15680 1623 0,'0'35'31,"0"0"-16,0-17 1,0 17-16,124-105 31,-54-89-15,-34 106 0</inkml:trace>
  <inkml:trace contextRef="#ctx0" brushRef="#br0" timeOffset="30747.75">15857 1940 0,'0'0'0,"35"-17"16,-35-19-16,35 1 16,-70 141 46,-53 141-46,88-194-1,53 17 1,70-70 0,54-106 15,-125 36-31,-16-1 15,17-105 1</inkml:trace>
  <inkml:trace contextRef="#ctx0" brushRef="#br0" timeOffset="30997.74">16209 1517 0,'0'0'0,"18"-35"16,70-1 0,89-52-1,-36 53 1,-124 0 15,-34 35 0</inkml:trace>
  <inkml:trace contextRef="#ctx0" brushRef="#br0" timeOffset="41529.92">5962 3034 0,'53'0'94,"0"0"-79,52 0 1,72 0 0,-107 0-1,-17 0 1,-18 0 62</inkml:trace>
  <inkml:trace contextRef="#ctx0" brushRef="#br0" timeOffset="55412.27">7814 2857 0,'0'0'0,"35"-35"15,-35 70 17,0 54-17,0-54-15,-18 36 16,18-19 15,-35-16 0,35-54 1,0-17-17,18-53 1,140-54-1,-87 107 1,-36 35 0,-35 18-1,0 88 1,0-71-16,0 53 16,-17-70-1,34-106 63,71 17-62,-70 36 0,17 35-1,-35 17-15,36 36 16,-36 36-1,0-72 1,17 18 0,107-140 15,-54 16-15,1 19-1,-36 35 1,-88 87 46,18-16-30,17 70-17,-17-18 1,35 0-1,0-70 1,88-71 0,-70-35-1,17-18 1,-35 88 0,0-17-1,-35 70 16,35 18 1,0-18-32,159 18 31,-36-123-15,-17-1-1,-71 36 1,-35 17-16,-17 53 94,-72 54-79,54-19 1,35-17 15,0-18-31,18-35 31,52-105-15,-34-37 0,52 1-1,-71 88-15,-17-17 16,0 35-1,-17 211 32,34 141-15,19-299-17,52-18 1,-35-53-1,17-88 1,-34 0 0,16 53-1,-52 70 17,-17 71-17,17 53 1,0 35-1,0-106-15,0 1 16,106-36 0,0-106-1,-71-35 1,0 70 0,-35 36-1,-18 52 16,18 19 1,0-1-32,18-35 15,0 0 1,-18 35 0,0 0-1,0 18 1,0-17-16,35-1 15,18-17 1,0-36 0,53-88-1,-53 53-15,-1 0 16,-16 53-16,-36-35 16,35 53-1,-35 87 1,0 19 15,-18-89-31,18-17 16,53-89 15,-17-17-15,-1 70-16,0-17 15,-35 141 32,0-71-31,0 89-1,71-107 1,34-158 0,1 18-1,-106 88 1,36-1-16,-36 1 31,-36 70 0,36 53-15,-35-35-16,35 36 16,18-54-1,17-53 1,88-105-1,-105 70-15,-18 35 16,53-17 0,-53 70 15,0 142-15,0-1-1,0-17-15,-71 264 16,36-247 15,18-158-15,17 17-16,-36-35 15,1-53 1,35-17 0,0-18-1,35 17-15,1 1 16,16-19-16,1 19 15,36-142 1,-89 142-16,35-1 16,-35-52-1</inkml:trace>
  <inkml:trace contextRef="#ctx0" brushRef="#br0" timeOffset="55545.57">10900 2593 0,'0'-18'47</inkml:trace>
  <inkml:trace contextRef="#ctx0" brushRef="#br0" timeOffset="55880.77">10953 2946 0,'0'0'0,"36"0"31,34-106-15,-35 35-1,-17 36 1,17 35-1,-35 159 17,0-71-32,0-17 15,-17 52 1,17-105 0,-18-18-1,-17-124 1,35 1-1,0 52-15</inkml:trace>
  <inkml:trace contextRef="#ctx0" brushRef="#br0" timeOffset="56049.51">11147 2663 0,'36'124'46,"34"-195"-14,-35 18-32,-35 18 15,36-53 1</inkml:trace>
  <inkml:trace contextRef="#ctx0" brushRef="#br0" timeOffset="56379.47">11430 2787 0,'-18'35'47,"-17"124"-32,-1-18 1,36-53 0,36-52-16,-19-36 15,124-71 1,-70-52-1,-71 34 1</inkml:trace>
  <inkml:trace contextRef="#ctx0" brushRef="#br0" timeOffset="56548.73">11588 2681 0,'36'-35'31,"87"0"-15,-17 35-1,-71 0 1</inkml:trace>
  <inkml:trace contextRef="#ctx0" brushRef="#br0" timeOffset="56711.87">12029 2875 0,'106'0'16,"-18"-18"0,-70-17-1</inkml:trace>
  <inkml:trace contextRef="#ctx0" brushRef="#br0" timeOffset="58148.12">13229 3316 0,'141'-229'31,"-88"141"-15,35-1-1,-18 36 1,-34 36 0,-36 52-1,0 89 1,-18 34-1,18-87 1,53-142 15,17-87-15,1 69 0,-36 54-1,-35 70 16,0 71 1,0-35-32,0 17 15,0-17-15,0-54 16,106-34 0,88-160-1,-17-70 1,-89 177-16,-18 17 15,-17 17 1,-106 160 15,-17 17-15,70-70-16,-53-18 16,106-106 15,0-71 0,-53 89-31,35 0 16,-35 17-1,-18 106 17,18 71-17,141-159 16,-35-124-15,-71 1 0,1 88-1,-36 52 1,-18 160 15,18-36-31,-53-18 0,53 36 16,-194 458 15,106-528 0,70-107-15,18-35-16,0 18 16,0-177-1,53 71 1,35 17-1,-52 72-15,-36 16 16,88-193 0</inkml:trace>
  <inkml:trace contextRef="#ctx0" brushRef="#br0" timeOffset="58295.55">14781 2716 0,'17'-35'32,"-17"17"-17</inkml:trace>
  <inkml:trace contextRef="#ctx0" brushRef="#br0" timeOffset="58670.51">15204 3087 0,'35'0'62,"1"0"-46</inkml:trace>
  <inkml:trace contextRef="#ctx0" brushRef="#br0" timeOffset="58812.42">15557 3034 0,'35'0'47,"0"0"-31</inkml:trace>
  <inkml:trace contextRef="#ctx0" brushRef="#br0" timeOffset="58962.58">15945 3034 0,'18'18'47</inkml:trace>
  <inkml:trace contextRef="#ctx0" brushRef="#br0" timeOffset="60545.36">25417 3351 0,'70'-53'47,"265"-370"-15,-70 194-1,-265 194 0,-71 70 0,71 0-31</inkml:trace>
  <inkml:trace contextRef="#ctx0" brushRef="#br0" timeOffset="60925.66">25558 2663 0,'17'36'32,"54"34"-17,70 71 1,18 36 0,-36-89-1,-70-35 1,-71-18 62,-17-35-78</inkml:trace>
  <inkml:trace contextRef="#ctx0" brushRef="#br0" timeOffset="64078.45">4074 1799 0,'0'35'47,"0"-17"-32,0 17 32,0 1-31,0-19 0,0 54-1,0-36-15,0 0 16,0 1-16,0-19 15,0 71 1,0-52-16,0-19 16,0 36-1,36 18 1,-36-36 0,17-35 124,19 0-109,17 0-15,-18 0-16,18 0 16,35 0-1,0 0 1,-35 0 0,-18 0-1,1-17 95,-36-1-110</inkml:trace>
  <inkml:trace contextRef="#ctx0" brushRef="#br0" timeOffset="65644.73">9966 1640 0,'-18'0'15,"18"18"32,0 17-31,0-17 0,0 53-1,-35-19 1,35 1-1,0-17 1,0 17 0,0-18-1,-36 0 1,36-17-16,0 35 16,0-36-1,0 36 1,0-18-1,0-17 1,-17 17 15,17-17-15,0 35 0,0-18-16,0-17 31,35-18 47,18 0-62,0 0-1,53 0 1,-71 0-1,71 0-15,-36 0 16,-17 0 15,-18-35-15,1 17 62</inkml:trace>
  <inkml:trace contextRef="#ctx0" brushRef="#br0" timeOffset="66983.78">15768 1429 0,'18'0'47,"-18"53"-16,0-36-31,0 107 32,-18 70-1,18-106-15,0 0-1,-35-35 1,35 0-1,0-18-15,0-17 16,0 17 15,71-35 110,52 0-125,-70 0-16,18 0 15,87 35 1,-69-35-1,-72 0 1,19 0 0,-36-17 62</inkml:trace>
  <inkml:trace contextRef="#ctx0" brushRef="#br0" timeOffset="69623.92">9560 1341 0,'0'-71'46,"18"-35"-30,34 36 0,37 17-1,-72 17-15,19 36 16,52-53 0,-35 18-1,52 35 1,-16 0-1,-19 0 17,-35 0-32,18 0 15,-17 18 1,34 17 0,1 0-1,-36 18-15,0-53 0,-35 18 16,89 17-1,-19 1 1,18-1 0,18 0-1,-71-35-15,71 35 16,-18-17 0,18-18-1,-18 35 1,-35-35-16,36 0 15,-1-17 1,-71 17 0,19-18-1,-1 18-15,-17-35 16,34-18 0,1-53-1,0 53 1,-17 35-1,-36-17 1,0 70 125,52 1-126,1 17 1,-35-36 0,35 19-1,17-36 1,-34 0-16,-1 0 15,36 0 1,-1 0 0,-17 0-1,-35 0-15,17 0 16,88 0 0,1 0-1,-18-18 1,-71 18-1,18 0-15,0 0 16,0-35 0,35 35-1,0 0 1,0 0 0,-35 0-16,-17 0 15,105-36 1,-88 36-1,17 0 1,-17 0-16,-18-17 16,18 17-16,0 0 15,53-36 1,-53 36 0,0 0-1,-18 0-15,-17 0 16,70 0-1,-35 0 17,17 0-17,-52 0-15,17 0 16,-17 0-16,17 0 16,18 0-1,-18 0-15,1 0 31,17 53-15,-18-53-16,18 89 16,0-37-1,-53-16-15,53-36 16,-53 35-16,17-35 16,-17 88-1,35-88 1,-35 18-16,0 17 31,0-17-15,0 17 15,0-53 31</inkml:trace>
  <inkml:trace contextRef="#ctx0" brushRef="#br0" timeOffset="72727.83">12523 582 0,'0'18'31,"0"-1"-15,0-34 31,18 17-32,-18-53 1,0 35 0,0-17-1,-53 35 17,18 35-17,17 18 1,-17 0-1,35-18 1,0 36 15,0-36-31,0 18 16,0-35 0,0 35-16,53-18 31,-1-35-16,-16-18-15,-19 1 16,36-19 0,0-17-1,18-52 1,-71 69 0,70-17-1,-70 18 1,0 53 31,-17 35-32,17-18-15,0 0 16,-36 71 0,36-88-1,0 35 1,18-53-1,35-71 1,-53 53-16,53-17 16,-18 0-1,-35 0-15,35-18 16,-17 53 0,-53 88 46,-1 123-31,36-158-31,0-35 16,36-18 0,-1 0-16,88-88 15,-17-18 1,0 35-1,-35 19 1,-107 52 78,-52 105-63,53-16-15,35-37-1,0 1 1,0-17 0,35-36-1,36-36 1,-18-69-1,-18 52-15,18-36 16,-18-16 0,0 16-1,1 1 1,-54 141 46,18-18-46,-70 230 0,87-124 15,18-106-15,1-52-1,-1-19-15,0-16 16,18-72-1,-18 89 1,-35 17 0,18 18-16,17-35 62,18 35-31,-53 35 1,0 0-17,-35 18 1,17-17-16,-17 17 16,0-1-1,35-87 16,0 0-15,0 0 15,0 52-15,0 1-16,35-18 16,18 53-1,-35-53-15,35 0 16,17-53-1,-35 0 1,-17 0 15,17 0-15,-35 106 31,-35 0-32,0 106 1,35-142 0,17 19-1,19-36-15,-19 0 16,19-53 0,-36-18-1</inkml:trace>
  <inkml:trace contextRef="#ctx0" brushRef="#br0" timeOffset="81627.33">6068 3810 0,'17'0'46,"177"35"-14,0-35-1,-159 0 0,-35 36 0,18-54-15</inkml:trace>
  <inkml:trace contextRef="#ctx0" brushRef="#br0" timeOffset="103258.05">7390 4322 0,'0'0'0,"0"-71"15,36 36 1,-36 17-16,17-17 16,36-106 30,0 0-30,18-18 0,-36 124-1,35 123 32,-70-35-31,18-18-1,70-35 1,-35-53 0,-17 0-1,16 18 1,-69 141 31,-18 17-16,-1 89-15,1-177-1,35 18 63,0-35-62,18 35 0,35-18-1,70-159 1,36-87 15,-18 70-15,-124 141-1,-17 52 17,-35 37-17,0-19-15,35-17 16,0 88 0,123-300 30,-87 36-30,-36 88 0,-36-1 15,-69 72-15,105 34 30,105-87-14,19-72-17,-71 54-15,-36 0 16,36 17 0</inkml:trace>
  <inkml:trace contextRef="#ctx0" brushRef="#br0" timeOffset="105507.41">9084 4233 0,'53'-53'78,"-18"-52"-62,35-1-16,-34 35 16,-1 1-16,0 17 15,-17 70 48,-18 1-48,35 105 1,-35-70 0,0-17-1,-35-1 1,-18-35 0,35 0 15,18-18-16,0 1 1,36-72 0,34 1-1,71-53 1,18-18 0,-106 71-16,-18 0 15,-17 53 1,-18-1-1,-53 89 48,18 159-32,35-141-31,0 140 31,0-105-15,0-18 0,88-176 31,0-18-32,-35 36-15,-18 17 16,0 18-1,-17 17 1,-18 88 15,-35 72-15,35-90 0,-35-16-16,35-1 15,88-141 32,-35 71-31,-53 0-16,0 17 15,0-35 1,0 18 0,-18 35-1,-17 35 1,35 89-1,0-89 1,35-35 0,36 0-16,-1-71 15,1 18-15,52-35 32,-70 88-17,-18 0-15,-35 159 31,0-71-31,-35 18 16,35 53 0,18-159 15,105-194-15,-70 70-1,-53 71 1,0 36-1,0 52 17,0 18-17,0-36 1,159-17 0,-89-35-1,36-18 1,0-17-16,-35 17 15,-1 18 1,-176 123 31,36 0-31,34 53-1,36-35 1,18-106-1,70-71 1,-52-52 0,-1 17-1,-35 71 1,0-1 0,-18 195 15,18 0 0,35-159-15,18 0-16,124-106 15,-18-88 1,-54 53 0,-69 106-1,-36-1 1</inkml:trace>
  <inkml:trace contextRef="#ctx0" brushRef="#br0" timeOffset="109824.22">12788 4198 0,'17'0'78,"1"-53"-62,17 53 0,106-141-1,-35-18 1,-18 53 0,-52 71-16,-1 0 15,0-106 1,0 70-1,1 18 1,-36 18 0,0 0-1,0 52 142,-18 107-142,-17 17 1,35-18-1,-35-52-15,35-18 16,-36 106 0,19-124-1,17 18 1,0-71 46,0-35-46,35 18-16,-35 17 16,88-70-1,-35 35-15,0 36 16,-18-19 0,-35 54 62,0 0-63,0 35 1,0 52 0,0-52-1,0 0 16,18-53-15,17 0 0,0 0-1,1-53 1,34-35 0,-17-18-1,-18 89-15,-17-19 16,17 1-1,-35 53 64,-53 52-48,53-34-16,0-19-15,-35 36 16,35 53 0,0-88-16,0 17 15,53-53 17,-18-88-17,1 36 1,-36-1-1,0 36-15,0 0 32,-18 35-17,18 70 1,-18-34 0,142-1 30,34-70-30,-87-1-16,0 1 16,17 0-1,-88-1-15,-18 36 78,18 18-62,-70 53 0,17 17-1,53-35 1,-36-18-16,36 88 16,18-123 30,17-35-30,18-18-16,-17 0 16,16-88-1,-16 88-15,-36 0 16,35-35 0,-35-18-1,18 89-15,-18-19 16,0 89 31,0-17-32,0-1-15,-36 106 16,36-53 0,0 53-1,0-70 16,71-18-15,-18-53 0,-18 0-16,0-35 15,1-1-15,-19 1 16,-17 17-16,36-17 16,-1-106-1,0 53 1,0 53-1,-35 105 64,0-17-79,0 0 0,0 53 31,0-89 0,71-70-15,-36 1-16,0 16 15,107-122 1,-72 122 0,-35 1-1,-17 35-15,-18 71 31,-18 70-15,18-71 0,-17-70-1,34-35 17,19-18-17,-19-35 16,36 35-15,-17 53-16,-19 0 31,-17 35-15,0 89 0,35-1-1,-35-70-15,36-18 16,34-88 15,-17 0-15,-18 18-16,1 0 15,87-36 1,-88 36 0,1 35-1,-54 0 48,-35 35-16,-35 106-32,53-52 1,35-54-1,0-17-15,70-71 32,-34-36-17,16 1 1,-34 18 0,-18 52-1,35 18-15,-52 124 63,17-19-48,0-69-15,53-1 16,35-35 0,18-141-1,-36 0 1,-34 70-16,-1 1 15,18-1 1,-53 36 0,0 52 31</inkml:trace>
  <inkml:trace contextRef="#ctx0" brushRef="#br0" timeOffset="110491.35">15010 3581 0,'18'0'110,"-18"17"-110</inkml:trace>
  <inkml:trace contextRef="#ctx0" brushRef="#br0" timeOffset="122453.01">29703 4304 0,'53'-88'62,"52"-71"-46,-16 53-16,105-106 15,0 1 1,-124 123 0,-35 70-1</inkml:trace>
  <inkml:trace contextRef="#ctx0" brushRef="#br0" timeOffset="123006.82">29844 3440 0,'88'105'109,"212"283"-78,-89-264 1,-193-89-17,17-35 1,-35 35 46,0 1-62</inkml:trace>
  <inkml:trace contextRef="#ctx0" brushRef="#br0" timeOffset="130938.3">28838 1341 0,'0'-36'110,"106"-52"-95,-53 35-15,0 0 16,70 0 0,-87 18-1,-36 70 235,0 54-234,-18-19-16,18 71 16,-35-17-1,35-19 1,0-52-1,0-35 17,35-36 30,-17-17-46,-18 0-1,35 17 142,0-88-126,-17 71-15,-18 0-1,-18 52 32,-70 160-31,88-107-1,-18-34 1,18-1-16,71-141 78,-36 18-47,-35 53-15,0 52 31,-53 89-32,53-18 1,0 1 0,0-72-1,18-17 126</inkml:trace>
  <inkml:trace contextRef="#ctx0" brushRef="#br0" timeOffset="131927.38">33442 1640 0,'0'0'0,"-124"89"15,54-54 1,-36 0-16,-70 53 15,87-52 1,-157 87-16,-72 18 31,-52 0-15,17-52 0,141-19-16,18-35 15,53 18-15,-194 18 16,123-71-1,89 0 1,70-71 0,53 54-16,-35-36 15,35 17 17,17 36-17,-17-17 1,18 52 46</inkml:trace>
  <inkml:trace contextRef="#ctx0" brushRef="#br0" timeOffset="133188.69">25381 4904 0,'0'0'15,"18"0"32,0 0-31,105-71-1,89-70 1,-71 53-16,106-18 16,-89 71-1,-140 35 1,-18-36-1,-35 54 48</inkml:trace>
  <inkml:trace contextRef="#ctx0" brushRef="#br0" timeOffset="133681.2">25787 4233 0,'0'0'0,"18"0"47,70 89-16,71 140-15,-54-106-1,1-35 1,-71-88-16,-17 53 16,17-53-1,-35 18 1,36-18-1</inkml:trace>
  <inkml:trace contextRef="#ctx0" brushRef="#br0" timeOffset="171501.95">29897 5821 0,'70'-88'94,"1"35"-78,140-106-1,-70 71-15,18-36 16,-35 36-16,-18 35 16,-36 18-1,-88 35 48,-17 0-48,18 0-15</inkml:trace>
  <inkml:trace contextRef="#ctx0" brushRef="#br0" timeOffset="172284.79">29985 5115 0,'70'0'47,"-17"36"-32,124 140 1,52 36-1,-106-71-15,1-18 16,123 89 0,-141-177-1,-71 18 1,-17-53 0,-18 18 46,0 17-46</inkml:trace>
  <inkml:trace contextRef="#ctx0" brushRef="#br0" timeOffset="200881.2">33812 53 0,'0'-18'47,"0"106"-16,-158 248 16,52-178-15,106-140-32,0 17 62,-36-35-62</inkml:trace>
  <inkml:trace contextRef="#ctx0" brushRef="#br0" timeOffset="202699.86">30726 6174 0,'0'0'0,"0"-36"16,-89 72 47,-52 34-48,35 1-15,-123 70 16,18-35-1,193-53 1,-17-53 0,35 17 15</inkml:trace>
  <inkml:trace contextRef="#ctx0" brushRef="#br0" timeOffset="203209.25">29985 5962 0,'17'0'62,"125"141"-46,-90-35-1,72 88 1,52 18 0,-35-54-1,-70-69 1,-18-54-1,-53-18 79</inkml:trace>
  <inkml:trace contextRef="#ctx0" brushRef="#br0" timeOffset="209664.95">30849 6879 0,'0'-35'16,"-35"35"46,-106 35-46,-36 106-1,-34 36 1,34-36 0,89-71 15,53-34-15,35-1-1,-18-17 1,-17 17-1,0-35-15,35-71 32,0 1-32</inkml:trace>
  <inkml:trace contextRef="#ctx0" brushRef="#br0" timeOffset="210348.9">30020 6809 0,'0'0'0,"35"70"93,89 89-77,-71-71 0,176 141-1,-176-158-15,-18 17 16,1-17-16,-1-18 16,0-36-16,-35 19 15,71-1 1</inkml:trace>
  <inkml:trace contextRef="#ctx0" brushRef="#br0" timeOffset="-198917.3">30690 7796 0,'0'0'0,"-88"71"141,18-1-125,17 1-1,-18 17 1,18-35 0,18 0-1,35-18 1,0-70 62</inkml:trace>
  <inkml:trace contextRef="#ctx0" brushRef="#br0" timeOffset="-198274.86">30126 7708 0,'0'-17'0,"70"87"78,1 89-63,17-71 1,36 0 0,-1-17-1,-17-1 1,-53 1 0,-18-36-1</inkml:trace>
  <inkml:trace contextRef="#ctx0" brushRef="#br0" timeOffset="-183832.29">26510 8625 0,'18'-88'63,"70"35"-48,-53 0 1,-52 53 62,-72 53-47,-16 35-15,-1-17-16,0 17 15,-212 177 1,177-159 0,88-71-1,53-17 1</inkml:trace>
  <inkml:trace contextRef="#ctx0" brushRef="#br0" timeOffset="-183256.14">25769 8396 0,'18'88'78,"17"-52"-62,18 52-16,124 88 15,-1 89 1,0-71 0,-105-124-1,-18-17-15,0 0 16,17 18-16,-52-54 31</inkml:trace>
  <inkml:trace contextRef="#ctx0" brushRef="#br0" timeOffset="-99036.75">25505 10037 0,'106'-71'47,"-36"36"-31,36-36 0,211-176-1,-140 124 1,-124 87-1,-36 36-15</inkml:trace>
  <inkml:trace contextRef="#ctx0" brushRef="#br0" timeOffset="-98442.03">25699 9402 0,'70'17'63,"-17"36"-48,18-18 1,211 195-1,-123-125 1,-1-16 0,-122-54-1,-1-35 1,-17 0 78</inkml:trace>
  <inkml:trace contextRef="#ctx0" brushRef="#br0" timeOffset="71074.87">25399 10883 0,'0'18'47,"0"17"47,-18 0-47,18-17 0</inkml:trace>
  <inkml:trace contextRef="#ctx0" brushRef="#br0" timeOffset="71518.71">25381 10989 0,'0'-18'109,"18"-35"-109,141-158 16,35 34 0,-89 72-1,37 16-15,-1-34 31,-106 70-15,18 18 0,-35 35-1,17-18 1,-70 36 46,-1-18-46</inkml:trace>
  <inkml:trace contextRef="#ctx0" brushRef="#br0" timeOffset="72210.4">25381 10301 0,'18'53'78,"70"35"-63,71 53 1,105 53 0,-193-123-1,123 17 1,-176-88 0,-18 18 93</inkml:trace>
  <inkml:trace contextRef="#ctx0" brushRef="#br0" timeOffset="73458.02">25946 10460 0,'0'0'16,"0"-53"-16,35-71 15,-441 460 48,283-195-48,123-124 1,35-17 15,159-123-15,-106 52-1,-229 248 48,106-71-47,70-106 30,53-89-30,-88 54 0,-35 35-1,-18 71 1,0-36-16,18 53 16,35 71-1,71-159 1,193-159-1,-123 53-15,-35 18 16,-18 53 0,-88 52-1,0 89 1,-35-35 0,35-54-16,-53-17 15,-35-17 1,17-54 15,18 36-31,0 0 16,-88-89-1,106 18 1,35 36 0,0 105 30,-141 124-30,70-124 0,265-123 46,-194 53-46,36 35 15,-72 35 0,-16 18-15,69-18-16</inkml:trace>
  <inkml:trace contextRef="#ctx0" brushRef="#br0" timeOffset="74341.55">30320 10971 0,'0'-17'31,"0"-19"0,53-87-15,35 17-16,53 18 16,177-159-1,-230 212 1,-88-1-1,35-16 32,0 52-31</inkml:trace>
  <inkml:trace contextRef="#ctx0" brushRef="#br0" timeOffset="74843.83">30126 10336 0,'0'0'0,"335"353"93,-211-212-77,158 124 0,-106-142-1,-70-87 1</inkml:trace>
  <inkml:trace contextRef="#ctx0" brushRef="#br0" timeOffset="84141.65">29667 11871 0,'0'-18'47,"18"-52"-15,17 34-17,18-16-15,141-142 16,18-18-1,-36 53 1,-88 124 0,-141 52 77</inkml:trace>
  <inkml:trace contextRef="#ctx0" brushRef="#br0" timeOffset="84740.73">29791 11165 0,'0'0'0,"0"-17"31,0-19 0,106 142 47,-53-17-62,35-19-16,106 142 16,-106-142-1,-53-70 1,0 36-16,-17-36 15,-18 17 79</inkml:trace>
  <inkml:trace contextRef="#ctx0" brushRef="#br0" timeOffset="92696.64">10565 11889 0,'0'0'0,"-17"70"94,-19 18-78,-34 283-1,-1-142 1,36-176-1,35-35-15,18-54 63,-18 1-63</inkml:trace>
  <inkml:trace contextRef="#ctx0" brushRef="#br0" timeOffset="93075.84">10248 12171 0,'0'0'0,"0"-18"47,106-17-31,-1-36-16,-16 71 15,140 0 1,-159 0-1,-34 0 1,-72 0 31</inkml:trace>
  <inkml:trace contextRef="#ctx0" brushRef="#br0" timeOffset="93323.82">10424 12241 0,'-35'0'32,"123"0"-1,36-17-16,-54 17-15,1 0 16,-18 0 0,-18 0-1</inkml:trace>
  <inkml:trace contextRef="#ctx0" brushRef="#br0" timeOffset="93622.8">11165 11906 0,'0'18'31,"-35"88"-15,-54 52 0,1 36-1,53-123-15,35-18 16,-53 18 0</inkml:trace>
  <inkml:trace contextRef="#ctx0" brushRef="#br0" timeOffset="93872.11">11130 11977 0,'0'35'47,"0"53"-31,0-17-16,0 105 15,35-52 1,-35-107-16,0 19 31</inkml:trace>
  <inkml:trace contextRef="#ctx0" brushRef="#br0" timeOffset="94073.56">11006 12418 0,'0'0'0,"0"-18"31,71-52-15,-36 70-16,53-53 16,-35 53-1,-53-36-15</inkml:trace>
  <inkml:trace contextRef="#ctx0" brushRef="#br0" timeOffset="94306.73">11465 11977 0,'0'0'0,"0"159"63,-71 193-48,54-263 1</inkml:trace>
  <inkml:trace contextRef="#ctx0" brushRef="#br0" timeOffset="94739.62">11377 12206 0,'0'0'0,"105"-141"47,-69 106-31,-1 70 15,-35 18-16,-18 35 1,-17-70 0,-18 35-16,18-53 31,35 158 31,0-69-46,88 16 0,-35-105 15,-18 0-31,18-35 16,18-106-1,-18 123-15</inkml:trace>
  <inkml:trace contextRef="#ctx0" brushRef="#br0" timeOffset="94971.95">11906 12065 0,'-18'71'15,"18"17"1,0-35-16,-35 17 16,0 18 15,35-52-15</inkml:trace>
  <inkml:trace contextRef="#ctx0" brushRef="#br0" timeOffset="95426.37">11800 12118 0,'0'0'0,"0"-35"16,18 17 0,70-35-1,0 18 1,-53 52-1,-35 1 1,0 53-16,-35 17 16,17-53 15,-17 0-15,35-52 15,18 17-16,70 0 1,0 53 0,-88-36-16,35 19 15,-70 52 1,-18-53 0,-53 18-1,36-53-15,-36 35 16,18-52 15,88-19-31,0 19 31,53 17-31</inkml:trace>
  <inkml:trace contextRef="#ctx0" brushRef="#br0" timeOffset="95722.17">12699 11836 0,'0'0'0,"-17"53"31,-18 52-16,-18-16 1,-18 52-16,36-53 16,0 0-16,-18 18 31</inkml:trace>
  <inkml:trace contextRef="#ctx0" brushRef="#br0" timeOffset="95955.51">12611 12012 0,'36'35'31,"-1"71"-31,-35-18 15,35 53-15,-35-88 16,35 71-16,-35-89 31</inkml:trace>
  <inkml:trace contextRef="#ctx0" brushRef="#br0" timeOffset="96139.9">12523 12365 0,'106'0'47,"70"-71"-32,-123 71-15,18-35 16,-36 35-16</inkml:trace>
  <inkml:trace contextRef="#ctx0" brushRef="#br0" timeOffset="96405.87">13299 11765 0,'0'35'32,"0"18"-17,-17 141 1,17-176-1,0 17-15,0 1 16,-36-19-16</inkml:trace>
  <inkml:trace contextRef="#ctx0" brushRef="#br0" timeOffset="96591.59">13246 12382 0,'-35'0'94</inkml:trace>
  <inkml:trace contextRef="#ctx0" brushRef="#br0" timeOffset="97789.23">13670 11871 0,'0'141'79,"-18"-70"-64,18 34 1,-35-52-1,35-35-15</inkml:trace>
  <inkml:trace contextRef="#ctx0" brushRef="#br0" timeOffset="97986.83">13634 12418 0</inkml:trace>
  <inkml:trace contextRef="#ctx0" brushRef="#br0" timeOffset="98307.43">14040 11853 0,'0'0'0,"0"71"47,-18-18-32,18 53 1,-35 35-1,0-35 1,35-71-16,0 0 31</inkml:trace>
  <inkml:trace contextRef="#ctx0" brushRef="#br0" timeOffset="98527.87">13987 12453 0,'0'18'125</inkml:trace>
  <inkml:trace contextRef="#ctx0" brushRef="#br0" timeOffset="112792.93">25170 12594 0,'53'0'62,"141"-88"-46,35-36 0,35-34-1,-122 122 1,-142 1 15,35 35-31,-53 0 47,-35 0-31,18 0-16</inkml:trace>
  <inkml:trace contextRef="#ctx0" brushRef="#br0" timeOffset="113287.46">25593 11800 0,'35'71'46,"142"194"-14,-125-177-32,54 88 15,-53-141 17,-35-17-17,-18 17 32,-35 1-31</inkml:trace>
  <inkml:trace contextRef="#ctx0" brushRef="#br0" timeOffset="134052.45">2804 12700 0,'-17'0'46,"17"35"95,0-17-125,0 17 15,0 0-15,0-17 15,0 17-16,0-17 1,0 17 0,0 1-1,0-19 1,0 18-16,0 18 47,0 0-16,0-17-15,0-19-1,0 19 17,0-1-17,0-18 16</inkml:trace>
  <inkml:trace contextRef="#ctx0" brushRef="#br0" timeOffset="135319.27">2787 12859 0,'0'70'62,"0"36"-46,0 53-1,0-36 1,0-105-16,0-53 62,0-53-46,0 35-16,0 0 16,0 35-16,0-70 15,0 70 1,0-35 0,0 212 46,0-88-46,0 70-1,0-71 1,0-87 31,0-72-32,0 1 1,0-71 0,0 142-1,0-18 1,0 299 46,0-17-30,0-282 15,0-89-32,0 54-15,0-1 16,0-52-1,0 70-15,0 18 16,0-1 0,0 248 46,0-106-31,0-124 16,0-17-31</inkml:trace>
  <inkml:trace contextRef="#ctx0" brushRef="#br0" timeOffset="152336.04">8325 13335 0,'-35'0'16,"176"-318"78,-106 248-94,36-18 15,-71 211 48,17-123-47,-17 35-1,36-70 1,17-18-1,-18 18 1,-53 194 31,-17-106-31,-18 35-1,18-53 1,35 0 78,0 18-79,17-35 1,1-18-1,70-35 1,-17-36 0,-1-17-1,-34 53-15,-19 35 16,-52 106 31,35-71-32,-35 106 1,88-247 31,-18 0-31,0 53-1,-35 0 1,-35 53 15,0 18-15,17 35-1,18-35 1,18-18 0,52-18-1,-34 0 1,-1-17-16,18-18 15</inkml:trace>
  <inkml:trace contextRef="#ctx0" brushRef="#br0" timeOffset="154400.48">9525 13317 0,'35'-70'16,"0"35"-1,36-89 1,-36 36 0,-17 88-1,-18 35 17,0 53-17,35 18 1,-35-88 15,0 35-31,-35-53 31,17 0-15,-17 0 0,35-18 30,17-35-30,19 53-16,-36-70 16,176-36-1,-88 18 1,-53 35 0,-17 0-1,-18 0 1,0 18-1,0 17 1,-35 36 109,35 17-109,-35 0-16,35 36 15,-36 34 1,1 37 0,35 52-1,0-124 1,0-35-1,18-35 1,17 0 15,-35-52-31,70-19 16,1 0 0,-18 1-1,17 35 1,-70 17-16,18 18 15,-53 53 48,35 0-47,-35 35-1,35-70 1,0 17-1,70-88 1,-35 0 15,-35 18-15,0 0 0,0-1-16,0 1 31,-17 53 0,17 17 0,88-53-15,0-17 0,-53 35-1,1 0 1,-36 141-1,-18-35 17,-17-36-17,141-264 32,-71 142-31,-35 16-1,0 19 1,0 34 15,0 36-15,0-18-16,88-35 31,53-35-15,-53 0-1,-70-18 1,-124 124 47,106-19-48,-53 54 1,53-35-1,71-159 17,-18-1-17,-53 54-15,0 18 16,-18 193 46,71-53-30,70-176-17,89-123 1,-18 17 0,-123 71-1,-71 70 1</inkml:trace>
  <inkml:trace contextRef="#ctx0" brushRef="#br0" timeOffset="156799.8">12717 12823 0,'-35'36'15,"35"17"1,0 0-1,0-18-15,17 71 32,19-106-17,34 0 1,-52 0-16,17-18 16,0-53-1,1 54-15,-36-36 0,0 18 16,17-1-1,-17 19 1,-35 87 31,35-17-31,-53 0-16,-17 88 15,-36 71 1,71-159-1,-18 35 17,17-88-17,36-18 1,0-70 0,0 0-1,18 53 1,17 35-1,1 0 1,-19 0 0,18 35-1,1 18 1,-19-18-16,19-35 16,52 35-1,18-140 1,-36-1 15,-70 71-31,35-18 0,-35-36 31,0 72-31,0-19 16,-52 160 46,52-71-62,-36 70 16,36 1 0,0-107-1,53 19 1,53-89 0,-18-35-1,-35-18 1,0 35-1,-18 18 1,-35 106 47,0 53-48,0-71-15,0 18 16,0-17-1,53-54 1,18-88 0,-36 53-16,18-35 15,-53 35 1,18 18 0,-18 70 15,0 0-16,53-35 1,17 0 15,-52-17-31,17 17 16,0-71-16,-35 36 16,36 17-1,-54 36 16,-17 70-15,35-53-16,-36 106 16,36-52-1,18-89 17,70-124-17,-17 36 1,17 0-1,-70 88 1,-18 17 31,-18 36-31,18-88 30,0 0-30,0-18 0,-18 70 15,-35 36-15,53 0-16,-53 0 15,53 18-15,-35-1 16,35-34-1,18-36 1,52 0-16,-17 0 31,88-18-15,-88-53-16,0 36 16,-35 0-16,-18 0 15,35-54 1,-141 178 46,53 52-46,53-71 0,0-34-1,18-36 1,17 0-16,124-36 15,-106-17 17,-53-17-32</inkml:trace>
  <inkml:trace contextRef="#ctx0" brushRef="#br0" timeOffset="157235.75">13934 12682 0,'0'18'47</inkml:trace>
  <inkml:trace contextRef="#ctx0" brushRef="#br0" timeOffset="158150.86">12893 13547 0,'18'0'62,"88"0"-31,-71 0-31,18 0 16,0 17 0,18-17-1,-18 0 1,-36 0-16,54 0 15,-18 0 1,0 36 0,-1-36-1,-16 0 1,-1 0-16,18 0 16,17-18-1,-17 18 1,-35 0-1,35 0 1,-18 0 0,-17 0 62</inkml:trace>
  <inkml:trace contextRef="#ctx0" brushRef="#br0" timeOffset="161442.38">29826 13406 0,'106'-142'63,"35"19"-47,-70 52-1,-19 18 1,-16 18-1,-19 0 1</inkml:trace>
  <inkml:trace contextRef="#ctx0" brushRef="#br0" timeOffset="162088.13">29897 12912 0,'105'17'63,"-16"36"-48,-72-18-15,36 1 16,88 123 0,-35-89-1,-53-17 1,-18-53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95855" units="1/cm"/>
          <inkml:channelProperty channel="T" name="resolution" value="1" units="1/dev"/>
        </inkml:channelProperties>
      </inkml:inkSource>
      <inkml:timestamp xml:id="ts0" timeString="2025-03-03T16:25:30.24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4004 3775 0,'0'0'0,"35"-53"47,0 35-31,71-88 0,18 0-1,52 1 1,18 69-1,-106 36 1,-17 36 0,-18 34-1,70 71 17,-70-88-17,18-17 1,-1-36-1,-17 0 1,-18-18-16,1 18 16,122-106-1,-16 35 1,-37 36 0,-52 0-16,-17 35 15,105 35 1,-53 18-1,18 35 1,-71-52 0,-17-36-16,35 53 15,-1-53 1,90 0 0,-1-124-1,17 18 1,-87 53-16,52 18 15,-34 53 1,-1 52 0,-18 36-1,-17-35 1,18-36 0,-36-35-16,106-35 15,18-54 1,-89 36-16,-17 1 15,0-1 1,71-18-16,-18 71 31,-18 0-15,18 106 0,-36 0-1,-35-71-15,1 0 16,52 1-1,-70-36-15,17 0 16,18-53-16,0 17 16,158-69-1,-105 69 1,-35 36 0,-18 36-1,17 16 1,-17 1-16,18 18 15,34-36 1,-16-35 15,34 0-15,-88 0-16,36 0 16,123-53-16</inkml:trace>
  <inkml:trace contextRef="#ctx0" brushRef="#br0" timeOffset="5990.51">5097 6473 0,'36'0'63,"-19"0"-32,89 0-15,-88 0-1,88 0 1,-53 0 0,-1 0-1,-16 0-15,-19 0 16,36 0-1,0 0 1,-18 0 0,1 18-1,17-18-15,-18 0 32,18 0-17,17 0 1,36 18 15,-53-18-15,18 0-1,-18 0 1,-36 0-16,54 0 16,-18 0-1,0 0 1,0 0-1,-18 0-15,-18 0 16,89 0 0,-18 0-1,1 0 17,-36 0-32,-36 0 15,71 0 1,-35 0-1,-17 0 1,17 0-16,-36 0 16,18 0-16,-17 0 15,70 0 1,-35 0 0,18 0-1,-36 0-15,18 0 16,88 0-1,-53 0 1,18 0 0,-71 0-1,18-36-15,88 36 32,-52 0-17,16 0 1,-16-35-1,34 35 1,-35 0 0,-17 0-1,-18 0 1,-18 0 0</inkml:trace>
  <inkml:trace contextRef="#ctx0" brushRef="#br0" timeOffset="7983.04">18167 6350 0,'36'0'62,"-19"0"-46,18 0-16,18 0 15,-17 0-15,17 0 16,88 0 0,-53 0-1,-18 0 17,-52 0-32,35 0 15,-18 0 1,53 0-1,-17 0 1,-18 0 0,-35 35-1,34-35-15,1 0 16,0 0 0,-17 0-16,-1 0 15,53 0 1,53 0-1,-35 0 1,17 0 0,-34 0-1,16 18 17,-52-18-32,71 0 15,-18 0 1,17 0-1,-17 0 1,-36 0 0,1 0-1,0 0 1,-18 0 0,-18 0-16,0 0 15,36 0 1,34 0-1,-16 0 1,-1 0 0,53 0 15,-18 0-15,-17 0-1,-53 0-15,53 0 16,-53 0-1,-18 0-15,-17 0 16,35 0 0,-53 35 109</inkml:trace>
  <inkml:trace contextRef="#ctx0" brushRef="#br0" timeOffset="11816.44">10124 8096 0,'18'0'94,"52"0"-78,1-70-1,-18 17 1,-18 53-16,-35-18 16,71 18-1,-36 0 17,-17 0-17,17 0-15,-17 0 16,-18 35-1,70 18 1,-52-17 0,17-1-1,-17-35 1,17 0 15,18-18-15,35-35-1,-53 0-15,18 53 16,-17-35-16,-19 35 16,18 0-1,1 0 17,-19 71-17,72-36 1,-37 18-1,1-53 1,36 0 0,-54 0-1,53-53 17,-35 18-17,-18 35 1,18 0-16,-35 0 15,17 0 1,0 0 0,-17 35-1,-18 0-15,53-35 16,17 0 0,-17 0-1,0 0 1,-17 0-16,-1-17 15,53-19 1,-53 1 0,-17 35-16,52-18 15,-52 18 17,35 0-32,-18 0 31,54 106-16,-54-70 1,18-36 0,-18 0-16,0 0 15,18 0 1,-18 0 0,18 0-1,18-18-15,-18-35 16,53 18-1,-53 35 1,-18 0 0,-18 0 15,19 35-15,-36-17-16,35-18 15,-35 53-15,18-53 16,-18 35-1,35-35-15,71-18 47,-71 18-31,18-35 0,-18-18-16,18 18 15,18-1 1,-18 36-1,0 0 1,-18 0 0,18 18-16,0 0 31,-36-18 0,19-18 16</inkml:trace>
  <inkml:trace contextRef="#ctx0" brushRef="#br0" timeOffset="15848.85">9719 8273 0,'-18'0'31,"-17"35"31,17 0-46,18 0-16,-35 1 16,0 17 15,35-36-16,-36 19 1,36-1 0,0 0-1,-35 18 1,35 0 0,0 0 15,0-18-16,-18 0-15,18 1 16,0-19 0,0 19-1,0-19 1,0 19 0,0-1-1,0-18-15,36 19 31,-36-1-15,35 18-16,-35 0 16,18 0-1,-18-36 48,35-17-16,0 0-32</inkml:trace>
  <inkml:trace contextRef="#ctx0" brushRef="#br0" timeOffset="24948.73">10054 9190 0,'70'-124'125,"-52"89"-109,88-71-1,-36 18 1,-70 70-16,53 18 16,-53-35-1,18 35-15,17 53 32,-35 35-17,0 18 1,-18 0-1,18-159 48,106-70-32,71 17 0,-142 70-15,-17 89 0,-18 18-1,-18 17 1,18 0 0,-18-70-16,71-18 46,35-53-30,-70 18-16,17-1 16,-35 19-16,36-36 15,-36 18 1,0-1 0,0-17-1,-18 18 16,0 35-15,-17 71 0,0-1-1,35 36 1,0-71-16,0 18 16,35-53-1,36 0 1,34-35-1,-69 0-15,-1-1 16,0-105 0,1 88-1,-36 18 1,35 0 0,0 53 30,-35-1-30,18 71 0,-18 1-1,0-54-15,0-18 16,0 19 0,-53-36-1,35 0 1,18-53 15</inkml:trace>
  <inkml:trace contextRef="#ctx0" brushRef="#br0" timeOffset="25248.33">11271 8467 0,'-18'0'16,"18"53"15,18-18-15,17-35-1,18-35 1,-53-1-16,35 19 16,-35-36-1,18 53 1</inkml:trace>
  <inkml:trace contextRef="#ctx0" brushRef="#br0" timeOffset="25747.64">11447 8961 0,'35'-53'47,"-17"0"-16,17 0-15,-35 18-16,-17 105 62,17-17-46,0 88-1,0-123 1,53 17 0,0-70-1,17-18 1,-52 18 0,-18-1-16</inkml:trace>
  <inkml:trace contextRef="#ctx0" brushRef="#br0" timeOffset="25914.54">11782 8678 0,'-17'0'16</inkml:trace>
  <inkml:trace contextRef="#ctx0" brushRef="#br0" timeOffset="28230.98">11782 8872 0,'18'-53'31,"70"-88"-15,-35 88-1,-18-17 1,-35 35-1,-17-1 17,-19 72-1,1 52-15,35-35-1,0 0-15,-35 141 31,35-106-15,-35 0 0,35-70-16,17-159 62,89 35-46,-71 88-16,1-17 15,-19 35 1,-17 35 0,0 18-1,-17-18 1,17-17-16,-71 17 16,71-52 30,0-19-30,0 1 0,18 123 46,52-35-46,-35-18-1,71-70 1,-70 0-16,-19-18 16,54-88-1,-36 123 1,-35-17 0,0 53 30,0 123-30,-18-53 0,18-53-1,36-35-15,-19 0 16,124-106 0,-105 18-1,-36 18 1,-18 17-1,-17 17 1,17 36 0,-17 36-1,35 34 1,0-52 0,106-53 30,-18-1-30,-35-17-16,-18 53 16,-35 53 15,0 35-15,0 1-1,0-1 1,71-106 15,-1-88-15,-35 1-1,1 34 1,-36 36 0,-18 52 30,18 36-30,0-35-16,18-18 31,52 0-15,54-35 0,-71 35-1,-18 0 1,-35 35-1,-18 53 1,-17 0 0,35-70-1,35-53 17,18-54-17,-53 72 1,71-18-1,17-18 1,-53 53 0,-35 35-1,0 71 1,0 17 0,36-193 30,-1 17-30,35 0-16,-17-18 16,18 36-1,-18 35 1,0 0 0,-36 0-1,19 106 1,-1-53 15,0-106 0,18-35-15,-53 52 0,0-17-1,0 71 16,0 176-15,-88 106 0,35 17-1,18-193-15,35-1 16,-71 124 0,36-211 15,-18-36 0,53-53-31,-35-18 16,35-158-1,0 123 1,17 0 0,19 71-16,-1-18 15,194-159 1,-158 124-1,-36 53 1,-35 17 15,-18 18-31</inkml:trace>
  <inkml:trace contextRef="#ctx0" brushRef="#br0" timeOffset="28681.24">14005 8414 0,'0'-36'31,"70"1"16,-17 18-31,-18 17-1,-35-36 16</inkml:trace>
  <inkml:trace contextRef="#ctx0" brushRef="#br0" timeOffset="29031.42">14375 8061 0,'35'35'15,"18"36"1,-17 88-1,-36 87 1,0-122 0,0 17-16,-53 71 15,17-159 1,-17 17 0,53-52 15</inkml:trace>
  <inkml:trace contextRef="#ctx0" brushRef="#br0" timeOffset="40713.35">21113 7779 0,'0'35'313,"0"0"-267,17-17-14,19 17-17,-19-17 1,19 17 0,-1-35-1,-17 35 1,17-35 15,0 0-15,0 0 15,18 0-15,18 0-1,-53 0-15,34 0 16,-34 0 15,17 0 0,1 0-15,69 0 15,-52 0-15,-17 0-16,-36-17 15,70 17-15,-52 0 16,35 0 0,0 0-1,-18 0 1,18 0-16,0-18 31,0 18 0,0 0-15,-18 0 0,18 0-1,0 0 1,-18 0 0,18 0-1,17 0-15,-52 0 16,70 0-1,-52 35 1,-1-35 0,-35 36-1,17-36-15,19 17 16,-1 19 31,-35-1-47,18-17 47,17-18 62,18-36-93,0 19-1,0-19 1,-18 36 0,18 0-1,0 0 1,-18 0 15,18 0-15,0 0-1,0 18-15,35-18 32,-17 18-17,-19 17 1,19-35-1,-36 35-15,1-35 16,52 35 0,0-35-1,-18 0 1,-34 0 0,-1-17-1,-17-36 16,35-53-15,-53 71-16,53-1 16,-18 19-1,-35-18 17,17 35-17,-17 17 48</inkml:trace>
  <inkml:trace contextRef="#ctx0" brushRef="#br0" timeOffset="43379.71">20637 9031 0,'35'-35'47,"35"-53"-32,-52 35-15,17 0 16,36-71-1,-18 89 17,-18-18-17,-35 124 48,0 70-48,0-53-15,0-17 16,-35 175 0,17-175-1,-17-36 1,35 1 0,-35-54-1,35-53 16,0-123 1,0 159-32,35-18 15,88-88 1,-17 53 0,-18 0-1,-52 88-15,-36-53 16,35 53-16,-35-18 15,0-17 1,-35 35 47,-18 194-32,35-53 0,89-141-15,17 0-1,-18-88 1,1 35 0,-71 18-16</inkml:trace>
  <inkml:trace contextRef="#ctx0" brushRef="#br0" timeOffset="43564.57">21430 8343 0,'0'0'0</inkml:trace>
  <inkml:trace contextRef="#ctx0" brushRef="#br0" timeOffset="44649.24">21995 8961 0,'0'0'31,"17"0"0,89-142-15,-71 54-1,1 71 1,-36-36-16,0 88 63,0 0-32,141-88 0,-88-35 0,-53 229 1,-35-88-17,-1 18 1,1-36-1,0 0-15,35-123 63,0 53-32,35 105-15,-35-52-1,71 53 17,17-89-17,-18-17-15,18-36 16,-52 18 0,-36 18-1</inkml:trace>
  <inkml:trace contextRef="#ctx0" brushRef="#br0" timeOffset="46563.15">23423 8731 0,'0'-35'15,"-35"35"1,-18-18 0,18 18-1,0 0 1,-1 18 0,1 70-1,35-35 1,0-18-1,0 18-15,35-53 32,36 0-17,-18-35 1,-18-18-16,0 0 16,54-88-1,-36 18 1,-18 52-1,-35 124 32,-18 17-31,-17 213 0,35-195-1,35-88 1,71-71 15,-53-17-15,-18 0-1,-35 70 1,0 71 31,0-35-32,35-18 1,-17 0 0,-18-35-1,0 88 32,0-18-31,0 18 15,141 0-15,-17-89-1,-18-34 1,-71 17 0,-18 0-1,-17 35 1,0-17-1,-52 53 17,-1 35-17,53 0-15,-36 17 16,36-35 0,53 18-1,35-53 1,-52 0-1,17-70-15,-18 17 32,18-18-17,53 18 1,-89 53-16,19-53 16,-1 53-1,-35 36 1,0 34-1,-18 36 1,18-18 0,53-105 15,0-54-15,-18 18-16,-35 18 15,53-36 1,-53 107 46,0-19-46,71-17 0,70 0-1,88-35 1,-194-18-1,-123 106 32,53 0-31,0 0-16,35 17 16,0-52-1,35-18 1,18-35-1,-18-1 1,0-16 0,-35-90-1,36 107-15,-54 123 47,-17 1-31,35-19-1,53-70 1,0 0-16,-18 0 16,159-141-1,-159 17 1,0 89 0,-35 0-1,0 53 32</inkml:trace>
  <inkml:trace contextRef="#ctx0" brushRef="#br0" timeOffset="48566.2">25999 8714 0,'35'0'78,"53"0"-46,53-36-1,-88 19-15,0-19-1,18 1 1,-71 17-16,35 18 15,18-88 1,0 53 0,-36-18-1,19 0 1,-36 0 0,0 18-1,0-18 1,0 35-1,0-17 17,0 0-17,-36 17 1,1-17 15,-18 0-15,0-1-1,0 36 1,-17-17 0,-1-19-1,36 36 1,-18-35 0,-18 0-1,1 35 1,52-35-16,-52 35 15,17-53 17,-18 35-17,18-17 1,18 0-16,-18-1 16,0 1-1,-35 17 1,17-17-1,36 35-15,18 0 16,-19-35-16,-34 0 16,17 35-1,0-53 1,-35 35 0,52-17-1,-17-1 1,1 36-1,-37-35 1,54 35 0,0-35-1,17 35-15,-52 0 16,-1-18 0,1 18-1,34 0 1,36-35 15,36 35 94</inkml:trace>
  <inkml:trace contextRef="#ctx0" brushRef="#br0" timeOffset="49270.83">24782 7003 0,'0'0'16,"-18"0"15,0 0 1,-17 17-17,0 1 1,17 17-1,-35-35-15,53 35 16,-35-35-16,0 36 16,-18 17-1,17-18 1,1 0 0,0 0-1,53-17 79,17 35-63,-18 0-15,-17-18-16,53-35 15,0 36 1,-35-1 0</inkml:trace>
  <inkml:trace contextRef="#ctx0" brushRef="#br0" timeOffset="50744.95">23406 9137 0,'0'-35'31,"53"35"94,141 0-94,-159 0-31,18 0 16,0 0-1,35 0 1,0 0 0,-35-36-16,0 36 15,-35 0-15,35 0 16,-18 0-16,-17 0 16,34-35-1,-16 35 1,34 0-1,-17 0-15,-18 0 16,124-35 0,-71 35-1,-17-18 1,-1 18 0,-17 0-1,-35 0-15,53 0 16,-54 0-1,36 0 17,-53-35 124</inkml:trace>
  <inkml:trace contextRef="#ctx0" brushRef="#br0" timeOffset="59879.74">4762 10072 0,'-35'0'0,"17"0"16,18-18-1,-35 18 17,53 0 108,88 0-124,-36-35-16,18 35 16,89 0-1,-124 0 1,-18 0 62,0 0-62</inkml:trace>
  <inkml:trace contextRef="#ctx0" brushRef="#br0" timeOffset="62545.02">6138 9790 0,'0'-36'47,"0"19"-16,-18 17-15,-34 0 0,-37 35-1,36 53 1,18 0 0,35-17-16,0 35 15,18-18 1,70-88-1,-35-35 17,70-248-1,-87 178-15,-36 52-1,0 123 32,0 71-31,0-52-16,0-19 15,53 1 1,17-71 0,18-53-16,71-106 15,-71 0 1,-35 36-1,-53-89 1,0 124 0,0 53 15,0 17-15,0 71 30,0-18-30,0 36 0,0-1-16,-18 1 15,18 17-15,-35 159 16,-18-35 0,53-89-1,106-405 32,106 53-16,-230 352 16,-17-70-31,0 18-1,-1-71 1,36-71 15,0 159 32,18 0-48,53-70 1,87-71 0,-87 0-1,-1 0 1,71-123 0,-105 88-1,-36 211 32,-36-52-31,36 105-1,0-141 1,36-35-16,-19-17 16,124-160-1,-141 89 1,0 0-1,-17 88 1,-18 0-16,-1 123 47,36-52-31,36-36-1,87-52 1,-17-54-16,106-88 15,-71 1 1,-124 69 0,-17 160 31,36-1-32,-36 177 1,0-176-1,0-53-15,-53-18 47,17 0-31,1-18-16,53-70 31,52 17-15,54-70-1,34-18 1,-69 89-16,-36-18 16,-18-71-1,-35 124 1,-18 264 31,-35 141-16,53-352-15,18-106 31,-18 70-32,0-17 1,0 52-1,-53 36 1,18 141 0,35-123-16,0-53 15,35 17 1,36-53 0,-1-35-16,18-17 15,-17-18-15,88-54 16,-106 125-1,-36 17 1,-17 123 15,-17-17-15,-1-18 0,71-264 30,0 141-30,-18-1 0,-35 19-1,0 105 17,-18 53-17,36-35 1,35-71-1,0-35-15,70 0 16,1-106 0,-71 71-1,-18-18 1,-35 35-16,0-17 16,0 0-1,-18 17 1,-17 54-1,0 87 1,-1 1 0,36-72-16,18-16 15,70-1 1,1-35 0,-19-71-1,-35 19 1,-35-1-16</inkml:trace>
  <inkml:trace contextRef="#ctx0" brushRef="#br0" timeOffset="62777.89">9666 9543 0,'176'0'47,"-88"0"-32,0 0-15,18 0 16,35-36 0,-105 36-1</inkml:trace>
  <inkml:trace contextRef="#ctx0" brushRef="#br0" timeOffset="63827.99">17867 10019 0,'53'0'94,"88"0"-78,-52 0-16,16 0 15,37 35 1,-160-35 62</inkml:trace>
  <inkml:trace contextRef="#ctx0" brushRef="#br0" timeOffset="64128.17">18291 9825 0,'35'0'31,"53"17"-15,-35 19-16,-18 70 15,-35-71 1,0 106-1,-35-70 1,0-54 15,0 18 1</inkml:trace>
  <inkml:trace contextRef="#ctx0" brushRef="#br0" timeOffset="68692.62">19137 10566 0,'-35'0'16,"70"-53"62,124-194-62,-71 88-1,-52 124 1,-1 17 0,-35 142 46,0-54-46,0 54-1,0-19 1,0-87 0,17-18-1,54-106 1,17-17 0,-35 52-16,-53 18 15,18 0 1,17 18-1,0 35 48,106 18-32,-105-36-15,17 18-1,-53 18 17,35 17-17,0-17-15,0-18 32,89-18-17,-89-35 1,0 0-1,-87 230 48,-90 87-32,142-229-15,-17-35-1,17-35 1,17-71 0,-17 89-16,18-19 15,17 72 17,54 70-17,-54-71-15,0-35 16,36 0-16,87-71 15,89-123 1,-106 18 0,-105 35-1,-1-18 17,-35 124-17,0 211 32,-18 71-31,-35-35-1,53-159 1,0-89 15,18-122-15,-18 69-1,0 54 1,-53 123 15,-17 106 1,17-70-17,53-89 1,35-35-16,18 0 15,176-159 1,-52 1 0,-89 69-1,-141 283 17,-35 71-17,88-177 1,35-123 15,35-159-15,-34 70-1,-36 89 17,-18 159-1,-17 123-16,105-159 1,89-88 0,-53-71-16,17-35 15,195-246 1,-212 122 0,-106 89-1,17 106-15,-17 0 16,-35 123 62,35-53-62,-35 36-16,-18 87 15,-35 107 1,52-106-1,1-106 1,88-142 15,35-52-15,-52 71-16,-1 17 16,18 0-16,0 18 15,-53 141 16,-18 52-15,-17-52 0,35-53-16,70 35 31,-17-88-31,18-53 16,35-35-16,-1 0 15,37-88 1,-107-1-1,-35 160-15,-18 140 63,1 89-32,52-230-15,0-70-1,-35 17-15,0 1 16,0-107 0,-18 142 15,1 35 0,17 71-15,141-71 15,35-18-15,-140 18-1,-1 71 1,-88 87 0,18-17-1,17-105-15,106-107 63,0-211-32,-88 247-31,18-1 31,-18 107 0,35-18 1,230-53-17,-89-71 1,-52 36 0,-107 0-16,-17 70 31,0 71-16,-53-36 1,18-17 0,35-17 31,0-19-32</inkml:trace>
  <inkml:trace contextRef="#ctx0" brushRef="#br0" timeOffset="69193.37">23811 10054 0,'0'18'47,"89"17"-16,-36-53-15,17-34-1,-70 16-15,35 1 16,-35-18 0,0 18 15,-35 35-15,17 0-16,-17 17 15,-106 125 1,106-37-1,-18 36 1,53-70 0,123-18 15,-17-53-15,35-18-1,-88-35 1,-17 36-1,-1-19 17</inkml:trace>
  <inkml:trace contextRef="#ctx0" brushRef="#br0" timeOffset="69448.97">24323 9666 0,'0'-18'31,"71"18"0,-19 0-31,37-35 16,-19 0-1,-70 0 1,18 35 0,-18-18-16</inkml:trace>
  <inkml:trace contextRef="#ctx0" brushRef="#br0" timeOffset="70261.17">21254 9525 0,'0'88'62,"0"-35"-46,0 35 15,35-88-31,106-70 31,-17-89-15,-89 106-16,-17 18 16,-18 0-16,35-1 15,-35 19 1</inkml:trace>
  <inkml:trace contextRef="#ctx0" brushRef="#br0" timeOffset="72694.37">6403 12224 0,'17'-36'281</inkml:trace>
  <inkml:trace contextRef="#ctx0" brushRef="#br0" timeOffset="74019">19278 12118 0</inkml:trace>
  <inkml:trace contextRef="#ctx0" brushRef="#br0" timeOffset="76742.84">9683 14129 0,'0'-18'0,"18"36"125,88-18-93,-71 0-32,-17 0 15,35 35 1,0-35-1,-36 0 1,71 35 0,-35-35-1,0 0 1,-18 0-16,1 0 16,-1 0-1,18 0 1,0 0-1,-18 0-15,53 0 32,-35 0-17,0 0 1,-18 0 15,1 0-31,-1 0 16,-17 0-16,17 0 15,53 0 1,-70 0 0,35 0 15,35 0-15,35 0-1,-35 0 1,1 0-1,-36 0 1,-18 0-16,18 0 16,0 0-1,-18 0 1,-17 0-16,-18 36 16,35-36-1</inkml:trace>
  <inkml:trace contextRef="#ctx0" brushRef="#br0" timeOffset="78631.85">19702 14093 0,'35'0'78,"53"0"-47,-35 0-15,0 0 0,0 0-1,35 0 1,0 0 15,-35 0-15,0 0-1,-18 0-15,1 0 16,17 0 0,-18 0-1,71 0 1,-89 0-16,19 0 16,-1 0-16,18 0 15,0 0 1,17 0-1,-17 0 1,35 0 0,-35 18-16,36-18 15,-1 0 1,-35 0 0,-36 0 15,19 0-16,16 0 1,1 0 0,-17 35-1,-1-35-15,-17 0 47,-36 0 78</inkml:trace>
  <inkml:trace contextRef="#ctx0" brushRef="#br0" timeOffset="114023.85">9313 15452 0,'18'0'94,"17"-36"-78,0-34-16,53-89 15,71-17 1,-18 87 0,-123 89-1,17 0 1,-35 36 0,0 17-16,0 35 15,0 0 1,0-53-1,0-70 48,53-53-47,88-53-1,-70 141 1,-54 0-1,-17 88 1,0-35-16,0 17 16,0 19-1,0-54 1,0-53 15,0-17-15,53 0-1,18-53-15,-1 17 32,-34 36-17,-19 35 1,-17 70 15,-17 18-15,17-35-1,17-35 1,36-18-16,-35 0 16,88-88-1,-53-18 1,17 35 0,-70 36-16,35 35 15,-35 18 16,-17 70 1,17-17-32,0-1 15,0-17-15,0-35 16,70 17 0,54-176-1,-1-53-15</inkml:trace>
  <inkml:trace contextRef="#ctx0" brushRef="#br0" timeOffset="114156.81">11041 14676 0,'-35'0'16,"53"0"31</inkml:trace>
  <inkml:trace contextRef="#ctx0" brushRef="#br0" timeOffset="114960.67">11165 14993 0,'0'-18'31,"18"-17"-31,-36 88 0,88-229 16,-34 123-16,-36 17 15,35-87 1,-35 88 0,-18 35-1,1 0 1,-36 158-1,18 19 17,-18-1-17,53-123-15,0-18 16,17-35-16,36 18 16,71-88-1,-18-54 1,-71 53-1,0 71-15,-35-35 16,0 70 15,0 1-15,0 17 0,88-71-1,-52-35 1,-1 18-1,-35 0 1,0 140 31,0-16-31,-18 193-1,18 0 1,-53-176-16,53-36 15,-17 1 1,-19-71 0,1 0-1,35-35-15,0-71 16,0 71 0,0-124-1,71 35 1,-18 19-1,-53 69 1,35 1 0,0-124-1</inkml:trace>
  <inkml:trace contextRef="#ctx0" brushRef="#br0" timeOffset="115109.04">11694 14429 0,'0'35'31,"-53"212"-15</inkml:trace>
  <inkml:trace contextRef="#ctx0" brushRef="#br0" timeOffset="117490.56">10036 16457 0,'0'18'32,"0"-54"-1,18-16-16,-18 16 1,-18 36 0,-105 53-1,34 71 1,54-54-16,35 1 16,0 105-1,35-141 1,36-35-1,-18-17 1,0-36-16,141-229 31,-124 141-15,1-1 0,-71 72-16,0 17 15,0-35 1,0 52-16,0 19 15,-18 105 32,-17 18-31,35 53 0,0 17-1,-35 0 1,35-123-1,70-194 32,1-53-31,-36 88 0,0 106-1,-35 53 1,0 71-1,0-1 1,36-105 0,34-71-1,18-53 1,-52 36 0,-36 17-1,0 106 16,-18 52-15,18 19 15,35-89-15,36-105 0,-1-72-1,-70 72-15,36 17 16,-36 18-1,0 105 17,-18 54-17,18-36-15,0-18 16,35-34 0,-17-36-16,35-18 15,17-52-15,54-142 16,-71 18-1,-18 123 1,-35 18-16,-18 177 63,-17 35-48,35-106-15,0-36 16,18-70 15,-18 0-15,0 36-16,-18-19 31,-17 142-15,35-53-1,-35 18-15,35 35 16,0-54-16,0-16 15,17-36-15,107 0 16,35-159 15,-18 0-15,-88 106-16,-36 18 16,-17 106 15,-17 70-16,17-71-15,0-17 16,0-35 0,52-124 15,19 0-15,-36 36-16,1 17 15,16 17 1,-52 107 31,-17 70-32,17-70-15,0-18 16,17-36 0,1-17-1,70-88 1,-70 53-16,17-18 15,36-35 1,-71 264 47,17-105-32,36-71-31,53-212 31,-71 124 0,-70 405 1,0 283-1,35-194-16,-53-283-15,18-17 16,35-53-16,-53-53 16,17 17-1,-52-158 1,88-53 0,0 71-1,18 52 1,17 1-16,53-89 15,-35 88-15,53-52 16,-88 17 15,17 18-15,-35 35-16</inkml:trace>
  <inkml:trace contextRef="#ctx0" brushRef="#br0" timeOffset="117642.43">12241 15522 0,'0'0'0,"17"18"32,-17 176-17</inkml:trace>
  <inkml:trace contextRef="#ctx0" brushRef="#br0" timeOffset="119076.01">20548 14640 0,'0'0'16,"0"88"47,0 54-48,-35-19 1,35-105-1,0 17 1,0-70 0</inkml:trace>
  <inkml:trace contextRef="#ctx0" brushRef="#br0" timeOffset="119423.02">20372 14958 0,'0'88'47,"0"18"-32,0-36-15,0-17 16,35-17-16,18-36 15,-18 0 1,89-142 0,-53 19-1,-19 17 1,-52 88-16,0-17 31,36 35-15</inkml:trace>
  <inkml:trace contextRef="#ctx0" brushRef="#br0" timeOffset="120584.63">20584 15910 0,'0'0'0,"0"-17"15,35-19 1,0-17 0,-17 53-1,-18 36 1,35-1 0,0-70-1,18-18 1,-17-18-1,-72 212 32,36-70-31,-53-1-16,53 1 16,-52 0-1,34-36 1,18-88 15,0 18-15,0-18-1,35 53 1,-17 0 0,17 35-1,36-35 1,34-53-1,-69 18 1,-1 0 0,-35 105 31,-18 54-32,18-72-15,0-16 16,36-36-1,34-106 1,-35-18 0,-35 89-16,0-18 15,0 0-15,-17 18 16,-36 35 0,35 0-1,-17 53 1,35 0-1,0-18 1,53-52 15,-18-19-31,18-17 16,0 18-16,-18 17 16,36-34-1</inkml:trace>
  <inkml:trace contextRef="#ctx0" brushRef="#br0" timeOffset="121740.34">21519 16210 0,'0'-70'47,"176"-230"-31,-141 212-1,0 17-15,1 36 16,-36 88 31,0 0-31,17-53-16,72-18 31,-54-53-16,-18 71-15,-34 247 47,-54-141 0,71-124-31,0 1-1,0-18 1,0 70 15,18 71-15,35-53-16,17-53 16,71-71-1,-52-70-15,-1-18 16,-18 0-16,-34-88 15,17 159 1,-53-123 0,0 175-1,-18 36 1,18 53 0,-53 0-16,53 18 15,-35-1-15,0 124 16,35 36-1,0-107 1,0-35-16,35 0 31,35-88-15,54-105-16</inkml:trace>
  <inkml:trace contextRef="#ctx0" brushRef="#br0" timeOffset="122873.32">22824 15681 0,'-18'-18'31,"0"18"-15,-34 18-1,-54 176 17,70-71-32,36-87 31,36-36-15,70-141-1,-71 52 1,-35 37-1,0 87 17,-35 159-17,35-106 1,52-88 0,90-106-1,69-211 1,-158 140-1,-18 36 1,-35 71 15,0 140 1,-35 107-17,35-54-15,-35 1 16,35-36-16,0-35 15,0-124 32,0 1-31,0 34 0,-53 89-1,0 88 1,53 36-1,-35-54 1,123-88 0,35-123 15,36-71-15,-18 1-1,-105 70 1,-72 211 15,-34 36-15,70-53-16,0-71 15,0 0 1,35-141 0,18-35-1,-53 18 1,35 70-1,-52 229 17,17-17-1,70-124-15,212-88-1,-123-123 1,-53-36-1,-71 71 1,-35 123 0</inkml:trace>
  <inkml:trace contextRef="#ctx0" brushRef="#br0" timeOffset="124246.13">10971 13511 0</inkml:trace>
  <inkml:trace contextRef="#ctx0" brushRef="#br0" timeOffset="125088.62">20407 13388 0,'0'18'47</inkml:trace>
  <inkml:trace contextRef="#ctx0" brushRef="#br0" timeOffset="140972.62">5239 16775 0,'-36'0'31,"1"35"-15,35-53 109,-18 18-110,-17-35 1,-18 35 0,0 35-1,0 18-15,-105 194 16,122-53 15,36-123-31,0 17 16,36-88-1,87-53 1,1-141 0,-89 88-16,-35 18 15,53 0-15,-53 52 16,35-52 0,-53 194 15,18 70-16,0-52-15,-53-18 16,106-18 0,0-88-1,71-141 17,-71 53-32,0-1 15,-1-16-15,37-107 16,-54 53-1,-35 0 1,0 71 0,0 53-1,-35 35-15,-1 53 32,1 35-17,35-17-15,-35-1 16,35 195-1,-35-18 1,35-89 0,0-87-1,0-36-15,0-70 47,52-88-31,72-36-1,-18 35 1,-71 89 0,-53 88 15,-35 35-15,53-17-16,-52-1 15,52 71 1,88-158 15,70-160-15,-69 72-1,52-72-15,-106 142 32,-35 70-1,-35 124-16,-18-53-15,53 52 16,0-140 0,18-36-1,52-123 1,-35 71-16,-35-36 16,0 18-1,-35 88 16,0 106-15,35-53-16,0-36 16,123-17-1,71-123 1,0-54 15,-141 124-31,-35 18 16,-18 159 15,-18 87-15,-17-87-16,35-36 15,-35 35 1,-1-123 0,19-17-1,17-71 1,0-54-1,53 54 1,17-18 0,1-17-1,-36 35 1,0 35 0,-35 18-1,0 17 1,-17 177 15,-72 282-15,89-265-1,0-141 1,0-141 46,0 71-30,0 88-32,36 71 15,-1-89 17,53-53-17,-35-17-15,0-18 16,-35 0-16,17 0 15,0 18 1,-52 211 15,17-105-15,-36-36-16,36 0 16,53-88 15,0-52-16,-18 69-15,1-17 16,-1 18 0,-35 53 31,-35 229-16,88-212-16,70-70 1,18-124 0,-53 18-1,-88 70-15,0 1 16,-17 87 15,-19 107-15,36-36-16,0-17 15,18 87 1,35-158 0,53-53-1</inkml:trace>
  <inkml:trace contextRef="#ctx0" brushRef="#br0" timeOffset="141204.6">7496 16651 0,'229'-123'31,"-458"246"-31,970-493 16,-441 246-1,-177 107 1,-87 17 0</inkml:trace>
  <inkml:trace contextRef="#ctx0" brushRef="#br0" timeOffset="143520.88">19966 16792 0,'-17'141'31,"17"89"-16,-36-107-15,36 1 16,0-1 0,36-123-1,34-141 1,-34 0 0,-36 35-1,70-35-15,-70 53 16,35-18-1,-35 194 32,71-35-31,-18-53 0,17-71-1,-70 54-15,53-19 16,-53 1-1,0 70 1,0 54 0,-17 52-1,17-88 1,-53 0-16,35-36 31,-17-17 0,35-53-15,70 124 15,1 35-15,-1-71 0,54-53-1,-18-70-15,88-123 16,-88-1-1,-71 53 1,-35 106 0,0 212 15,-35 88 0,-1-141-31,36-36 16,0-52-16,18-71 31,17-35-15,-35 0-1,0 52 1,-88 301 15,88-71-15,0-106-1,35-88 1,18 0-16,88-141 16,18-53-1,-141 159 1,17-1 15,-53 72-15,1 70-1,17 35 1,-53-18 0,53-88-16,35-105 31,18-36-15,-53-17-1,0 87 1,0 1-16,0 123 31,0 53-15,0-70-1,159-71 1,-71-18 0,124-176-16,-36-35 31,-70-36-16,-106 107 1,0 105-16,-53 53 31,-71 194-15,124-71 0,0-52-1,36-71-15,87 35 16,71 0-1,-53 89 1,-105 17 0,-54 0-1,-35-141 1,18 0 0,35-53-1</inkml:trace>
  <inkml:trace contextRef="#ctx0" brushRef="#br0" timeOffset="143970.21">21660 16404 0,'0'0'0,"70"0"62,336-88-46,-318 88 0,-53 0-1</inkml:trace>
  <inkml:trace contextRef="#ctx0" brushRef="#br0" timeOffset="144185.53">23106 16810 0,'-18'0'78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á hlavička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sk-SK" dirty="0"/>
          </a:p>
        </p:txBody>
      </p:sp>
      <p:sp>
        <p:nvSpPr>
          <p:cNvPr id="3" name="Zástupný dá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FEFFA6B9-C19F-4C1E-8C2A-873714B32889}" type="datetime1">
              <a:rPr lang="sk-SK" smtClean="0"/>
              <a:t>3. 3. 2025</a:t>
            </a:fld>
            <a:endParaRPr lang="sk-SK" dirty="0"/>
          </a:p>
        </p:txBody>
      </p:sp>
      <p:sp>
        <p:nvSpPr>
          <p:cNvPr id="4" name="Zástupný obrázok snímky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sk-SK" dirty="0"/>
          </a:p>
        </p:txBody>
      </p:sp>
      <p:sp>
        <p:nvSpPr>
          <p:cNvPr id="5" name="Zástupné poznámky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sk-SK" dirty="0"/>
              <a:t>Kliknite sem a upravte štýl predlohy textu</a:t>
            </a:r>
          </a:p>
          <a:p>
            <a:pPr lvl="1" rtl="0"/>
            <a:r>
              <a:rPr lang="sk-SK" dirty="0"/>
              <a:t>Druhá úroveň</a:t>
            </a:r>
          </a:p>
          <a:p>
            <a:pPr lvl="2" rtl="0"/>
            <a:r>
              <a:rPr lang="sk-SK" dirty="0"/>
              <a:t>Tretia úroveň</a:t>
            </a:r>
          </a:p>
          <a:p>
            <a:pPr lvl="3" rtl="0"/>
            <a:r>
              <a:rPr lang="sk-SK" dirty="0"/>
              <a:t>Štvrtá úroveň</a:t>
            </a:r>
          </a:p>
          <a:p>
            <a:pPr lvl="4" rtl="0"/>
            <a:r>
              <a:rPr lang="sk-SK" dirty="0"/>
              <a:t>Piata úroveň</a:t>
            </a:r>
          </a:p>
        </p:txBody>
      </p:sp>
      <p:sp>
        <p:nvSpPr>
          <p:cNvPr id="6" name="Zástupná pät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sk-SK" dirty="0"/>
          </a:p>
        </p:txBody>
      </p:sp>
      <p:sp>
        <p:nvSpPr>
          <p:cNvPr id="7" name="Zástupné číslo snímky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01F2A70B-78F2-4DCF-B53B-C990D2FAFB8A}" type="slidenum">
              <a:rPr lang="sk-SK" smtClean="0"/>
              <a:t>‹#›</a:t>
            </a:fld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241157051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obrázok snímky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objekt pre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k-SK" dirty="0"/>
          </a:p>
        </p:txBody>
      </p:sp>
      <p:sp>
        <p:nvSpPr>
          <p:cNvPr id="4" name="Zástupný objekt pre číslo snímky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01F2A70B-78F2-4DCF-B53B-C990D2FAFB8A}" type="slidenum">
              <a:rPr lang="sk-SK" smtClean="0"/>
              <a:t>1</a:t>
            </a:fld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15554280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obrázok snímky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objekt pre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4" name="Zástupný objekt pre číslo snímky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01F2A70B-78F2-4DCF-B53B-C990D2FAFB8A}" type="slidenum">
              <a:rPr lang="sk-SK" smtClean="0"/>
              <a:t>2</a:t>
            </a:fld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11270095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á sním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 hasCustomPrompt="1"/>
          </p:nvPr>
        </p:nvSpPr>
        <p:spPr>
          <a:xfrm>
            <a:off x="1522413" y="1905000"/>
            <a:ext cx="9144000" cy="2667000"/>
          </a:xfrm>
        </p:spPr>
        <p:txBody>
          <a:bodyPr rtlCol="0">
            <a:noAutofit/>
          </a:bodyPr>
          <a:lstStyle>
            <a:lvl1pPr rtl="0">
              <a:defRPr sz="5400"/>
            </a:lvl1pPr>
          </a:lstStyle>
          <a:p>
            <a:pPr rtl="0"/>
            <a:r>
              <a:rPr lang="sk-SK" dirty="0"/>
              <a:t>Kliknite sem a upravte štýl predlohy nadpisov</a:t>
            </a:r>
          </a:p>
        </p:txBody>
      </p:sp>
      <p:grpSp>
        <p:nvGrpSpPr>
          <p:cNvPr id="256" name="čiara" descr="Grafika čiary"/>
          <p:cNvGrpSpPr/>
          <p:nvPr/>
        </p:nvGrpSpPr>
        <p:grpSpPr bwMode="invGray">
          <a:xfrm>
            <a:off x="1584896" y="4724400"/>
            <a:ext cx="8631936" cy="64008"/>
            <a:chOff x="-4110038" y="2703513"/>
            <a:chExt cx="17394239" cy="160336"/>
          </a:xfrm>
          <a:solidFill>
            <a:schemeClr val="accent1"/>
          </a:solidFill>
        </p:grpSpPr>
        <p:sp>
          <p:nvSpPr>
            <p:cNvPr id="257" name="Voľný tvar 5"/>
            <p:cNvSpPr>
              <a:spLocks/>
            </p:cNvSpPr>
            <p:nvPr/>
          </p:nvSpPr>
          <p:spPr bwMode="invGray">
            <a:xfrm>
              <a:off x="12815888" y="2768600"/>
              <a:ext cx="468313" cy="19050"/>
            </a:xfrm>
            <a:custGeom>
              <a:avLst/>
              <a:gdLst>
                <a:gd name="T0" fmla="*/ 21 w 244"/>
                <a:gd name="T1" fmla="*/ 5 h 8"/>
                <a:gd name="T2" fmla="*/ 21 w 244"/>
                <a:gd name="T3" fmla="*/ 5 h 8"/>
                <a:gd name="T4" fmla="*/ 52 w 244"/>
                <a:gd name="T5" fmla="*/ 7 h 8"/>
                <a:gd name="T6" fmla="*/ 100 w 244"/>
                <a:gd name="T7" fmla="*/ 5 h 8"/>
                <a:gd name="T8" fmla="*/ 125 w 244"/>
                <a:gd name="T9" fmla="*/ 7 h 8"/>
                <a:gd name="T10" fmla="*/ 202 w 244"/>
                <a:gd name="T11" fmla="*/ 6 h 8"/>
                <a:gd name="T12" fmla="*/ 156 w 244"/>
                <a:gd name="T13" fmla="*/ 5 h 8"/>
                <a:gd name="T14" fmla="*/ 244 w 244"/>
                <a:gd name="T15" fmla="*/ 3 h 8"/>
                <a:gd name="T16" fmla="*/ 161 w 244"/>
                <a:gd name="T17" fmla="*/ 3 h 8"/>
                <a:gd name="T18" fmla="*/ 165 w 244"/>
                <a:gd name="T19" fmla="*/ 2 h 8"/>
                <a:gd name="T20" fmla="*/ 96 w 244"/>
                <a:gd name="T21" fmla="*/ 2 h 8"/>
                <a:gd name="T22" fmla="*/ 111 w 244"/>
                <a:gd name="T23" fmla="*/ 1 h 8"/>
                <a:gd name="T24" fmla="*/ 0 w 244"/>
                <a:gd name="T25" fmla="*/ 5 h 8"/>
                <a:gd name="T26" fmla="*/ 21 w 244"/>
                <a:gd name="T27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44" h="8">
                  <a:moveTo>
                    <a:pt x="21" y="5"/>
                  </a:moveTo>
                  <a:lnTo>
                    <a:pt x="21" y="5"/>
                  </a:lnTo>
                  <a:cubicBezTo>
                    <a:pt x="42" y="5"/>
                    <a:pt x="59" y="7"/>
                    <a:pt x="52" y="7"/>
                  </a:cubicBezTo>
                  <a:cubicBezTo>
                    <a:pt x="94" y="6"/>
                    <a:pt x="94" y="8"/>
                    <a:pt x="100" y="5"/>
                  </a:cubicBezTo>
                  <a:cubicBezTo>
                    <a:pt x="127" y="4"/>
                    <a:pt x="155" y="6"/>
                    <a:pt x="125" y="7"/>
                  </a:cubicBezTo>
                  <a:lnTo>
                    <a:pt x="202" y="6"/>
                  </a:lnTo>
                  <a:lnTo>
                    <a:pt x="156" y="5"/>
                  </a:lnTo>
                  <a:cubicBezTo>
                    <a:pt x="168" y="2"/>
                    <a:pt x="230" y="6"/>
                    <a:pt x="244" y="3"/>
                  </a:cubicBezTo>
                  <a:lnTo>
                    <a:pt x="161" y="3"/>
                  </a:lnTo>
                  <a:lnTo>
                    <a:pt x="165" y="2"/>
                  </a:lnTo>
                  <a:cubicBezTo>
                    <a:pt x="146" y="3"/>
                    <a:pt x="109" y="2"/>
                    <a:pt x="96" y="2"/>
                  </a:cubicBezTo>
                  <a:cubicBezTo>
                    <a:pt x="98" y="1"/>
                    <a:pt x="97" y="1"/>
                    <a:pt x="111" y="1"/>
                  </a:cubicBezTo>
                  <a:cubicBezTo>
                    <a:pt x="10" y="0"/>
                    <a:pt x="84" y="5"/>
                    <a:pt x="0" y="5"/>
                  </a:cubicBezTo>
                  <a:cubicBezTo>
                    <a:pt x="5" y="5"/>
                    <a:pt x="12" y="5"/>
                    <a:pt x="21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258" name="Voľný tvar 6"/>
            <p:cNvSpPr>
              <a:spLocks/>
            </p:cNvSpPr>
            <p:nvPr/>
          </p:nvSpPr>
          <p:spPr bwMode="invGray">
            <a:xfrm>
              <a:off x="12380913" y="2755900"/>
              <a:ext cx="461963" cy="26987"/>
            </a:xfrm>
            <a:custGeom>
              <a:avLst/>
              <a:gdLst>
                <a:gd name="T0" fmla="*/ 162 w 241"/>
                <a:gd name="T1" fmla="*/ 4 h 12"/>
                <a:gd name="T2" fmla="*/ 162 w 241"/>
                <a:gd name="T3" fmla="*/ 4 h 12"/>
                <a:gd name="T4" fmla="*/ 127 w 241"/>
                <a:gd name="T5" fmla="*/ 7 h 12"/>
                <a:gd name="T6" fmla="*/ 68 w 241"/>
                <a:gd name="T7" fmla="*/ 6 h 12"/>
                <a:gd name="T8" fmla="*/ 53 w 241"/>
                <a:gd name="T9" fmla="*/ 9 h 12"/>
                <a:gd name="T10" fmla="*/ 79 w 241"/>
                <a:gd name="T11" fmla="*/ 9 h 12"/>
                <a:gd name="T12" fmla="*/ 18 w 241"/>
                <a:gd name="T13" fmla="*/ 11 h 12"/>
                <a:gd name="T14" fmla="*/ 101 w 241"/>
                <a:gd name="T15" fmla="*/ 10 h 12"/>
                <a:gd name="T16" fmla="*/ 195 w 241"/>
                <a:gd name="T17" fmla="*/ 12 h 12"/>
                <a:gd name="T18" fmla="*/ 226 w 241"/>
                <a:gd name="T19" fmla="*/ 11 h 12"/>
                <a:gd name="T20" fmla="*/ 215 w 241"/>
                <a:gd name="T21" fmla="*/ 11 h 12"/>
                <a:gd name="T22" fmla="*/ 213 w 241"/>
                <a:gd name="T23" fmla="*/ 7 h 12"/>
                <a:gd name="T24" fmla="*/ 172 w 241"/>
                <a:gd name="T25" fmla="*/ 7 h 12"/>
                <a:gd name="T26" fmla="*/ 241 w 241"/>
                <a:gd name="T27" fmla="*/ 4 h 12"/>
                <a:gd name="T28" fmla="*/ 123 w 241"/>
                <a:gd name="T29" fmla="*/ 0 h 12"/>
                <a:gd name="T30" fmla="*/ 162 w 241"/>
                <a:gd name="T31" fmla="*/ 4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41" h="12">
                  <a:moveTo>
                    <a:pt x="162" y="4"/>
                  </a:moveTo>
                  <a:lnTo>
                    <a:pt x="162" y="4"/>
                  </a:lnTo>
                  <a:lnTo>
                    <a:pt x="127" y="7"/>
                  </a:lnTo>
                  <a:lnTo>
                    <a:pt x="68" y="6"/>
                  </a:lnTo>
                  <a:cubicBezTo>
                    <a:pt x="67" y="7"/>
                    <a:pt x="24" y="8"/>
                    <a:pt x="53" y="9"/>
                  </a:cubicBezTo>
                  <a:cubicBezTo>
                    <a:pt x="59" y="9"/>
                    <a:pt x="70" y="8"/>
                    <a:pt x="79" y="9"/>
                  </a:cubicBezTo>
                  <a:cubicBezTo>
                    <a:pt x="73" y="11"/>
                    <a:pt x="0" y="9"/>
                    <a:pt x="18" y="11"/>
                  </a:cubicBezTo>
                  <a:cubicBezTo>
                    <a:pt x="65" y="11"/>
                    <a:pt x="72" y="12"/>
                    <a:pt x="101" y="10"/>
                  </a:cubicBezTo>
                  <a:cubicBezTo>
                    <a:pt x="144" y="11"/>
                    <a:pt x="175" y="11"/>
                    <a:pt x="195" y="12"/>
                  </a:cubicBezTo>
                  <a:cubicBezTo>
                    <a:pt x="208" y="12"/>
                    <a:pt x="209" y="11"/>
                    <a:pt x="226" y="11"/>
                  </a:cubicBezTo>
                  <a:lnTo>
                    <a:pt x="215" y="11"/>
                  </a:lnTo>
                  <a:lnTo>
                    <a:pt x="213" y="7"/>
                  </a:lnTo>
                  <a:cubicBezTo>
                    <a:pt x="199" y="8"/>
                    <a:pt x="187" y="7"/>
                    <a:pt x="172" y="7"/>
                  </a:cubicBezTo>
                  <a:lnTo>
                    <a:pt x="241" y="4"/>
                  </a:lnTo>
                  <a:cubicBezTo>
                    <a:pt x="219" y="1"/>
                    <a:pt x="151" y="2"/>
                    <a:pt x="123" y="0"/>
                  </a:cubicBezTo>
                  <a:cubicBezTo>
                    <a:pt x="157" y="4"/>
                    <a:pt x="96" y="2"/>
                    <a:pt x="162" y="4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259" name="Voľný tvar 7"/>
            <p:cNvSpPr>
              <a:spLocks/>
            </p:cNvSpPr>
            <p:nvPr/>
          </p:nvSpPr>
          <p:spPr bwMode="invGray">
            <a:xfrm>
              <a:off x="12814300" y="2779713"/>
              <a:ext cx="1588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260" name="Voľný tvar 8"/>
            <p:cNvSpPr>
              <a:spLocks/>
            </p:cNvSpPr>
            <p:nvPr/>
          </p:nvSpPr>
          <p:spPr bwMode="invGray">
            <a:xfrm>
              <a:off x="2738437" y="2795588"/>
              <a:ext cx="425450" cy="15875"/>
            </a:xfrm>
            <a:custGeom>
              <a:avLst/>
              <a:gdLst>
                <a:gd name="T0" fmla="*/ 77 w 222"/>
                <a:gd name="T1" fmla="*/ 5 h 7"/>
                <a:gd name="T2" fmla="*/ 77 w 222"/>
                <a:gd name="T3" fmla="*/ 5 h 7"/>
                <a:gd name="T4" fmla="*/ 56 w 222"/>
                <a:gd name="T5" fmla="*/ 6 h 7"/>
                <a:gd name="T6" fmla="*/ 222 w 222"/>
                <a:gd name="T7" fmla="*/ 5 h 7"/>
                <a:gd name="T8" fmla="*/ 200 w 222"/>
                <a:gd name="T9" fmla="*/ 3 h 7"/>
                <a:gd name="T10" fmla="*/ 137 w 222"/>
                <a:gd name="T11" fmla="*/ 4 h 7"/>
                <a:gd name="T12" fmla="*/ 149 w 222"/>
                <a:gd name="T13" fmla="*/ 3 h 7"/>
                <a:gd name="T14" fmla="*/ 109 w 222"/>
                <a:gd name="T15" fmla="*/ 0 h 7"/>
                <a:gd name="T16" fmla="*/ 106 w 222"/>
                <a:gd name="T17" fmla="*/ 0 h 7"/>
                <a:gd name="T18" fmla="*/ 0 w 222"/>
                <a:gd name="T19" fmla="*/ 7 h 7"/>
                <a:gd name="T20" fmla="*/ 77 w 222"/>
                <a:gd name="T21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2" h="7">
                  <a:moveTo>
                    <a:pt x="77" y="5"/>
                  </a:moveTo>
                  <a:lnTo>
                    <a:pt x="77" y="5"/>
                  </a:lnTo>
                  <a:cubicBezTo>
                    <a:pt x="62" y="5"/>
                    <a:pt x="58" y="5"/>
                    <a:pt x="56" y="6"/>
                  </a:cubicBezTo>
                  <a:lnTo>
                    <a:pt x="222" y="5"/>
                  </a:lnTo>
                  <a:cubicBezTo>
                    <a:pt x="216" y="5"/>
                    <a:pt x="169" y="4"/>
                    <a:pt x="200" y="3"/>
                  </a:cubicBezTo>
                  <a:cubicBezTo>
                    <a:pt x="186" y="2"/>
                    <a:pt x="143" y="3"/>
                    <a:pt x="137" y="4"/>
                  </a:cubicBezTo>
                  <a:lnTo>
                    <a:pt x="149" y="3"/>
                  </a:lnTo>
                  <a:cubicBezTo>
                    <a:pt x="110" y="5"/>
                    <a:pt x="84" y="1"/>
                    <a:pt x="109" y="0"/>
                  </a:cubicBezTo>
                  <a:lnTo>
                    <a:pt x="106" y="0"/>
                  </a:lnTo>
                  <a:lnTo>
                    <a:pt x="0" y="7"/>
                  </a:lnTo>
                  <a:cubicBezTo>
                    <a:pt x="39" y="7"/>
                    <a:pt x="30" y="5"/>
                    <a:pt x="77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261" name="Voľný tvar 9"/>
            <p:cNvSpPr>
              <a:spLocks/>
            </p:cNvSpPr>
            <p:nvPr/>
          </p:nvSpPr>
          <p:spPr bwMode="invGray">
            <a:xfrm>
              <a:off x="-3646488" y="2800350"/>
              <a:ext cx="46038" cy="3175"/>
            </a:xfrm>
            <a:custGeom>
              <a:avLst/>
              <a:gdLst>
                <a:gd name="T0" fmla="*/ 0 w 24"/>
                <a:gd name="T1" fmla="*/ 1 h 1"/>
                <a:gd name="T2" fmla="*/ 0 w 24"/>
                <a:gd name="T3" fmla="*/ 1 h 1"/>
                <a:gd name="T4" fmla="*/ 21 w 24"/>
                <a:gd name="T5" fmla="*/ 0 h 1"/>
                <a:gd name="T6" fmla="*/ 0 w 2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" h="1">
                  <a:moveTo>
                    <a:pt x="0" y="1"/>
                  </a:moveTo>
                  <a:lnTo>
                    <a:pt x="0" y="1"/>
                  </a:lnTo>
                  <a:cubicBezTo>
                    <a:pt x="21" y="0"/>
                    <a:pt x="24" y="0"/>
                    <a:pt x="21" y="0"/>
                  </a:cubicBez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262" name="Voľný tvar 10"/>
            <p:cNvSpPr>
              <a:spLocks/>
            </p:cNvSpPr>
            <p:nvPr/>
          </p:nvSpPr>
          <p:spPr bwMode="invGray">
            <a:xfrm>
              <a:off x="2627312" y="2816225"/>
              <a:ext cx="63500" cy="4762"/>
            </a:xfrm>
            <a:custGeom>
              <a:avLst/>
              <a:gdLst>
                <a:gd name="T0" fmla="*/ 33 w 33"/>
                <a:gd name="T1" fmla="*/ 0 h 2"/>
                <a:gd name="T2" fmla="*/ 33 w 33"/>
                <a:gd name="T3" fmla="*/ 0 h 2"/>
                <a:gd name="T4" fmla="*/ 0 w 33"/>
                <a:gd name="T5" fmla="*/ 2 h 2"/>
                <a:gd name="T6" fmla="*/ 33 w 3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2">
                  <a:moveTo>
                    <a:pt x="33" y="0"/>
                  </a:moveTo>
                  <a:lnTo>
                    <a:pt x="33" y="0"/>
                  </a:lnTo>
                  <a:lnTo>
                    <a:pt x="0" y="2"/>
                  </a:lnTo>
                  <a:cubicBezTo>
                    <a:pt x="14" y="1"/>
                    <a:pt x="25" y="1"/>
                    <a:pt x="3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263" name="Voľný tvar 11"/>
            <p:cNvSpPr>
              <a:spLocks/>
            </p:cNvSpPr>
            <p:nvPr/>
          </p:nvSpPr>
          <p:spPr bwMode="invGray">
            <a:xfrm>
              <a:off x="3103562" y="2741613"/>
              <a:ext cx="28575" cy="3175"/>
            </a:xfrm>
            <a:custGeom>
              <a:avLst/>
              <a:gdLst>
                <a:gd name="T0" fmla="*/ 15 w 15"/>
                <a:gd name="T1" fmla="*/ 0 h 1"/>
                <a:gd name="T2" fmla="*/ 15 w 15"/>
                <a:gd name="T3" fmla="*/ 0 h 1"/>
                <a:gd name="T4" fmla="*/ 15 w 15"/>
                <a:gd name="T5" fmla="*/ 0 h 1"/>
                <a:gd name="T6" fmla="*/ 0 w 15"/>
                <a:gd name="T7" fmla="*/ 1 h 1"/>
                <a:gd name="T8" fmla="*/ 0 w 15"/>
                <a:gd name="T9" fmla="*/ 1 h 1"/>
                <a:gd name="T10" fmla="*/ 15 w 15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" h="1">
                  <a:moveTo>
                    <a:pt x="15" y="0"/>
                  </a:moveTo>
                  <a:lnTo>
                    <a:pt x="15" y="0"/>
                  </a:lnTo>
                  <a:cubicBezTo>
                    <a:pt x="15" y="0"/>
                    <a:pt x="15" y="0"/>
                    <a:pt x="15" y="0"/>
                  </a:cubicBezTo>
                  <a:lnTo>
                    <a:pt x="0" y="1"/>
                  </a:lnTo>
                  <a:lnTo>
                    <a:pt x="0" y="1"/>
                  </a:lnTo>
                  <a:lnTo>
                    <a:pt x="1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264" name="Voľný tvar 12"/>
            <p:cNvSpPr>
              <a:spLocks/>
            </p:cNvSpPr>
            <p:nvPr/>
          </p:nvSpPr>
          <p:spPr bwMode="invGray">
            <a:xfrm>
              <a:off x="1227137" y="2836863"/>
              <a:ext cx="20638" cy="0"/>
            </a:xfrm>
            <a:custGeom>
              <a:avLst/>
              <a:gdLst>
                <a:gd name="T0" fmla="*/ 11 w 11"/>
                <a:gd name="T1" fmla="*/ 11 w 11"/>
                <a:gd name="T2" fmla="*/ 0 w 11"/>
                <a:gd name="T3" fmla="*/ 11 w 1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1">
                  <a:moveTo>
                    <a:pt x="11" y="0"/>
                  </a:moveTo>
                  <a:lnTo>
                    <a:pt x="11" y="0"/>
                  </a:lnTo>
                  <a:lnTo>
                    <a:pt x="0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265" name="Voľný tvar 13"/>
            <p:cNvSpPr>
              <a:spLocks/>
            </p:cNvSpPr>
            <p:nvPr/>
          </p:nvSpPr>
          <p:spPr bwMode="invGray">
            <a:xfrm>
              <a:off x="3660775" y="2713038"/>
              <a:ext cx="331788" cy="20637"/>
            </a:xfrm>
            <a:custGeom>
              <a:avLst/>
              <a:gdLst>
                <a:gd name="T0" fmla="*/ 173 w 173"/>
                <a:gd name="T1" fmla="*/ 0 h 9"/>
                <a:gd name="T2" fmla="*/ 173 w 173"/>
                <a:gd name="T3" fmla="*/ 0 h 9"/>
                <a:gd name="T4" fmla="*/ 99 w 173"/>
                <a:gd name="T5" fmla="*/ 2 h 9"/>
                <a:gd name="T6" fmla="*/ 89 w 173"/>
                <a:gd name="T7" fmla="*/ 1 h 9"/>
                <a:gd name="T8" fmla="*/ 64 w 173"/>
                <a:gd name="T9" fmla="*/ 2 h 9"/>
                <a:gd name="T10" fmla="*/ 79 w 173"/>
                <a:gd name="T11" fmla="*/ 2 h 9"/>
                <a:gd name="T12" fmla="*/ 0 w 173"/>
                <a:gd name="T13" fmla="*/ 8 h 9"/>
                <a:gd name="T14" fmla="*/ 78 w 173"/>
                <a:gd name="T15" fmla="*/ 7 h 9"/>
                <a:gd name="T16" fmla="*/ 98 w 173"/>
                <a:gd name="T17" fmla="*/ 6 h 9"/>
                <a:gd name="T18" fmla="*/ 159 w 173"/>
                <a:gd name="T19" fmla="*/ 2 h 9"/>
                <a:gd name="T20" fmla="*/ 173 w 173"/>
                <a:gd name="T2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73" h="9">
                  <a:moveTo>
                    <a:pt x="173" y="0"/>
                  </a:moveTo>
                  <a:lnTo>
                    <a:pt x="173" y="0"/>
                  </a:lnTo>
                  <a:lnTo>
                    <a:pt x="99" y="2"/>
                  </a:lnTo>
                  <a:cubicBezTo>
                    <a:pt x="109" y="2"/>
                    <a:pt x="74" y="2"/>
                    <a:pt x="89" y="1"/>
                  </a:cubicBezTo>
                  <a:cubicBezTo>
                    <a:pt x="84" y="1"/>
                    <a:pt x="57" y="1"/>
                    <a:pt x="64" y="2"/>
                  </a:cubicBezTo>
                  <a:lnTo>
                    <a:pt x="79" y="2"/>
                  </a:lnTo>
                  <a:cubicBezTo>
                    <a:pt x="41" y="5"/>
                    <a:pt x="64" y="6"/>
                    <a:pt x="0" y="8"/>
                  </a:cubicBezTo>
                  <a:cubicBezTo>
                    <a:pt x="40" y="9"/>
                    <a:pt x="57" y="8"/>
                    <a:pt x="78" y="7"/>
                  </a:cubicBezTo>
                  <a:lnTo>
                    <a:pt x="98" y="6"/>
                  </a:lnTo>
                  <a:lnTo>
                    <a:pt x="159" y="2"/>
                  </a:lnTo>
                  <a:lnTo>
                    <a:pt x="17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266" name="Voľný tvar 14"/>
            <p:cNvSpPr>
              <a:spLocks/>
            </p:cNvSpPr>
            <p:nvPr/>
          </p:nvSpPr>
          <p:spPr bwMode="invGray">
            <a:xfrm>
              <a:off x="-1674813" y="2768600"/>
              <a:ext cx="1588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267" name="Voľný tvar 15"/>
            <p:cNvSpPr>
              <a:spLocks/>
            </p:cNvSpPr>
            <p:nvPr/>
          </p:nvSpPr>
          <p:spPr bwMode="invGray">
            <a:xfrm>
              <a:off x="-1673225" y="2767013"/>
              <a:ext cx="36513" cy="1587"/>
            </a:xfrm>
            <a:custGeom>
              <a:avLst/>
              <a:gdLst>
                <a:gd name="T0" fmla="*/ 3 w 19"/>
                <a:gd name="T1" fmla="*/ 0 h 1"/>
                <a:gd name="T2" fmla="*/ 3 w 19"/>
                <a:gd name="T3" fmla="*/ 0 h 1"/>
                <a:gd name="T4" fmla="*/ 0 w 19"/>
                <a:gd name="T5" fmla="*/ 1 h 1"/>
                <a:gd name="T6" fmla="*/ 3 w 1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1">
                  <a:moveTo>
                    <a:pt x="3" y="0"/>
                  </a:moveTo>
                  <a:lnTo>
                    <a:pt x="3" y="0"/>
                  </a:lnTo>
                  <a:lnTo>
                    <a:pt x="0" y="1"/>
                  </a:lnTo>
                  <a:cubicBezTo>
                    <a:pt x="4" y="0"/>
                    <a:pt x="19" y="0"/>
                    <a:pt x="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268" name="Voľný tvar 16"/>
            <p:cNvSpPr>
              <a:spLocks/>
            </p:cNvSpPr>
            <p:nvPr/>
          </p:nvSpPr>
          <p:spPr bwMode="invGray">
            <a:xfrm>
              <a:off x="2690812" y="2811463"/>
              <a:ext cx="47625" cy="4762"/>
            </a:xfrm>
            <a:custGeom>
              <a:avLst/>
              <a:gdLst>
                <a:gd name="T0" fmla="*/ 13 w 25"/>
                <a:gd name="T1" fmla="*/ 0 h 2"/>
                <a:gd name="T2" fmla="*/ 13 w 25"/>
                <a:gd name="T3" fmla="*/ 0 h 2"/>
                <a:gd name="T4" fmla="*/ 0 w 25"/>
                <a:gd name="T5" fmla="*/ 2 h 2"/>
                <a:gd name="T6" fmla="*/ 25 w 25"/>
                <a:gd name="T7" fmla="*/ 0 h 2"/>
                <a:gd name="T8" fmla="*/ 13 w 25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2">
                  <a:moveTo>
                    <a:pt x="13" y="0"/>
                  </a:moveTo>
                  <a:lnTo>
                    <a:pt x="13" y="0"/>
                  </a:lnTo>
                  <a:cubicBezTo>
                    <a:pt x="12" y="0"/>
                    <a:pt x="7" y="1"/>
                    <a:pt x="0" y="2"/>
                  </a:cubicBezTo>
                  <a:lnTo>
                    <a:pt x="25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269" name="Voľný tvar 17"/>
            <p:cNvSpPr>
              <a:spLocks/>
            </p:cNvSpPr>
            <p:nvPr/>
          </p:nvSpPr>
          <p:spPr bwMode="invGray">
            <a:xfrm>
              <a:off x="2822575" y="2794000"/>
              <a:ext cx="163513" cy="4762"/>
            </a:xfrm>
            <a:custGeom>
              <a:avLst/>
              <a:gdLst>
                <a:gd name="T0" fmla="*/ 0 w 85"/>
                <a:gd name="T1" fmla="*/ 2 h 2"/>
                <a:gd name="T2" fmla="*/ 0 w 85"/>
                <a:gd name="T3" fmla="*/ 2 h 2"/>
                <a:gd name="T4" fmla="*/ 62 w 85"/>
                <a:gd name="T5" fmla="*/ 1 h 2"/>
                <a:gd name="T6" fmla="*/ 85 w 85"/>
                <a:gd name="T7" fmla="*/ 0 h 2"/>
                <a:gd name="T8" fmla="*/ 0 w 85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5" h="2">
                  <a:moveTo>
                    <a:pt x="0" y="2"/>
                  </a:moveTo>
                  <a:lnTo>
                    <a:pt x="0" y="2"/>
                  </a:lnTo>
                  <a:lnTo>
                    <a:pt x="62" y="1"/>
                  </a:lnTo>
                  <a:lnTo>
                    <a:pt x="85" y="0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270" name="Voľný tvar 18"/>
            <p:cNvSpPr>
              <a:spLocks/>
            </p:cNvSpPr>
            <p:nvPr/>
          </p:nvSpPr>
          <p:spPr bwMode="invGray">
            <a:xfrm>
              <a:off x="715962" y="2809875"/>
              <a:ext cx="1911350" cy="50800"/>
            </a:xfrm>
            <a:custGeom>
              <a:avLst/>
              <a:gdLst>
                <a:gd name="T0" fmla="*/ 375 w 996"/>
                <a:gd name="T1" fmla="*/ 13 h 23"/>
                <a:gd name="T2" fmla="*/ 375 w 996"/>
                <a:gd name="T3" fmla="*/ 13 h 23"/>
                <a:gd name="T4" fmla="*/ 348 w 996"/>
                <a:gd name="T5" fmla="*/ 9 h 23"/>
                <a:gd name="T6" fmla="*/ 277 w 996"/>
                <a:gd name="T7" fmla="*/ 12 h 23"/>
                <a:gd name="T8" fmla="*/ 366 w 996"/>
                <a:gd name="T9" fmla="*/ 16 h 23"/>
                <a:gd name="T10" fmla="*/ 257 w 996"/>
                <a:gd name="T11" fmla="*/ 19 h 23"/>
                <a:gd name="T12" fmla="*/ 301 w 996"/>
                <a:gd name="T13" fmla="*/ 14 h 23"/>
                <a:gd name="T14" fmla="*/ 249 w 996"/>
                <a:gd name="T15" fmla="*/ 16 h 23"/>
                <a:gd name="T16" fmla="*/ 76 w 996"/>
                <a:gd name="T17" fmla="*/ 16 h 23"/>
                <a:gd name="T18" fmla="*/ 5 w 996"/>
                <a:gd name="T19" fmla="*/ 20 h 23"/>
                <a:gd name="T20" fmla="*/ 93 w 996"/>
                <a:gd name="T21" fmla="*/ 23 h 23"/>
                <a:gd name="T22" fmla="*/ 84 w 996"/>
                <a:gd name="T23" fmla="*/ 22 h 23"/>
                <a:gd name="T24" fmla="*/ 125 w 996"/>
                <a:gd name="T25" fmla="*/ 23 h 23"/>
                <a:gd name="T26" fmla="*/ 151 w 996"/>
                <a:gd name="T27" fmla="*/ 20 h 23"/>
                <a:gd name="T28" fmla="*/ 191 w 996"/>
                <a:gd name="T29" fmla="*/ 20 h 23"/>
                <a:gd name="T30" fmla="*/ 168 w 996"/>
                <a:gd name="T31" fmla="*/ 21 h 23"/>
                <a:gd name="T32" fmla="*/ 264 w 996"/>
                <a:gd name="T33" fmla="*/ 20 h 23"/>
                <a:gd name="T34" fmla="*/ 252 w 996"/>
                <a:gd name="T35" fmla="*/ 22 h 23"/>
                <a:gd name="T36" fmla="*/ 371 w 996"/>
                <a:gd name="T37" fmla="*/ 18 h 23"/>
                <a:gd name="T38" fmla="*/ 341 w 996"/>
                <a:gd name="T39" fmla="*/ 21 h 23"/>
                <a:gd name="T40" fmla="*/ 539 w 996"/>
                <a:gd name="T41" fmla="*/ 20 h 23"/>
                <a:gd name="T42" fmla="*/ 527 w 996"/>
                <a:gd name="T43" fmla="*/ 19 h 23"/>
                <a:gd name="T44" fmla="*/ 575 w 996"/>
                <a:gd name="T45" fmla="*/ 21 h 23"/>
                <a:gd name="T46" fmla="*/ 766 w 996"/>
                <a:gd name="T47" fmla="*/ 20 h 23"/>
                <a:gd name="T48" fmla="*/ 996 w 996"/>
                <a:gd name="T49" fmla="*/ 5 h 23"/>
                <a:gd name="T50" fmla="*/ 969 w 996"/>
                <a:gd name="T51" fmla="*/ 6 h 23"/>
                <a:gd name="T52" fmla="*/ 973 w 996"/>
                <a:gd name="T53" fmla="*/ 1 h 23"/>
                <a:gd name="T54" fmla="*/ 897 w 996"/>
                <a:gd name="T55" fmla="*/ 5 h 23"/>
                <a:gd name="T56" fmla="*/ 872 w 996"/>
                <a:gd name="T57" fmla="*/ 0 h 23"/>
                <a:gd name="T58" fmla="*/ 535 w 996"/>
                <a:gd name="T59" fmla="*/ 14 h 23"/>
                <a:gd name="T60" fmla="*/ 389 w 996"/>
                <a:gd name="T61" fmla="*/ 13 h 23"/>
                <a:gd name="T62" fmla="*/ 476 w 996"/>
                <a:gd name="T63" fmla="*/ 9 h 23"/>
                <a:gd name="T64" fmla="*/ 387 w 996"/>
                <a:gd name="T65" fmla="*/ 9 h 23"/>
                <a:gd name="T66" fmla="*/ 375 w 996"/>
                <a:gd name="T67" fmla="*/ 1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996" h="23">
                  <a:moveTo>
                    <a:pt x="375" y="13"/>
                  </a:moveTo>
                  <a:lnTo>
                    <a:pt x="375" y="13"/>
                  </a:lnTo>
                  <a:cubicBezTo>
                    <a:pt x="247" y="14"/>
                    <a:pt x="407" y="10"/>
                    <a:pt x="348" y="9"/>
                  </a:cubicBezTo>
                  <a:cubicBezTo>
                    <a:pt x="312" y="10"/>
                    <a:pt x="299" y="11"/>
                    <a:pt x="277" y="12"/>
                  </a:cubicBezTo>
                  <a:cubicBezTo>
                    <a:pt x="379" y="10"/>
                    <a:pt x="263" y="17"/>
                    <a:pt x="366" y="16"/>
                  </a:cubicBezTo>
                  <a:cubicBezTo>
                    <a:pt x="352" y="19"/>
                    <a:pt x="292" y="19"/>
                    <a:pt x="257" y="19"/>
                  </a:cubicBezTo>
                  <a:cubicBezTo>
                    <a:pt x="218" y="16"/>
                    <a:pt x="292" y="17"/>
                    <a:pt x="301" y="14"/>
                  </a:cubicBezTo>
                  <a:cubicBezTo>
                    <a:pt x="259" y="14"/>
                    <a:pt x="267" y="15"/>
                    <a:pt x="249" y="16"/>
                  </a:cubicBezTo>
                  <a:cubicBezTo>
                    <a:pt x="184" y="16"/>
                    <a:pt x="115" y="20"/>
                    <a:pt x="76" y="16"/>
                  </a:cubicBezTo>
                  <a:cubicBezTo>
                    <a:pt x="29" y="17"/>
                    <a:pt x="32" y="18"/>
                    <a:pt x="5" y="20"/>
                  </a:cubicBezTo>
                  <a:cubicBezTo>
                    <a:pt x="0" y="23"/>
                    <a:pt x="75" y="21"/>
                    <a:pt x="93" y="23"/>
                  </a:cubicBezTo>
                  <a:cubicBezTo>
                    <a:pt x="89" y="23"/>
                    <a:pt x="82" y="23"/>
                    <a:pt x="84" y="22"/>
                  </a:cubicBezTo>
                  <a:lnTo>
                    <a:pt x="125" y="23"/>
                  </a:lnTo>
                  <a:cubicBezTo>
                    <a:pt x="86" y="22"/>
                    <a:pt x="130" y="20"/>
                    <a:pt x="151" y="20"/>
                  </a:cubicBezTo>
                  <a:cubicBezTo>
                    <a:pt x="165" y="20"/>
                    <a:pt x="195" y="19"/>
                    <a:pt x="191" y="20"/>
                  </a:cubicBezTo>
                  <a:lnTo>
                    <a:pt x="168" y="21"/>
                  </a:lnTo>
                  <a:cubicBezTo>
                    <a:pt x="198" y="22"/>
                    <a:pt x="233" y="19"/>
                    <a:pt x="264" y="20"/>
                  </a:cubicBezTo>
                  <a:cubicBezTo>
                    <a:pt x="265" y="21"/>
                    <a:pt x="254" y="21"/>
                    <a:pt x="252" y="22"/>
                  </a:cubicBezTo>
                  <a:cubicBezTo>
                    <a:pt x="286" y="20"/>
                    <a:pt x="320" y="20"/>
                    <a:pt x="371" y="18"/>
                  </a:cubicBezTo>
                  <a:lnTo>
                    <a:pt x="341" y="21"/>
                  </a:lnTo>
                  <a:cubicBezTo>
                    <a:pt x="382" y="18"/>
                    <a:pt x="475" y="19"/>
                    <a:pt x="539" y="20"/>
                  </a:cubicBezTo>
                  <a:cubicBezTo>
                    <a:pt x="532" y="20"/>
                    <a:pt x="519" y="19"/>
                    <a:pt x="527" y="19"/>
                  </a:cubicBezTo>
                  <a:cubicBezTo>
                    <a:pt x="564" y="18"/>
                    <a:pt x="593" y="20"/>
                    <a:pt x="575" y="21"/>
                  </a:cubicBezTo>
                  <a:cubicBezTo>
                    <a:pt x="612" y="19"/>
                    <a:pt x="716" y="23"/>
                    <a:pt x="766" y="20"/>
                  </a:cubicBezTo>
                  <a:lnTo>
                    <a:pt x="996" y="5"/>
                  </a:lnTo>
                  <a:cubicBezTo>
                    <a:pt x="988" y="5"/>
                    <a:pt x="978" y="6"/>
                    <a:pt x="969" y="6"/>
                  </a:cubicBezTo>
                  <a:cubicBezTo>
                    <a:pt x="948" y="3"/>
                    <a:pt x="937" y="4"/>
                    <a:pt x="973" y="1"/>
                  </a:cubicBezTo>
                  <a:cubicBezTo>
                    <a:pt x="937" y="3"/>
                    <a:pt x="951" y="5"/>
                    <a:pt x="897" y="5"/>
                  </a:cubicBezTo>
                  <a:cubicBezTo>
                    <a:pt x="918" y="3"/>
                    <a:pt x="924" y="0"/>
                    <a:pt x="872" y="0"/>
                  </a:cubicBezTo>
                  <a:cubicBezTo>
                    <a:pt x="742" y="3"/>
                    <a:pt x="656" y="10"/>
                    <a:pt x="535" y="14"/>
                  </a:cubicBezTo>
                  <a:cubicBezTo>
                    <a:pt x="530" y="12"/>
                    <a:pt x="435" y="13"/>
                    <a:pt x="389" y="13"/>
                  </a:cubicBezTo>
                  <a:cubicBezTo>
                    <a:pt x="406" y="11"/>
                    <a:pt x="441" y="10"/>
                    <a:pt x="476" y="9"/>
                  </a:cubicBezTo>
                  <a:lnTo>
                    <a:pt x="387" y="9"/>
                  </a:lnTo>
                  <a:lnTo>
                    <a:pt x="375" y="1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271" name="Voľný tvar 19"/>
            <p:cNvSpPr>
              <a:spLocks/>
            </p:cNvSpPr>
            <p:nvPr/>
          </p:nvSpPr>
          <p:spPr bwMode="invGray">
            <a:xfrm>
              <a:off x="1995487" y="2822575"/>
              <a:ext cx="20638" cy="0"/>
            </a:xfrm>
            <a:custGeom>
              <a:avLst/>
              <a:gdLst>
                <a:gd name="T0" fmla="*/ 10 w 10"/>
                <a:gd name="T1" fmla="*/ 10 w 10"/>
                <a:gd name="T2" fmla="*/ 0 w 10"/>
                <a:gd name="T3" fmla="*/ 10 w 1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0">
                  <a:moveTo>
                    <a:pt x="10" y="0"/>
                  </a:moveTo>
                  <a:lnTo>
                    <a:pt x="10" y="0"/>
                  </a:lnTo>
                  <a:lnTo>
                    <a:pt x="0" y="0"/>
                  </a:lnTo>
                  <a:cubicBezTo>
                    <a:pt x="1" y="0"/>
                    <a:pt x="4" y="0"/>
                    <a:pt x="1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272" name="Voľný tvar 20"/>
            <p:cNvSpPr>
              <a:spLocks/>
            </p:cNvSpPr>
            <p:nvPr/>
          </p:nvSpPr>
          <p:spPr bwMode="invGray">
            <a:xfrm>
              <a:off x="1630362" y="2830513"/>
              <a:ext cx="22225" cy="0"/>
            </a:xfrm>
            <a:custGeom>
              <a:avLst/>
              <a:gdLst>
                <a:gd name="T0" fmla="*/ 11 w 12"/>
                <a:gd name="T1" fmla="*/ 11 w 12"/>
                <a:gd name="T2" fmla="*/ 12 w 12"/>
                <a:gd name="T3" fmla="*/ 0 w 12"/>
                <a:gd name="T4" fmla="*/ 11 w 1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12">
                  <a:moveTo>
                    <a:pt x="11" y="0"/>
                  </a:moveTo>
                  <a:lnTo>
                    <a:pt x="11" y="0"/>
                  </a:lnTo>
                  <a:cubicBezTo>
                    <a:pt x="12" y="0"/>
                    <a:pt x="11" y="0"/>
                    <a:pt x="12" y="0"/>
                  </a:cubicBezTo>
                  <a:lnTo>
                    <a:pt x="0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273" name="Voľný tvar 21"/>
            <p:cNvSpPr>
              <a:spLocks/>
            </p:cNvSpPr>
            <p:nvPr/>
          </p:nvSpPr>
          <p:spPr bwMode="invGray">
            <a:xfrm>
              <a:off x="2651125" y="2798763"/>
              <a:ext cx="46038" cy="1587"/>
            </a:xfrm>
            <a:custGeom>
              <a:avLst/>
              <a:gdLst>
                <a:gd name="T0" fmla="*/ 3 w 24"/>
                <a:gd name="T1" fmla="*/ 1 h 1"/>
                <a:gd name="T2" fmla="*/ 3 w 24"/>
                <a:gd name="T3" fmla="*/ 1 h 1"/>
                <a:gd name="T4" fmla="*/ 24 w 24"/>
                <a:gd name="T5" fmla="*/ 0 h 1"/>
                <a:gd name="T6" fmla="*/ 8 w 24"/>
                <a:gd name="T7" fmla="*/ 1 h 1"/>
                <a:gd name="T8" fmla="*/ 3 w 2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1">
                  <a:moveTo>
                    <a:pt x="3" y="1"/>
                  </a:moveTo>
                  <a:lnTo>
                    <a:pt x="3" y="1"/>
                  </a:lnTo>
                  <a:lnTo>
                    <a:pt x="24" y="0"/>
                  </a:lnTo>
                  <a:lnTo>
                    <a:pt x="8" y="1"/>
                  </a:lnTo>
                  <a:cubicBezTo>
                    <a:pt x="2" y="1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274" name="Voľný tvar 22"/>
            <p:cNvSpPr>
              <a:spLocks/>
            </p:cNvSpPr>
            <p:nvPr/>
          </p:nvSpPr>
          <p:spPr bwMode="invGray">
            <a:xfrm>
              <a:off x="2698750" y="2809875"/>
              <a:ext cx="19050" cy="1587"/>
            </a:xfrm>
            <a:custGeom>
              <a:avLst/>
              <a:gdLst>
                <a:gd name="T0" fmla="*/ 4 w 10"/>
                <a:gd name="T1" fmla="*/ 0 h 1"/>
                <a:gd name="T2" fmla="*/ 4 w 10"/>
                <a:gd name="T3" fmla="*/ 0 h 1"/>
                <a:gd name="T4" fmla="*/ 0 w 10"/>
                <a:gd name="T5" fmla="*/ 1 h 1"/>
                <a:gd name="T6" fmla="*/ 9 w 10"/>
                <a:gd name="T7" fmla="*/ 1 h 1"/>
                <a:gd name="T8" fmla="*/ 4 w 10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1">
                  <a:moveTo>
                    <a:pt x="4" y="0"/>
                  </a:moveTo>
                  <a:lnTo>
                    <a:pt x="4" y="0"/>
                  </a:lnTo>
                  <a:lnTo>
                    <a:pt x="0" y="1"/>
                  </a:lnTo>
                  <a:lnTo>
                    <a:pt x="9" y="1"/>
                  </a:lnTo>
                  <a:cubicBezTo>
                    <a:pt x="10" y="0"/>
                    <a:pt x="9" y="0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275" name="Voľný tvar 23"/>
            <p:cNvSpPr>
              <a:spLocks/>
            </p:cNvSpPr>
            <p:nvPr/>
          </p:nvSpPr>
          <p:spPr bwMode="invGray">
            <a:xfrm>
              <a:off x="469900" y="2800350"/>
              <a:ext cx="23813" cy="3175"/>
            </a:xfrm>
            <a:custGeom>
              <a:avLst/>
              <a:gdLst>
                <a:gd name="T0" fmla="*/ 13 w 13"/>
                <a:gd name="T1" fmla="*/ 0 h 1"/>
                <a:gd name="T2" fmla="*/ 13 w 13"/>
                <a:gd name="T3" fmla="*/ 0 h 1"/>
                <a:gd name="T4" fmla="*/ 0 w 13"/>
                <a:gd name="T5" fmla="*/ 1 h 1"/>
                <a:gd name="T6" fmla="*/ 13 w 1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">
                  <a:moveTo>
                    <a:pt x="13" y="0"/>
                  </a:moveTo>
                  <a:lnTo>
                    <a:pt x="13" y="0"/>
                  </a:lnTo>
                  <a:lnTo>
                    <a:pt x="0" y="1"/>
                  </a:lnTo>
                  <a:cubicBezTo>
                    <a:pt x="8" y="1"/>
                    <a:pt x="11" y="1"/>
                    <a:pt x="1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276" name="Voľný tvar 24"/>
            <p:cNvSpPr>
              <a:spLocks/>
            </p:cNvSpPr>
            <p:nvPr/>
          </p:nvSpPr>
          <p:spPr bwMode="invGray">
            <a:xfrm>
              <a:off x="998537" y="2811463"/>
              <a:ext cx="1076325" cy="20637"/>
            </a:xfrm>
            <a:custGeom>
              <a:avLst/>
              <a:gdLst>
                <a:gd name="T0" fmla="*/ 85 w 561"/>
                <a:gd name="T1" fmla="*/ 9 h 9"/>
                <a:gd name="T2" fmla="*/ 85 w 561"/>
                <a:gd name="T3" fmla="*/ 9 h 9"/>
                <a:gd name="T4" fmla="*/ 154 w 561"/>
                <a:gd name="T5" fmla="*/ 6 h 9"/>
                <a:gd name="T6" fmla="*/ 135 w 561"/>
                <a:gd name="T7" fmla="*/ 6 h 9"/>
                <a:gd name="T8" fmla="*/ 314 w 561"/>
                <a:gd name="T9" fmla="*/ 5 h 9"/>
                <a:gd name="T10" fmla="*/ 341 w 561"/>
                <a:gd name="T11" fmla="*/ 8 h 9"/>
                <a:gd name="T12" fmla="*/ 433 w 561"/>
                <a:gd name="T13" fmla="*/ 5 h 9"/>
                <a:gd name="T14" fmla="*/ 520 w 561"/>
                <a:gd name="T15" fmla="*/ 5 h 9"/>
                <a:gd name="T16" fmla="*/ 490 w 561"/>
                <a:gd name="T17" fmla="*/ 3 h 9"/>
                <a:gd name="T18" fmla="*/ 498 w 561"/>
                <a:gd name="T19" fmla="*/ 2 h 9"/>
                <a:gd name="T20" fmla="*/ 395 w 561"/>
                <a:gd name="T21" fmla="*/ 3 h 9"/>
                <a:gd name="T22" fmla="*/ 411 w 561"/>
                <a:gd name="T23" fmla="*/ 1 h 9"/>
                <a:gd name="T24" fmla="*/ 261 w 561"/>
                <a:gd name="T25" fmla="*/ 4 h 9"/>
                <a:gd name="T26" fmla="*/ 210 w 561"/>
                <a:gd name="T27" fmla="*/ 3 h 9"/>
                <a:gd name="T28" fmla="*/ 1 w 561"/>
                <a:gd name="T29" fmla="*/ 7 h 9"/>
                <a:gd name="T30" fmla="*/ 85 w 561"/>
                <a:gd name="T31" fmla="*/ 6 h 9"/>
                <a:gd name="T32" fmla="*/ 85 w 561"/>
                <a:gd name="T33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61" h="9">
                  <a:moveTo>
                    <a:pt x="85" y="9"/>
                  </a:moveTo>
                  <a:lnTo>
                    <a:pt x="85" y="9"/>
                  </a:lnTo>
                  <a:cubicBezTo>
                    <a:pt x="130" y="9"/>
                    <a:pt x="90" y="6"/>
                    <a:pt x="154" y="6"/>
                  </a:cubicBezTo>
                  <a:lnTo>
                    <a:pt x="135" y="6"/>
                  </a:lnTo>
                  <a:cubicBezTo>
                    <a:pt x="180" y="5"/>
                    <a:pt x="260" y="5"/>
                    <a:pt x="314" y="5"/>
                  </a:cubicBezTo>
                  <a:cubicBezTo>
                    <a:pt x="308" y="6"/>
                    <a:pt x="347" y="6"/>
                    <a:pt x="341" y="8"/>
                  </a:cubicBezTo>
                  <a:cubicBezTo>
                    <a:pt x="377" y="8"/>
                    <a:pt x="414" y="7"/>
                    <a:pt x="433" y="5"/>
                  </a:cubicBezTo>
                  <a:cubicBezTo>
                    <a:pt x="456" y="6"/>
                    <a:pt x="491" y="4"/>
                    <a:pt x="520" y="5"/>
                  </a:cubicBezTo>
                  <a:cubicBezTo>
                    <a:pt x="507" y="4"/>
                    <a:pt x="561" y="1"/>
                    <a:pt x="490" y="3"/>
                  </a:cubicBezTo>
                  <a:cubicBezTo>
                    <a:pt x="496" y="3"/>
                    <a:pt x="492" y="2"/>
                    <a:pt x="498" y="2"/>
                  </a:cubicBezTo>
                  <a:cubicBezTo>
                    <a:pt x="452" y="1"/>
                    <a:pt x="434" y="3"/>
                    <a:pt x="395" y="3"/>
                  </a:cubicBezTo>
                  <a:cubicBezTo>
                    <a:pt x="372" y="2"/>
                    <a:pt x="433" y="2"/>
                    <a:pt x="411" y="1"/>
                  </a:cubicBezTo>
                  <a:cubicBezTo>
                    <a:pt x="362" y="2"/>
                    <a:pt x="258" y="0"/>
                    <a:pt x="261" y="4"/>
                  </a:cubicBezTo>
                  <a:cubicBezTo>
                    <a:pt x="225" y="5"/>
                    <a:pt x="220" y="4"/>
                    <a:pt x="210" y="3"/>
                  </a:cubicBezTo>
                  <a:cubicBezTo>
                    <a:pt x="153" y="7"/>
                    <a:pt x="0" y="1"/>
                    <a:pt x="1" y="7"/>
                  </a:cubicBezTo>
                  <a:cubicBezTo>
                    <a:pt x="21" y="7"/>
                    <a:pt x="55" y="7"/>
                    <a:pt x="85" y="6"/>
                  </a:cubicBezTo>
                  <a:lnTo>
                    <a:pt x="85" y="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277" name="Voľný tvar 25"/>
            <p:cNvSpPr>
              <a:spLocks/>
            </p:cNvSpPr>
            <p:nvPr/>
          </p:nvSpPr>
          <p:spPr bwMode="invGray">
            <a:xfrm>
              <a:off x="2495550" y="2803525"/>
              <a:ext cx="17463" cy="0"/>
            </a:xfrm>
            <a:custGeom>
              <a:avLst/>
              <a:gdLst>
                <a:gd name="T0" fmla="*/ 9 w 9"/>
                <a:gd name="T1" fmla="*/ 9 w 9"/>
                <a:gd name="T2" fmla="*/ 0 w 9"/>
                <a:gd name="T3" fmla="*/ 9 w 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9">
                  <a:moveTo>
                    <a:pt x="9" y="0"/>
                  </a:moveTo>
                  <a:lnTo>
                    <a:pt x="9" y="0"/>
                  </a:lnTo>
                  <a:lnTo>
                    <a:pt x="0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278" name="Voľný tvar 26"/>
            <p:cNvSpPr>
              <a:spLocks noEditPoints="1"/>
            </p:cNvSpPr>
            <p:nvPr/>
          </p:nvSpPr>
          <p:spPr bwMode="invGray">
            <a:xfrm>
              <a:off x="2538412" y="2816225"/>
              <a:ext cx="1057275" cy="31750"/>
            </a:xfrm>
            <a:custGeom>
              <a:avLst/>
              <a:gdLst>
                <a:gd name="T0" fmla="*/ 495 w 551"/>
                <a:gd name="T1" fmla="*/ 10 h 14"/>
                <a:gd name="T2" fmla="*/ 495 w 551"/>
                <a:gd name="T3" fmla="*/ 10 h 14"/>
                <a:gd name="T4" fmla="*/ 461 w 551"/>
                <a:gd name="T5" fmla="*/ 9 h 14"/>
                <a:gd name="T6" fmla="*/ 495 w 551"/>
                <a:gd name="T7" fmla="*/ 10 h 14"/>
                <a:gd name="T8" fmla="*/ 551 w 551"/>
                <a:gd name="T9" fmla="*/ 9 h 14"/>
                <a:gd name="T10" fmla="*/ 551 w 551"/>
                <a:gd name="T11" fmla="*/ 9 h 14"/>
                <a:gd name="T12" fmla="*/ 532 w 551"/>
                <a:gd name="T13" fmla="*/ 13 h 14"/>
                <a:gd name="T14" fmla="*/ 294 w 551"/>
                <a:gd name="T15" fmla="*/ 13 h 14"/>
                <a:gd name="T16" fmla="*/ 304 w 551"/>
                <a:gd name="T17" fmla="*/ 12 h 14"/>
                <a:gd name="T18" fmla="*/ 93 w 551"/>
                <a:gd name="T19" fmla="*/ 14 h 14"/>
                <a:gd name="T20" fmla="*/ 38 w 551"/>
                <a:gd name="T21" fmla="*/ 12 h 14"/>
                <a:gd name="T22" fmla="*/ 4 w 551"/>
                <a:gd name="T23" fmla="*/ 12 h 14"/>
                <a:gd name="T24" fmla="*/ 31 w 551"/>
                <a:gd name="T25" fmla="*/ 11 h 14"/>
                <a:gd name="T26" fmla="*/ 16 w 551"/>
                <a:gd name="T27" fmla="*/ 11 h 14"/>
                <a:gd name="T28" fmla="*/ 73 w 551"/>
                <a:gd name="T29" fmla="*/ 6 h 14"/>
                <a:gd name="T30" fmla="*/ 39 w 551"/>
                <a:gd name="T31" fmla="*/ 10 h 14"/>
                <a:gd name="T32" fmla="*/ 62 w 551"/>
                <a:gd name="T33" fmla="*/ 8 h 14"/>
                <a:gd name="T34" fmla="*/ 90 w 551"/>
                <a:gd name="T35" fmla="*/ 10 h 14"/>
                <a:gd name="T36" fmla="*/ 157 w 551"/>
                <a:gd name="T37" fmla="*/ 9 h 14"/>
                <a:gd name="T38" fmla="*/ 193 w 551"/>
                <a:gd name="T39" fmla="*/ 11 h 14"/>
                <a:gd name="T40" fmla="*/ 215 w 551"/>
                <a:gd name="T41" fmla="*/ 8 h 14"/>
                <a:gd name="T42" fmla="*/ 280 w 551"/>
                <a:gd name="T43" fmla="*/ 8 h 14"/>
                <a:gd name="T44" fmla="*/ 373 w 551"/>
                <a:gd name="T45" fmla="*/ 0 h 14"/>
                <a:gd name="T46" fmla="*/ 452 w 551"/>
                <a:gd name="T47" fmla="*/ 6 h 14"/>
                <a:gd name="T48" fmla="*/ 329 w 551"/>
                <a:gd name="T49" fmla="*/ 7 h 14"/>
                <a:gd name="T50" fmla="*/ 282 w 551"/>
                <a:gd name="T51" fmla="*/ 11 h 14"/>
                <a:gd name="T52" fmla="*/ 389 w 551"/>
                <a:gd name="T53" fmla="*/ 9 h 14"/>
                <a:gd name="T54" fmla="*/ 377 w 551"/>
                <a:gd name="T55" fmla="*/ 10 h 14"/>
                <a:gd name="T56" fmla="*/ 494 w 551"/>
                <a:gd name="T57" fmla="*/ 8 h 14"/>
                <a:gd name="T58" fmla="*/ 510 w 551"/>
                <a:gd name="T59" fmla="*/ 9 h 14"/>
                <a:gd name="T60" fmla="*/ 551 w 551"/>
                <a:gd name="T61" fmla="*/ 9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51" h="14">
                  <a:moveTo>
                    <a:pt x="495" y="10"/>
                  </a:moveTo>
                  <a:lnTo>
                    <a:pt x="495" y="10"/>
                  </a:lnTo>
                  <a:lnTo>
                    <a:pt x="461" y="9"/>
                  </a:lnTo>
                  <a:cubicBezTo>
                    <a:pt x="469" y="10"/>
                    <a:pt x="482" y="10"/>
                    <a:pt x="495" y="10"/>
                  </a:cubicBezTo>
                  <a:close/>
                  <a:moveTo>
                    <a:pt x="551" y="9"/>
                  </a:moveTo>
                  <a:lnTo>
                    <a:pt x="551" y="9"/>
                  </a:lnTo>
                  <a:lnTo>
                    <a:pt x="532" y="13"/>
                  </a:lnTo>
                  <a:cubicBezTo>
                    <a:pt x="425" y="14"/>
                    <a:pt x="387" y="13"/>
                    <a:pt x="294" y="13"/>
                  </a:cubicBezTo>
                  <a:cubicBezTo>
                    <a:pt x="287" y="12"/>
                    <a:pt x="298" y="12"/>
                    <a:pt x="304" y="12"/>
                  </a:cubicBezTo>
                  <a:cubicBezTo>
                    <a:pt x="238" y="13"/>
                    <a:pt x="140" y="12"/>
                    <a:pt x="93" y="14"/>
                  </a:cubicBezTo>
                  <a:cubicBezTo>
                    <a:pt x="72" y="14"/>
                    <a:pt x="17" y="13"/>
                    <a:pt x="38" y="12"/>
                  </a:cubicBezTo>
                  <a:cubicBezTo>
                    <a:pt x="28" y="12"/>
                    <a:pt x="16" y="12"/>
                    <a:pt x="4" y="12"/>
                  </a:cubicBezTo>
                  <a:cubicBezTo>
                    <a:pt x="1" y="11"/>
                    <a:pt x="30" y="12"/>
                    <a:pt x="31" y="11"/>
                  </a:cubicBezTo>
                  <a:cubicBezTo>
                    <a:pt x="22" y="11"/>
                    <a:pt x="18" y="10"/>
                    <a:pt x="16" y="11"/>
                  </a:cubicBezTo>
                  <a:cubicBezTo>
                    <a:pt x="32" y="10"/>
                    <a:pt x="0" y="6"/>
                    <a:pt x="73" y="6"/>
                  </a:cubicBezTo>
                  <a:cubicBezTo>
                    <a:pt x="101" y="9"/>
                    <a:pt x="22" y="7"/>
                    <a:pt x="39" y="10"/>
                  </a:cubicBezTo>
                  <a:cubicBezTo>
                    <a:pt x="63" y="10"/>
                    <a:pt x="60" y="9"/>
                    <a:pt x="62" y="8"/>
                  </a:cubicBezTo>
                  <a:cubicBezTo>
                    <a:pt x="93" y="8"/>
                    <a:pt x="92" y="9"/>
                    <a:pt x="90" y="10"/>
                  </a:cubicBezTo>
                  <a:cubicBezTo>
                    <a:pt x="102" y="9"/>
                    <a:pt x="141" y="10"/>
                    <a:pt x="157" y="9"/>
                  </a:cubicBezTo>
                  <a:cubicBezTo>
                    <a:pt x="216" y="8"/>
                    <a:pt x="154" y="11"/>
                    <a:pt x="193" y="11"/>
                  </a:cubicBezTo>
                  <a:lnTo>
                    <a:pt x="215" y="8"/>
                  </a:lnTo>
                  <a:lnTo>
                    <a:pt x="280" y="8"/>
                  </a:lnTo>
                  <a:cubicBezTo>
                    <a:pt x="373" y="7"/>
                    <a:pt x="266" y="2"/>
                    <a:pt x="373" y="0"/>
                  </a:cubicBezTo>
                  <a:cubicBezTo>
                    <a:pt x="359" y="2"/>
                    <a:pt x="402" y="5"/>
                    <a:pt x="452" y="6"/>
                  </a:cubicBezTo>
                  <a:cubicBezTo>
                    <a:pt x="422" y="6"/>
                    <a:pt x="367" y="8"/>
                    <a:pt x="329" y="7"/>
                  </a:cubicBezTo>
                  <a:cubicBezTo>
                    <a:pt x="383" y="10"/>
                    <a:pt x="254" y="8"/>
                    <a:pt x="282" y="11"/>
                  </a:cubicBezTo>
                  <a:cubicBezTo>
                    <a:pt x="309" y="9"/>
                    <a:pt x="354" y="9"/>
                    <a:pt x="389" y="9"/>
                  </a:cubicBezTo>
                  <a:lnTo>
                    <a:pt x="377" y="10"/>
                  </a:lnTo>
                  <a:cubicBezTo>
                    <a:pt x="414" y="10"/>
                    <a:pt x="442" y="7"/>
                    <a:pt x="494" y="8"/>
                  </a:cubicBezTo>
                  <a:cubicBezTo>
                    <a:pt x="519" y="8"/>
                    <a:pt x="514" y="9"/>
                    <a:pt x="510" y="9"/>
                  </a:cubicBezTo>
                  <a:cubicBezTo>
                    <a:pt x="531" y="9"/>
                    <a:pt x="551" y="8"/>
                    <a:pt x="551" y="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279" name="Voľný tvar 27"/>
            <p:cNvSpPr>
              <a:spLocks/>
            </p:cNvSpPr>
            <p:nvPr/>
          </p:nvSpPr>
          <p:spPr bwMode="invGray">
            <a:xfrm>
              <a:off x="11777663" y="2757488"/>
              <a:ext cx="19050" cy="3175"/>
            </a:xfrm>
            <a:custGeom>
              <a:avLst/>
              <a:gdLst>
                <a:gd name="T0" fmla="*/ 0 w 10"/>
                <a:gd name="T1" fmla="*/ 0 h 1"/>
                <a:gd name="T2" fmla="*/ 0 w 10"/>
                <a:gd name="T3" fmla="*/ 0 h 1"/>
                <a:gd name="T4" fmla="*/ 10 w 10"/>
                <a:gd name="T5" fmla="*/ 1 h 1"/>
                <a:gd name="T6" fmla="*/ 0 w 10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1">
                  <a:moveTo>
                    <a:pt x="0" y="0"/>
                  </a:moveTo>
                  <a:lnTo>
                    <a:pt x="0" y="0"/>
                  </a:lnTo>
                  <a:lnTo>
                    <a:pt x="10" y="1"/>
                  </a:lnTo>
                  <a:cubicBezTo>
                    <a:pt x="8" y="1"/>
                    <a:pt x="4" y="1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280" name="Voľný tvar 28"/>
            <p:cNvSpPr>
              <a:spLocks/>
            </p:cNvSpPr>
            <p:nvPr/>
          </p:nvSpPr>
          <p:spPr bwMode="invGray">
            <a:xfrm>
              <a:off x="5983288" y="2741613"/>
              <a:ext cx="38100" cy="0"/>
            </a:xfrm>
            <a:custGeom>
              <a:avLst/>
              <a:gdLst>
                <a:gd name="T0" fmla="*/ 0 w 20"/>
                <a:gd name="T1" fmla="*/ 0 w 20"/>
                <a:gd name="T2" fmla="*/ 20 w 20"/>
                <a:gd name="T3" fmla="*/ 0 w 2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0">
                  <a:moveTo>
                    <a:pt x="0" y="0"/>
                  </a:moveTo>
                  <a:lnTo>
                    <a:pt x="0" y="0"/>
                  </a:lnTo>
                  <a:lnTo>
                    <a:pt x="2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281" name="Voľný tvar 29"/>
            <p:cNvSpPr>
              <a:spLocks/>
            </p:cNvSpPr>
            <p:nvPr/>
          </p:nvSpPr>
          <p:spPr bwMode="invGray">
            <a:xfrm>
              <a:off x="6832600" y="2713038"/>
              <a:ext cx="53975" cy="1587"/>
            </a:xfrm>
            <a:custGeom>
              <a:avLst/>
              <a:gdLst>
                <a:gd name="T0" fmla="*/ 0 w 28"/>
                <a:gd name="T1" fmla="*/ 1 h 1"/>
                <a:gd name="T2" fmla="*/ 0 w 28"/>
                <a:gd name="T3" fmla="*/ 1 h 1"/>
                <a:gd name="T4" fmla="*/ 28 w 28"/>
                <a:gd name="T5" fmla="*/ 0 h 1"/>
                <a:gd name="T6" fmla="*/ 0 w 2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8" h="1">
                  <a:moveTo>
                    <a:pt x="0" y="1"/>
                  </a:moveTo>
                  <a:lnTo>
                    <a:pt x="0" y="1"/>
                  </a:lnTo>
                  <a:lnTo>
                    <a:pt x="28" y="0"/>
                  </a:lnTo>
                  <a:cubicBezTo>
                    <a:pt x="17" y="0"/>
                    <a:pt x="8" y="1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282" name="Voľný tvar 30"/>
            <p:cNvSpPr>
              <a:spLocks/>
            </p:cNvSpPr>
            <p:nvPr/>
          </p:nvSpPr>
          <p:spPr bwMode="invGray">
            <a:xfrm>
              <a:off x="11317288" y="2755900"/>
              <a:ext cx="9525" cy="0"/>
            </a:xfrm>
            <a:custGeom>
              <a:avLst/>
              <a:gdLst>
                <a:gd name="T0" fmla="*/ 5 w 5"/>
                <a:gd name="T1" fmla="*/ 5 w 5"/>
                <a:gd name="T2" fmla="*/ 4 w 5"/>
                <a:gd name="T3" fmla="*/ 0 w 5"/>
                <a:gd name="T4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4" y="0"/>
                  </a:lnTo>
                  <a:lnTo>
                    <a:pt x="0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283" name="Voľný tvar 31"/>
            <p:cNvSpPr>
              <a:spLocks/>
            </p:cNvSpPr>
            <p:nvPr/>
          </p:nvSpPr>
          <p:spPr bwMode="invGray">
            <a:xfrm>
              <a:off x="8534400" y="2735263"/>
              <a:ext cx="30163" cy="0"/>
            </a:xfrm>
            <a:custGeom>
              <a:avLst/>
              <a:gdLst>
                <a:gd name="T0" fmla="*/ 0 w 16"/>
                <a:gd name="T1" fmla="*/ 0 w 16"/>
                <a:gd name="T2" fmla="*/ 16 w 16"/>
                <a:gd name="T3" fmla="*/ 0 w 1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6">
                  <a:moveTo>
                    <a:pt x="0" y="0"/>
                  </a:moveTo>
                  <a:lnTo>
                    <a:pt x="0" y="0"/>
                  </a:lnTo>
                  <a:cubicBezTo>
                    <a:pt x="4" y="0"/>
                    <a:pt x="9" y="0"/>
                    <a:pt x="16" y="0"/>
                  </a:cubicBezTo>
                  <a:cubicBezTo>
                    <a:pt x="15" y="0"/>
                    <a:pt x="9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284" name="Voľný tvar 32"/>
            <p:cNvSpPr>
              <a:spLocks/>
            </p:cNvSpPr>
            <p:nvPr/>
          </p:nvSpPr>
          <p:spPr bwMode="invGray">
            <a:xfrm>
              <a:off x="6821488" y="2714625"/>
              <a:ext cx="9525" cy="0"/>
            </a:xfrm>
            <a:custGeom>
              <a:avLst/>
              <a:gdLst>
                <a:gd name="T0" fmla="*/ 0 w 5"/>
                <a:gd name="T1" fmla="*/ 0 w 5"/>
                <a:gd name="T2" fmla="*/ 2 w 5"/>
                <a:gd name="T3" fmla="*/ 5 w 5"/>
                <a:gd name="T4" fmla="*/ 0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285" name="Voľný tvar 33"/>
            <p:cNvSpPr>
              <a:spLocks/>
            </p:cNvSpPr>
            <p:nvPr/>
          </p:nvSpPr>
          <p:spPr bwMode="invGray">
            <a:xfrm>
              <a:off x="5583238" y="2719388"/>
              <a:ext cx="25400" cy="0"/>
            </a:xfrm>
            <a:custGeom>
              <a:avLst/>
              <a:gdLst>
                <a:gd name="T0" fmla="*/ 13 w 13"/>
                <a:gd name="T1" fmla="*/ 13 w 13"/>
                <a:gd name="T2" fmla="*/ 0 w 13"/>
                <a:gd name="T3" fmla="*/ 13 w 1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3">
                  <a:moveTo>
                    <a:pt x="13" y="0"/>
                  </a:moveTo>
                  <a:lnTo>
                    <a:pt x="13" y="0"/>
                  </a:lnTo>
                  <a:lnTo>
                    <a:pt x="0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286" name="Voľný tvar 34"/>
            <p:cNvSpPr>
              <a:spLocks/>
            </p:cNvSpPr>
            <p:nvPr/>
          </p:nvSpPr>
          <p:spPr bwMode="invGray">
            <a:xfrm>
              <a:off x="5638800" y="2740025"/>
              <a:ext cx="23813" cy="1587"/>
            </a:xfrm>
            <a:custGeom>
              <a:avLst/>
              <a:gdLst>
                <a:gd name="T0" fmla="*/ 12 w 12"/>
                <a:gd name="T1" fmla="*/ 0 h 1"/>
                <a:gd name="T2" fmla="*/ 12 w 12"/>
                <a:gd name="T3" fmla="*/ 0 h 1"/>
                <a:gd name="T4" fmla="*/ 0 w 12"/>
                <a:gd name="T5" fmla="*/ 1 h 1"/>
                <a:gd name="T6" fmla="*/ 12 w 12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1">
                  <a:moveTo>
                    <a:pt x="12" y="0"/>
                  </a:moveTo>
                  <a:lnTo>
                    <a:pt x="12" y="0"/>
                  </a:lnTo>
                  <a:lnTo>
                    <a:pt x="0" y="1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287" name="Voľný tvar 35"/>
            <p:cNvSpPr>
              <a:spLocks/>
            </p:cNvSpPr>
            <p:nvPr/>
          </p:nvSpPr>
          <p:spPr bwMode="invGray">
            <a:xfrm>
              <a:off x="4303712" y="2728913"/>
              <a:ext cx="50800" cy="0"/>
            </a:xfrm>
            <a:custGeom>
              <a:avLst/>
              <a:gdLst>
                <a:gd name="T0" fmla="*/ 26 w 26"/>
                <a:gd name="T1" fmla="*/ 26 w 26"/>
                <a:gd name="T2" fmla="*/ 0 w 26"/>
                <a:gd name="T3" fmla="*/ 26 w 2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6">
                  <a:moveTo>
                    <a:pt x="26" y="0"/>
                  </a:moveTo>
                  <a:lnTo>
                    <a:pt x="26" y="0"/>
                  </a:lnTo>
                  <a:lnTo>
                    <a:pt x="0" y="0"/>
                  </a:lnTo>
                  <a:cubicBezTo>
                    <a:pt x="13" y="0"/>
                    <a:pt x="20" y="0"/>
                    <a:pt x="2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288" name="Voľný tvar 36"/>
            <p:cNvSpPr>
              <a:spLocks/>
            </p:cNvSpPr>
            <p:nvPr/>
          </p:nvSpPr>
          <p:spPr bwMode="invGray">
            <a:xfrm>
              <a:off x="5519738" y="2735263"/>
              <a:ext cx="9525" cy="3175"/>
            </a:xfrm>
            <a:custGeom>
              <a:avLst/>
              <a:gdLst>
                <a:gd name="T0" fmla="*/ 4 w 5"/>
                <a:gd name="T1" fmla="*/ 0 h 1"/>
                <a:gd name="T2" fmla="*/ 4 w 5"/>
                <a:gd name="T3" fmla="*/ 0 h 1"/>
                <a:gd name="T4" fmla="*/ 0 w 5"/>
                <a:gd name="T5" fmla="*/ 1 h 1"/>
                <a:gd name="T6" fmla="*/ 4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4" y="0"/>
                  </a:moveTo>
                  <a:lnTo>
                    <a:pt x="4" y="0"/>
                  </a:lnTo>
                  <a:lnTo>
                    <a:pt x="0" y="1"/>
                  </a:lnTo>
                  <a:cubicBezTo>
                    <a:pt x="3" y="1"/>
                    <a:pt x="5" y="1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289" name="Voľný tvar 37"/>
            <p:cNvSpPr>
              <a:spLocks/>
            </p:cNvSpPr>
            <p:nvPr/>
          </p:nvSpPr>
          <p:spPr bwMode="invGray">
            <a:xfrm>
              <a:off x="12096750" y="2784475"/>
              <a:ext cx="6350" cy="0"/>
            </a:xfrm>
            <a:custGeom>
              <a:avLst/>
              <a:gdLst>
                <a:gd name="T0" fmla="*/ 3 w 3"/>
                <a:gd name="T1" fmla="*/ 3 w 3"/>
                <a:gd name="T2" fmla="*/ 1 w 3"/>
                <a:gd name="T3" fmla="*/ 0 w 3"/>
                <a:gd name="T4" fmla="*/ 3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3">
                  <a:moveTo>
                    <a:pt x="3" y="0"/>
                  </a:moveTo>
                  <a:lnTo>
                    <a:pt x="3" y="0"/>
                  </a:lnTo>
                  <a:lnTo>
                    <a:pt x="1" y="0"/>
                  </a:ln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290" name="Voľný tvar 38"/>
            <p:cNvSpPr>
              <a:spLocks/>
            </p:cNvSpPr>
            <p:nvPr/>
          </p:nvSpPr>
          <p:spPr bwMode="invGray">
            <a:xfrm>
              <a:off x="12225338" y="2773363"/>
              <a:ext cx="46038" cy="0"/>
            </a:xfrm>
            <a:custGeom>
              <a:avLst/>
              <a:gdLst>
                <a:gd name="T0" fmla="*/ 0 w 24"/>
                <a:gd name="T1" fmla="*/ 0 w 24"/>
                <a:gd name="T2" fmla="*/ 24 w 24"/>
                <a:gd name="T3" fmla="*/ 0 w 2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4">
                  <a:moveTo>
                    <a:pt x="0" y="0"/>
                  </a:moveTo>
                  <a:lnTo>
                    <a:pt x="0" y="0"/>
                  </a:lnTo>
                  <a:lnTo>
                    <a:pt x="24" y="0"/>
                  </a:lnTo>
                  <a:cubicBezTo>
                    <a:pt x="15" y="0"/>
                    <a:pt x="6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291" name="Voľný tvar 39"/>
            <p:cNvSpPr>
              <a:spLocks/>
            </p:cNvSpPr>
            <p:nvPr/>
          </p:nvSpPr>
          <p:spPr bwMode="invGray">
            <a:xfrm>
              <a:off x="9274175" y="2746375"/>
              <a:ext cx="55563" cy="4762"/>
            </a:xfrm>
            <a:custGeom>
              <a:avLst/>
              <a:gdLst>
                <a:gd name="T0" fmla="*/ 0 w 29"/>
                <a:gd name="T1" fmla="*/ 1 h 2"/>
                <a:gd name="T2" fmla="*/ 0 w 29"/>
                <a:gd name="T3" fmla="*/ 1 h 2"/>
                <a:gd name="T4" fmla="*/ 15 w 29"/>
                <a:gd name="T5" fmla="*/ 2 h 2"/>
                <a:gd name="T6" fmla="*/ 0 w 29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" h="2">
                  <a:moveTo>
                    <a:pt x="0" y="1"/>
                  </a:moveTo>
                  <a:lnTo>
                    <a:pt x="0" y="1"/>
                  </a:lnTo>
                  <a:cubicBezTo>
                    <a:pt x="7" y="1"/>
                    <a:pt x="23" y="2"/>
                    <a:pt x="15" y="2"/>
                  </a:cubicBezTo>
                  <a:cubicBezTo>
                    <a:pt x="29" y="2"/>
                    <a:pt x="28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292" name="Voľný tvar 40"/>
            <p:cNvSpPr>
              <a:spLocks/>
            </p:cNvSpPr>
            <p:nvPr/>
          </p:nvSpPr>
          <p:spPr bwMode="invGray">
            <a:xfrm>
              <a:off x="11847513" y="2827338"/>
              <a:ext cx="34925" cy="3175"/>
            </a:xfrm>
            <a:custGeom>
              <a:avLst/>
              <a:gdLst>
                <a:gd name="T0" fmla="*/ 3 w 18"/>
                <a:gd name="T1" fmla="*/ 1 h 1"/>
                <a:gd name="T2" fmla="*/ 3 w 18"/>
                <a:gd name="T3" fmla="*/ 1 h 1"/>
                <a:gd name="T4" fmla="*/ 18 w 18"/>
                <a:gd name="T5" fmla="*/ 0 h 1"/>
                <a:gd name="T6" fmla="*/ 3 w 1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1">
                  <a:moveTo>
                    <a:pt x="3" y="1"/>
                  </a:moveTo>
                  <a:lnTo>
                    <a:pt x="3" y="1"/>
                  </a:lnTo>
                  <a:cubicBezTo>
                    <a:pt x="7" y="1"/>
                    <a:pt x="13" y="0"/>
                    <a:pt x="18" y="0"/>
                  </a:cubicBezTo>
                  <a:cubicBezTo>
                    <a:pt x="8" y="0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293" name="Voľný tvar 41"/>
            <p:cNvSpPr>
              <a:spLocks/>
            </p:cNvSpPr>
            <p:nvPr/>
          </p:nvSpPr>
          <p:spPr bwMode="invGray">
            <a:xfrm>
              <a:off x="11882438" y="2825750"/>
              <a:ext cx="25400" cy="1587"/>
            </a:xfrm>
            <a:custGeom>
              <a:avLst/>
              <a:gdLst>
                <a:gd name="T0" fmla="*/ 0 w 14"/>
                <a:gd name="T1" fmla="*/ 1 h 1"/>
                <a:gd name="T2" fmla="*/ 0 w 14"/>
                <a:gd name="T3" fmla="*/ 1 h 1"/>
                <a:gd name="T4" fmla="*/ 14 w 14"/>
                <a:gd name="T5" fmla="*/ 0 h 1"/>
                <a:gd name="T6" fmla="*/ 0 w 1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">
                  <a:moveTo>
                    <a:pt x="0" y="1"/>
                  </a:moveTo>
                  <a:lnTo>
                    <a:pt x="0" y="1"/>
                  </a:lnTo>
                  <a:lnTo>
                    <a:pt x="14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294" name="Voľný tvar 42"/>
            <p:cNvSpPr>
              <a:spLocks/>
            </p:cNvSpPr>
            <p:nvPr/>
          </p:nvSpPr>
          <p:spPr bwMode="invGray">
            <a:xfrm>
              <a:off x="8915400" y="2809875"/>
              <a:ext cx="15875" cy="1587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0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cubicBezTo>
                    <a:pt x="6" y="0"/>
                    <a:pt x="3" y="0"/>
                    <a:pt x="0" y="0"/>
                  </a:cubicBezTo>
                  <a:cubicBezTo>
                    <a:pt x="1" y="0"/>
                    <a:pt x="4" y="1"/>
                    <a:pt x="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295" name="Voľný tvar 43"/>
            <p:cNvSpPr>
              <a:spLocks/>
            </p:cNvSpPr>
            <p:nvPr/>
          </p:nvSpPr>
          <p:spPr bwMode="invGray">
            <a:xfrm>
              <a:off x="12109450" y="2752725"/>
              <a:ext cx="454025" cy="23812"/>
            </a:xfrm>
            <a:custGeom>
              <a:avLst/>
              <a:gdLst>
                <a:gd name="T0" fmla="*/ 102 w 236"/>
                <a:gd name="T1" fmla="*/ 10 h 10"/>
                <a:gd name="T2" fmla="*/ 102 w 236"/>
                <a:gd name="T3" fmla="*/ 10 h 10"/>
                <a:gd name="T4" fmla="*/ 123 w 236"/>
                <a:gd name="T5" fmla="*/ 7 h 10"/>
                <a:gd name="T6" fmla="*/ 200 w 236"/>
                <a:gd name="T7" fmla="*/ 6 h 10"/>
                <a:gd name="T8" fmla="*/ 203 w 236"/>
                <a:gd name="T9" fmla="*/ 3 h 10"/>
                <a:gd name="T10" fmla="*/ 160 w 236"/>
                <a:gd name="T11" fmla="*/ 4 h 10"/>
                <a:gd name="T12" fmla="*/ 202 w 236"/>
                <a:gd name="T13" fmla="*/ 3 h 10"/>
                <a:gd name="T14" fmla="*/ 198 w 236"/>
                <a:gd name="T15" fmla="*/ 0 h 10"/>
                <a:gd name="T16" fmla="*/ 0 w 236"/>
                <a:gd name="T17" fmla="*/ 4 h 10"/>
                <a:gd name="T18" fmla="*/ 137 w 236"/>
                <a:gd name="T19" fmla="*/ 4 h 10"/>
                <a:gd name="T20" fmla="*/ 121 w 236"/>
                <a:gd name="T21" fmla="*/ 6 h 10"/>
                <a:gd name="T22" fmla="*/ 8 w 236"/>
                <a:gd name="T23" fmla="*/ 5 h 10"/>
                <a:gd name="T24" fmla="*/ 104 w 236"/>
                <a:gd name="T25" fmla="*/ 7 h 10"/>
                <a:gd name="T26" fmla="*/ 84 w 236"/>
                <a:gd name="T27" fmla="*/ 9 h 10"/>
                <a:gd name="T28" fmla="*/ 102 w 236"/>
                <a:gd name="T2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36" h="10">
                  <a:moveTo>
                    <a:pt x="102" y="10"/>
                  </a:moveTo>
                  <a:lnTo>
                    <a:pt x="102" y="10"/>
                  </a:lnTo>
                  <a:cubicBezTo>
                    <a:pt x="107" y="9"/>
                    <a:pt x="208" y="8"/>
                    <a:pt x="123" y="7"/>
                  </a:cubicBezTo>
                  <a:cubicBezTo>
                    <a:pt x="126" y="4"/>
                    <a:pt x="177" y="6"/>
                    <a:pt x="200" y="6"/>
                  </a:cubicBezTo>
                  <a:cubicBezTo>
                    <a:pt x="184" y="5"/>
                    <a:pt x="208" y="4"/>
                    <a:pt x="203" y="3"/>
                  </a:cubicBezTo>
                  <a:cubicBezTo>
                    <a:pt x="192" y="4"/>
                    <a:pt x="179" y="4"/>
                    <a:pt x="160" y="4"/>
                  </a:cubicBezTo>
                  <a:cubicBezTo>
                    <a:pt x="152" y="3"/>
                    <a:pt x="180" y="2"/>
                    <a:pt x="202" y="3"/>
                  </a:cubicBezTo>
                  <a:cubicBezTo>
                    <a:pt x="175" y="1"/>
                    <a:pt x="236" y="1"/>
                    <a:pt x="198" y="0"/>
                  </a:cubicBezTo>
                  <a:cubicBezTo>
                    <a:pt x="116" y="0"/>
                    <a:pt x="57" y="0"/>
                    <a:pt x="0" y="4"/>
                  </a:cubicBezTo>
                  <a:cubicBezTo>
                    <a:pt x="46" y="3"/>
                    <a:pt x="99" y="3"/>
                    <a:pt x="137" y="4"/>
                  </a:cubicBezTo>
                  <a:lnTo>
                    <a:pt x="121" y="6"/>
                  </a:lnTo>
                  <a:cubicBezTo>
                    <a:pt x="78" y="4"/>
                    <a:pt x="51" y="5"/>
                    <a:pt x="8" y="5"/>
                  </a:cubicBezTo>
                  <a:lnTo>
                    <a:pt x="104" y="7"/>
                  </a:lnTo>
                  <a:cubicBezTo>
                    <a:pt x="149" y="9"/>
                    <a:pt x="119" y="9"/>
                    <a:pt x="84" y="9"/>
                  </a:cubicBezTo>
                  <a:cubicBezTo>
                    <a:pt x="92" y="9"/>
                    <a:pt x="100" y="9"/>
                    <a:pt x="102" y="1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296" name="Voľný tvar 44"/>
            <p:cNvSpPr>
              <a:spLocks/>
            </p:cNvSpPr>
            <p:nvPr/>
          </p:nvSpPr>
          <p:spPr bwMode="invGray">
            <a:xfrm>
              <a:off x="12182475" y="2816225"/>
              <a:ext cx="9525" cy="0"/>
            </a:xfrm>
            <a:custGeom>
              <a:avLst/>
              <a:gdLst>
                <a:gd name="T0" fmla="*/ 0 w 5"/>
                <a:gd name="T1" fmla="*/ 0 w 5"/>
                <a:gd name="T2" fmla="*/ 1 w 5"/>
                <a:gd name="T3" fmla="*/ 5 w 5"/>
                <a:gd name="T4" fmla="*/ 0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297" name="Voľný tvar 45"/>
            <p:cNvSpPr>
              <a:spLocks/>
            </p:cNvSpPr>
            <p:nvPr/>
          </p:nvSpPr>
          <p:spPr bwMode="invGray">
            <a:xfrm>
              <a:off x="4348162" y="2827338"/>
              <a:ext cx="17463" cy="3175"/>
            </a:xfrm>
            <a:custGeom>
              <a:avLst/>
              <a:gdLst>
                <a:gd name="T0" fmla="*/ 8 w 9"/>
                <a:gd name="T1" fmla="*/ 0 h 1"/>
                <a:gd name="T2" fmla="*/ 8 w 9"/>
                <a:gd name="T3" fmla="*/ 0 h 1"/>
                <a:gd name="T4" fmla="*/ 0 w 9"/>
                <a:gd name="T5" fmla="*/ 1 h 1"/>
                <a:gd name="T6" fmla="*/ 8 w 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1">
                  <a:moveTo>
                    <a:pt x="8" y="0"/>
                  </a:moveTo>
                  <a:lnTo>
                    <a:pt x="8" y="0"/>
                  </a:lnTo>
                  <a:lnTo>
                    <a:pt x="0" y="1"/>
                  </a:lnTo>
                  <a:cubicBezTo>
                    <a:pt x="7" y="0"/>
                    <a:pt x="9" y="0"/>
                    <a:pt x="8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298" name="Voľný tvar 46"/>
            <p:cNvSpPr>
              <a:spLocks/>
            </p:cNvSpPr>
            <p:nvPr/>
          </p:nvSpPr>
          <p:spPr bwMode="invGray">
            <a:xfrm>
              <a:off x="12071350" y="2790825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299" name="Voľný tvar 47"/>
            <p:cNvSpPr>
              <a:spLocks/>
            </p:cNvSpPr>
            <p:nvPr/>
          </p:nvSpPr>
          <p:spPr bwMode="invGray">
            <a:xfrm>
              <a:off x="4754563" y="2827338"/>
              <a:ext cx="4763" cy="0"/>
            </a:xfrm>
            <a:custGeom>
              <a:avLst/>
              <a:gdLst>
                <a:gd name="T0" fmla="*/ 2 w 2"/>
                <a:gd name="T1" fmla="*/ 2 w 2"/>
                <a:gd name="T2" fmla="*/ 0 w 2"/>
                <a:gd name="T3" fmla="*/ 2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">
                  <a:moveTo>
                    <a:pt x="2" y="0"/>
                  </a:moveTo>
                  <a:lnTo>
                    <a:pt x="2" y="0"/>
                  </a:lnTo>
                  <a:lnTo>
                    <a:pt x="0" y="0"/>
                  </a:lnTo>
                  <a:cubicBezTo>
                    <a:pt x="1" y="0"/>
                    <a:pt x="1" y="0"/>
                    <a:pt x="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00" name="Voľný tvar 48"/>
            <p:cNvSpPr>
              <a:spLocks/>
            </p:cNvSpPr>
            <p:nvPr/>
          </p:nvSpPr>
          <p:spPr bwMode="invGray">
            <a:xfrm>
              <a:off x="4852988" y="2719388"/>
              <a:ext cx="9525" cy="3175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4 w 5"/>
                <a:gd name="T5" fmla="*/ 0 h 1"/>
                <a:gd name="T6" fmla="*/ 5 w 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cubicBezTo>
                    <a:pt x="5" y="1"/>
                    <a:pt x="5" y="1"/>
                    <a:pt x="4" y="0"/>
                  </a:cubicBezTo>
                  <a:cubicBezTo>
                    <a:pt x="0" y="1"/>
                    <a:pt x="2" y="1"/>
                    <a:pt x="5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01" name="Voľný tvar 49"/>
            <p:cNvSpPr>
              <a:spLocks/>
            </p:cNvSpPr>
            <p:nvPr/>
          </p:nvSpPr>
          <p:spPr bwMode="invGray">
            <a:xfrm>
              <a:off x="4759325" y="2827338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02" name="Voľný tvar 50"/>
            <p:cNvSpPr>
              <a:spLocks/>
            </p:cNvSpPr>
            <p:nvPr/>
          </p:nvSpPr>
          <p:spPr bwMode="invGray">
            <a:xfrm>
              <a:off x="6654800" y="2805113"/>
              <a:ext cx="19050" cy="1587"/>
            </a:xfrm>
            <a:custGeom>
              <a:avLst/>
              <a:gdLst>
                <a:gd name="T0" fmla="*/ 10 w 10"/>
                <a:gd name="T1" fmla="*/ 1 h 1"/>
                <a:gd name="T2" fmla="*/ 10 w 10"/>
                <a:gd name="T3" fmla="*/ 1 h 1"/>
                <a:gd name="T4" fmla="*/ 2 w 10"/>
                <a:gd name="T5" fmla="*/ 0 h 1"/>
                <a:gd name="T6" fmla="*/ 10 w 1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1">
                  <a:moveTo>
                    <a:pt x="10" y="1"/>
                  </a:moveTo>
                  <a:lnTo>
                    <a:pt x="10" y="1"/>
                  </a:lnTo>
                  <a:lnTo>
                    <a:pt x="2" y="0"/>
                  </a:lnTo>
                  <a:cubicBezTo>
                    <a:pt x="0" y="0"/>
                    <a:pt x="2" y="0"/>
                    <a:pt x="1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03" name="Voľný tvar 51"/>
            <p:cNvSpPr>
              <a:spLocks/>
            </p:cNvSpPr>
            <p:nvPr/>
          </p:nvSpPr>
          <p:spPr bwMode="invGray">
            <a:xfrm>
              <a:off x="6289675" y="2798763"/>
              <a:ext cx="6350" cy="0"/>
            </a:xfrm>
            <a:custGeom>
              <a:avLst/>
              <a:gdLst>
                <a:gd name="T0" fmla="*/ 3 w 3"/>
                <a:gd name="T1" fmla="*/ 3 w 3"/>
                <a:gd name="T2" fmla="*/ 0 w 3"/>
                <a:gd name="T3" fmla="*/ 3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">
                  <a:moveTo>
                    <a:pt x="3" y="0"/>
                  </a:moveTo>
                  <a:lnTo>
                    <a:pt x="3" y="0"/>
                  </a:ln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04" name="Voľný tvar 52"/>
            <p:cNvSpPr>
              <a:spLocks/>
            </p:cNvSpPr>
            <p:nvPr/>
          </p:nvSpPr>
          <p:spPr bwMode="invGray">
            <a:xfrm>
              <a:off x="9140825" y="2725738"/>
              <a:ext cx="44450" cy="0"/>
            </a:xfrm>
            <a:custGeom>
              <a:avLst/>
              <a:gdLst>
                <a:gd name="T0" fmla="*/ 23 w 23"/>
                <a:gd name="T1" fmla="*/ 23 w 23"/>
                <a:gd name="T2" fmla="*/ 0 w 23"/>
                <a:gd name="T3" fmla="*/ 23 w 2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3">
                  <a:moveTo>
                    <a:pt x="23" y="0"/>
                  </a:moveTo>
                  <a:lnTo>
                    <a:pt x="23" y="0"/>
                  </a:lnTo>
                  <a:lnTo>
                    <a:pt x="0" y="0"/>
                  </a:lnTo>
                  <a:lnTo>
                    <a:pt x="2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05" name="Voľný tvar 53"/>
            <p:cNvSpPr>
              <a:spLocks/>
            </p:cNvSpPr>
            <p:nvPr/>
          </p:nvSpPr>
          <p:spPr bwMode="invGray">
            <a:xfrm>
              <a:off x="4737100" y="2827338"/>
              <a:ext cx="17463" cy="3175"/>
            </a:xfrm>
            <a:custGeom>
              <a:avLst/>
              <a:gdLst>
                <a:gd name="T0" fmla="*/ 9 w 9"/>
                <a:gd name="T1" fmla="*/ 0 h 1"/>
                <a:gd name="T2" fmla="*/ 9 w 9"/>
                <a:gd name="T3" fmla="*/ 0 h 1"/>
                <a:gd name="T4" fmla="*/ 0 w 9"/>
                <a:gd name="T5" fmla="*/ 1 h 1"/>
                <a:gd name="T6" fmla="*/ 9 w 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1">
                  <a:moveTo>
                    <a:pt x="9" y="0"/>
                  </a:moveTo>
                  <a:lnTo>
                    <a:pt x="9" y="0"/>
                  </a:lnTo>
                  <a:lnTo>
                    <a:pt x="0" y="1"/>
                  </a:lnTo>
                  <a:cubicBezTo>
                    <a:pt x="5" y="0"/>
                    <a:pt x="8" y="0"/>
                    <a:pt x="9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06" name="Voľný tvar 54"/>
            <p:cNvSpPr>
              <a:spLocks/>
            </p:cNvSpPr>
            <p:nvPr/>
          </p:nvSpPr>
          <p:spPr bwMode="invGray">
            <a:xfrm>
              <a:off x="7239000" y="2779713"/>
              <a:ext cx="11113" cy="3175"/>
            </a:xfrm>
            <a:custGeom>
              <a:avLst/>
              <a:gdLst>
                <a:gd name="T0" fmla="*/ 6 w 6"/>
                <a:gd name="T1" fmla="*/ 0 h 1"/>
                <a:gd name="T2" fmla="*/ 6 w 6"/>
                <a:gd name="T3" fmla="*/ 0 h 1"/>
                <a:gd name="T4" fmla="*/ 0 w 6"/>
                <a:gd name="T5" fmla="*/ 1 h 1"/>
                <a:gd name="T6" fmla="*/ 4 w 6"/>
                <a:gd name="T7" fmla="*/ 1 h 1"/>
                <a:gd name="T8" fmla="*/ 6 w 6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1">
                  <a:moveTo>
                    <a:pt x="6" y="0"/>
                  </a:moveTo>
                  <a:lnTo>
                    <a:pt x="6" y="0"/>
                  </a:lnTo>
                  <a:lnTo>
                    <a:pt x="0" y="1"/>
                  </a:lnTo>
                  <a:lnTo>
                    <a:pt x="4" y="1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07" name="Voľný tvar 55"/>
            <p:cNvSpPr>
              <a:spLocks/>
            </p:cNvSpPr>
            <p:nvPr/>
          </p:nvSpPr>
          <p:spPr bwMode="invGray">
            <a:xfrm>
              <a:off x="7181850" y="2773363"/>
              <a:ext cx="468313" cy="15875"/>
            </a:xfrm>
            <a:custGeom>
              <a:avLst/>
              <a:gdLst>
                <a:gd name="T0" fmla="*/ 139 w 244"/>
                <a:gd name="T1" fmla="*/ 5 h 7"/>
                <a:gd name="T2" fmla="*/ 139 w 244"/>
                <a:gd name="T3" fmla="*/ 5 h 7"/>
                <a:gd name="T4" fmla="*/ 132 w 244"/>
                <a:gd name="T5" fmla="*/ 6 h 7"/>
                <a:gd name="T6" fmla="*/ 244 w 244"/>
                <a:gd name="T7" fmla="*/ 4 h 7"/>
                <a:gd name="T8" fmla="*/ 178 w 244"/>
                <a:gd name="T9" fmla="*/ 1 h 7"/>
                <a:gd name="T10" fmla="*/ 101 w 244"/>
                <a:gd name="T11" fmla="*/ 0 h 7"/>
                <a:gd name="T12" fmla="*/ 77 w 244"/>
                <a:gd name="T13" fmla="*/ 3 h 7"/>
                <a:gd name="T14" fmla="*/ 60 w 244"/>
                <a:gd name="T15" fmla="*/ 1 h 7"/>
                <a:gd name="T16" fmla="*/ 0 w 244"/>
                <a:gd name="T17" fmla="*/ 1 h 7"/>
                <a:gd name="T18" fmla="*/ 52 w 244"/>
                <a:gd name="T19" fmla="*/ 1 h 7"/>
                <a:gd name="T20" fmla="*/ 36 w 244"/>
                <a:gd name="T21" fmla="*/ 3 h 7"/>
                <a:gd name="T22" fmla="*/ 41 w 244"/>
                <a:gd name="T23" fmla="*/ 3 h 7"/>
                <a:gd name="T24" fmla="*/ 139 w 244"/>
                <a:gd name="T25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44" h="7">
                  <a:moveTo>
                    <a:pt x="139" y="5"/>
                  </a:moveTo>
                  <a:lnTo>
                    <a:pt x="139" y="5"/>
                  </a:lnTo>
                  <a:cubicBezTo>
                    <a:pt x="135" y="5"/>
                    <a:pt x="134" y="6"/>
                    <a:pt x="132" y="6"/>
                  </a:cubicBezTo>
                  <a:cubicBezTo>
                    <a:pt x="169" y="5"/>
                    <a:pt x="236" y="6"/>
                    <a:pt x="244" y="4"/>
                  </a:cubicBezTo>
                  <a:cubicBezTo>
                    <a:pt x="232" y="4"/>
                    <a:pt x="167" y="2"/>
                    <a:pt x="178" y="1"/>
                  </a:cubicBezTo>
                  <a:cubicBezTo>
                    <a:pt x="152" y="2"/>
                    <a:pt x="115" y="0"/>
                    <a:pt x="101" y="0"/>
                  </a:cubicBezTo>
                  <a:cubicBezTo>
                    <a:pt x="143" y="2"/>
                    <a:pt x="105" y="2"/>
                    <a:pt x="77" y="3"/>
                  </a:cubicBezTo>
                  <a:cubicBezTo>
                    <a:pt x="51" y="2"/>
                    <a:pt x="82" y="1"/>
                    <a:pt x="60" y="1"/>
                  </a:cubicBezTo>
                  <a:lnTo>
                    <a:pt x="0" y="1"/>
                  </a:lnTo>
                  <a:lnTo>
                    <a:pt x="52" y="1"/>
                  </a:lnTo>
                  <a:lnTo>
                    <a:pt x="36" y="3"/>
                  </a:lnTo>
                  <a:lnTo>
                    <a:pt x="41" y="3"/>
                  </a:lnTo>
                  <a:cubicBezTo>
                    <a:pt x="129" y="2"/>
                    <a:pt x="49" y="7"/>
                    <a:pt x="139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08" name="Voľný tvar 56"/>
            <p:cNvSpPr>
              <a:spLocks/>
            </p:cNvSpPr>
            <p:nvPr/>
          </p:nvSpPr>
          <p:spPr bwMode="invGray">
            <a:xfrm>
              <a:off x="7407275" y="2787650"/>
              <a:ext cx="26988" cy="0"/>
            </a:xfrm>
            <a:custGeom>
              <a:avLst/>
              <a:gdLst>
                <a:gd name="T0" fmla="*/ 14 w 14"/>
                <a:gd name="T1" fmla="*/ 14 w 14"/>
                <a:gd name="T2" fmla="*/ 0 w 14"/>
                <a:gd name="T3" fmla="*/ 14 w 1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4">
                  <a:moveTo>
                    <a:pt x="14" y="0"/>
                  </a:moveTo>
                  <a:lnTo>
                    <a:pt x="14" y="0"/>
                  </a:lnTo>
                  <a:lnTo>
                    <a:pt x="0" y="0"/>
                  </a:lnTo>
                  <a:cubicBezTo>
                    <a:pt x="8" y="0"/>
                    <a:pt x="11" y="0"/>
                    <a:pt x="1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09" name="Voľný tvar 57"/>
            <p:cNvSpPr>
              <a:spLocks/>
            </p:cNvSpPr>
            <p:nvPr/>
          </p:nvSpPr>
          <p:spPr bwMode="invGray">
            <a:xfrm>
              <a:off x="8123238" y="2794000"/>
              <a:ext cx="31750" cy="1587"/>
            </a:xfrm>
            <a:custGeom>
              <a:avLst/>
              <a:gdLst>
                <a:gd name="T0" fmla="*/ 0 w 16"/>
                <a:gd name="T1" fmla="*/ 1 h 1"/>
                <a:gd name="T2" fmla="*/ 0 w 16"/>
                <a:gd name="T3" fmla="*/ 1 h 1"/>
                <a:gd name="T4" fmla="*/ 16 w 16"/>
                <a:gd name="T5" fmla="*/ 0 h 1"/>
                <a:gd name="T6" fmla="*/ 0 w 1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">
                  <a:moveTo>
                    <a:pt x="0" y="1"/>
                  </a:moveTo>
                  <a:lnTo>
                    <a:pt x="0" y="1"/>
                  </a:lnTo>
                  <a:lnTo>
                    <a:pt x="16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10" name="Voľný tvar 58"/>
            <p:cNvSpPr>
              <a:spLocks/>
            </p:cNvSpPr>
            <p:nvPr/>
          </p:nvSpPr>
          <p:spPr bwMode="invGray">
            <a:xfrm>
              <a:off x="3070225" y="2794000"/>
              <a:ext cx="101600" cy="4762"/>
            </a:xfrm>
            <a:custGeom>
              <a:avLst/>
              <a:gdLst>
                <a:gd name="T0" fmla="*/ 0 w 53"/>
                <a:gd name="T1" fmla="*/ 0 h 2"/>
                <a:gd name="T2" fmla="*/ 0 w 53"/>
                <a:gd name="T3" fmla="*/ 0 h 2"/>
                <a:gd name="T4" fmla="*/ 52 w 53"/>
                <a:gd name="T5" fmla="*/ 0 h 2"/>
                <a:gd name="T6" fmla="*/ 6 w 53"/>
                <a:gd name="T7" fmla="*/ 0 h 2"/>
                <a:gd name="T8" fmla="*/ 0 w 53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3" h="2">
                  <a:moveTo>
                    <a:pt x="0" y="0"/>
                  </a:moveTo>
                  <a:lnTo>
                    <a:pt x="0" y="0"/>
                  </a:lnTo>
                  <a:cubicBezTo>
                    <a:pt x="2" y="1"/>
                    <a:pt x="53" y="2"/>
                    <a:pt x="52" y="0"/>
                  </a:cubicBez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11" name="Voľný tvar 59"/>
            <p:cNvSpPr>
              <a:spLocks/>
            </p:cNvSpPr>
            <p:nvPr/>
          </p:nvSpPr>
          <p:spPr bwMode="invGray">
            <a:xfrm>
              <a:off x="9963150" y="2778125"/>
              <a:ext cx="41275" cy="0"/>
            </a:xfrm>
            <a:custGeom>
              <a:avLst/>
              <a:gdLst>
                <a:gd name="T0" fmla="*/ 21 w 21"/>
                <a:gd name="T1" fmla="*/ 21 w 21"/>
                <a:gd name="T2" fmla="*/ 3 w 21"/>
                <a:gd name="T3" fmla="*/ 0 w 21"/>
                <a:gd name="T4" fmla="*/ 21 w 2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21">
                  <a:moveTo>
                    <a:pt x="21" y="0"/>
                  </a:moveTo>
                  <a:lnTo>
                    <a:pt x="21" y="0"/>
                  </a:lnTo>
                  <a:lnTo>
                    <a:pt x="3" y="0"/>
                  </a:lnTo>
                  <a:lnTo>
                    <a:pt x="0" y="0"/>
                  </a:lnTo>
                  <a:cubicBezTo>
                    <a:pt x="4" y="0"/>
                    <a:pt x="15" y="0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12" name="Voľný tvar 60"/>
            <p:cNvSpPr>
              <a:spLocks/>
            </p:cNvSpPr>
            <p:nvPr/>
          </p:nvSpPr>
          <p:spPr bwMode="invGray">
            <a:xfrm>
              <a:off x="7523163" y="2773363"/>
              <a:ext cx="30163" cy="3175"/>
            </a:xfrm>
            <a:custGeom>
              <a:avLst/>
              <a:gdLst>
                <a:gd name="T0" fmla="*/ 16 w 16"/>
                <a:gd name="T1" fmla="*/ 0 h 1"/>
                <a:gd name="T2" fmla="*/ 16 w 16"/>
                <a:gd name="T3" fmla="*/ 0 h 1"/>
                <a:gd name="T4" fmla="*/ 0 w 16"/>
                <a:gd name="T5" fmla="*/ 1 h 1"/>
                <a:gd name="T6" fmla="*/ 16 w 16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">
                  <a:moveTo>
                    <a:pt x="16" y="0"/>
                  </a:moveTo>
                  <a:lnTo>
                    <a:pt x="16" y="0"/>
                  </a:lnTo>
                  <a:cubicBezTo>
                    <a:pt x="6" y="0"/>
                    <a:pt x="2" y="1"/>
                    <a:pt x="0" y="1"/>
                  </a:cubicBezTo>
                  <a:cubicBezTo>
                    <a:pt x="6" y="1"/>
                    <a:pt x="12" y="1"/>
                    <a:pt x="1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13" name="Voľný tvar 61"/>
            <p:cNvSpPr>
              <a:spLocks/>
            </p:cNvSpPr>
            <p:nvPr/>
          </p:nvSpPr>
          <p:spPr bwMode="invGray">
            <a:xfrm>
              <a:off x="10009188" y="2787650"/>
              <a:ext cx="115888" cy="3175"/>
            </a:xfrm>
            <a:custGeom>
              <a:avLst/>
              <a:gdLst>
                <a:gd name="T0" fmla="*/ 0 w 60"/>
                <a:gd name="T1" fmla="*/ 0 h 2"/>
                <a:gd name="T2" fmla="*/ 0 w 60"/>
                <a:gd name="T3" fmla="*/ 0 h 2"/>
                <a:gd name="T4" fmla="*/ 19 w 60"/>
                <a:gd name="T5" fmla="*/ 2 h 2"/>
                <a:gd name="T6" fmla="*/ 60 w 60"/>
                <a:gd name="T7" fmla="*/ 1 h 2"/>
                <a:gd name="T8" fmla="*/ 0 w 60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" h="2">
                  <a:moveTo>
                    <a:pt x="0" y="0"/>
                  </a:moveTo>
                  <a:lnTo>
                    <a:pt x="0" y="0"/>
                  </a:lnTo>
                  <a:cubicBezTo>
                    <a:pt x="7" y="0"/>
                    <a:pt x="18" y="1"/>
                    <a:pt x="19" y="2"/>
                  </a:cubicBezTo>
                  <a:cubicBezTo>
                    <a:pt x="34" y="2"/>
                    <a:pt x="45" y="1"/>
                    <a:pt x="60" y="1"/>
                  </a:cubicBezTo>
                  <a:cubicBezTo>
                    <a:pt x="43" y="1"/>
                    <a:pt x="23" y="1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14" name="Voľný tvar 62"/>
            <p:cNvSpPr>
              <a:spLocks/>
            </p:cNvSpPr>
            <p:nvPr/>
          </p:nvSpPr>
          <p:spPr bwMode="invGray">
            <a:xfrm>
              <a:off x="10125075" y="2789238"/>
              <a:ext cx="1588" cy="0"/>
            </a:xfrm>
            <a:custGeom>
              <a:avLst/>
              <a:gdLst>
                <a:gd name="T0" fmla="*/ 1 w 1"/>
                <a:gd name="T1" fmla="*/ 1 w 1"/>
                <a:gd name="T2" fmla="*/ 0 w 1"/>
                <a:gd name="T3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15" name="Voľný tvar 63"/>
            <p:cNvSpPr>
              <a:spLocks noEditPoints="1"/>
            </p:cNvSpPr>
            <p:nvPr/>
          </p:nvSpPr>
          <p:spPr bwMode="invGray">
            <a:xfrm>
              <a:off x="-4110038" y="2703513"/>
              <a:ext cx="16486188" cy="134937"/>
            </a:xfrm>
            <a:custGeom>
              <a:avLst/>
              <a:gdLst>
                <a:gd name="T0" fmla="*/ 5206 w 8594"/>
                <a:gd name="T1" fmla="*/ 34 h 60"/>
                <a:gd name="T2" fmla="*/ 4851 w 8594"/>
                <a:gd name="T3" fmla="*/ 37 h 60"/>
                <a:gd name="T4" fmla="*/ 5322 w 8594"/>
                <a:gd name="T5" fmla="*/ 35 h 60"/>
                <a:gd name="T6" fmla="*/ 5841 w 8594"/>
                <a:gd name="T7" fmla="*/ 43 h 60"/>
                <a:gd name="T8" fmla="*/ 5952 w 8594"/>
                <a:gd name="T9" fmla="*/ 46 h 60"/>
                <a:gd name="T10" fmla="*/ 6323 w 8594"/>
                <a:gd name="T11" fmla="*/ 40 h 60"/>
                <a:gd name="T12" fmla="*/ 6806 w 8594"/>
                <a:gd name="T13" fmla="*/ 32 h 60"/>
                <a:gd name="T14" fmla="*/ 6211 w 8594"/>
                <a:gd name="T15" fmla="*/ 34 h 60"/>
                <a:gd name="T16" fmla="*/ 5558 w 8594"/>
                <a:gd name="T17" fmla="*/ 29 h 60"/>
                <a:gd name="T18" fmla="*/ 7046 w 8594"/>
                <a:gd name="T19" fmla="*/ 41 h 60"/>
                <a:gd name="T20" fmla="*/ 7472 w 8594"/>
                <a:gd name="T21" fmla="*/ 40 h 60"/>
                <a:gd name="T22" fmla="*/ 7784 w 8594"/>
                <a:gd name="T23" fmla="*/ 39 h 60"/>
                <a:gd name="T24" fmla="*/ 4392 w 8594"/>
                <a:gd name="T25" fmla="*/ 36 h 60"/>
                <a:gd name="T26" fmla="*/ 4053 w 8594"/>
                <a:gd name="T27" fmla="*/ 35 h 60"/>
                <a:gd name="T28" fmla="*/ 4729 w 8594"/>
                <a:gd name="T29" fmla="*/ 29 h 60"/>
                <a:gd name="T30" fmla="*/ 348 w 8594"/>
                <a:gd name="T31" fmla="*/ 40 h 60"/>
                <a:gd name="T32" fmla="*/ 3365 w 8594"/>
                <a:gd name="T33" fmla="*/ 41 h 60"/>
                <a:gd name="T34" fmla="*/ 2626 w 8594"/>
                <a:gd name="T35" fmla="*/ 45 h 60"/>
                <a:gd name="T36" fmla="*/ 1989 w 8594"/>
                <a:gd name="T37" fmla="*/ 45 h 60"/>
                <a:gd name="T38" fmla="*/ 1241 w 8594"/>
                <a:gd name="T39" fmla="*/ 44 h 60"/>
                <a:gd name="T40" fmla="*/ 260 w 8594"/>
                <a:gd name="T41" fmla="*/ 41 h 60"/>
                <a:gd name="T42" fmla="*/ 403 w 8594"/>
                <a:gd name="T43" fmla="*/ 29 h 60"/>
                <a:gd name="T44" fmla="*/ 1235 w 8594"/>
                <a:gd name="T45" fmla="*/ 30 h 60"/>
                <a:gd name="T46" fmla="*/ 1695 w 8594"/>
                <a:gd name="T47" fmla="*/ 28 h 60"/>
                <a:gd name="T48" fmla="*/ 2516 w 8594"/>
                <a:gd name="T49" fmla="*/ 20 h 60"/>
                <a:gd name="T50" fmla="*/ 3096 w 8594"/>
                <a:gd name="T51" fmla="*/ 21 h 60"/>
                <a:gd name="T52" fmla="*/ 3775 w 8594"/>
                <a:gd name="T53" fmla="*/ 17 h 60"/>
                <a:gd name="T54" fmla="*/ 3608 w 8594"/>
                <a:gd name="T55" fmla="*/ 13 h 60"/>
                <a:gd name="T56" fmla="*/ 3472 w 8594"/>
                <a:gd name="T57" fmla="*/ 9 h 60"/>
                <a:gd name="T58" fmla="*/ 4061 w 8594"/>
                <a:gd name="T59" fmla="*/ 4 h 60"/>
                <a:gd name="T60" fmla="*/ 4257 w 8594"/>
                <a:gd name="T61" fmla="*/ 12 h 60"/>
                <a:gd name="T62" fmla="*/ 4645 w 8594"/>
                <a:gd name="T63" fmla="*/ 16 h 60"/>
                <a:gd name="T64" fmla="*/ 4373 w 8594"/>
                <a:gd name="T65" fmla="*/ 10 h 60"/>
                <a:gd name="T66" fmla="*/ 5119 w 8594"/>
                <a:gd name="T67" fmla="*/ 4 h 60"/>
                <a:gd name="T68" fmla="*/ 5193 w 8594"/>
                <a:gd name="T69" fmla="*/ 5 h 60"/>
                <a:gd name="T70" fmla="*/ 5134 w 8594"/>
                <a:gd name="T71" fmla="*/ 16 h 60"/>
                <a:gd name="T72" fmla="*/ 5438 w 8594"/>
                <a:gd name="T73" fmla="*/ 15 h 60"/>
                <a:gd name="T74" fmla="*/ 5834 w 8594"/>
                <a:gd name="T75" fmla="*/ 5 h 60"/>
                <a:gd name="T76" fmla="*/ 5843 w 8594"/>
                <a:gd name="T77" fmla="*/ 16 h 60"/>
                <a:gd name="T78" fmla="*/ 5967 w 8594"/>
                <a:gd name="T79" fmla="*/ 11 h 60"/>
                <a:gd name="T80" fmla="*/ 6226 w 8594"/>
                <a:gd name="T81" fmla="*/ 10 h 60"/>
                <a:gd name="T82" fmla="*/ 6261 w 8594"/>
                <a:gd name="T83" fmla="*/ 13 h 60"/>
                <a:gd name="T84" fmla="*/ 6697 w 8594"/>
                <a:gd name="T85" fmla="*/ 10 h 60"/>
                <a:gd name="T86" fmla="*/ 6837 w 8594"/>
                <a:gd name="T87" fmla="*/ 16 h 60"/>
                <a:gd name="T88" fmla="*/ 7682 w 8594"/>
                <a:gd name="T89" fmla="*/ 14 h 60"/>
                <a:gd name="T90" fmla="*/ 7802 w 8594"/>
                <a:gd name="T91" fmla="*/ 24 h 60"/>
                <a:gd name="T92" fmla="*/ 8182 w 8594"/>
                <a:gd name="T93" fmla="*/ 23 h 60"/>
                <a:gd name="T94" fmla="*/ 8315 w 8594"/>
                <a:gd name="T95" fmla="*/ 27 h 60"/>
                <a:gd name="T96" fmla="*/ 8441 w 8594"/>
                <a:gd name="T97" fmla="*/ 38 h 60"/>
                <a:gd name="T98" fmla="*/ 8077 w 8594"/>
                <a:gd name="T99" fmla="*/ 45 h 60"/>
                <a:gd name="T100" fmla="*/ 8594 w 8594"/>
                <a:gd name="T101" fmla="*/ 47 h 60"/>
                <a:gd name="T102" fmla="*/ 8205 w 8594"/>
                <a:gd name="T103" fmla="*/ 53 h 60"/>
                <a:gd name="T104" fmla="*/ 7779 w 8594"/>
                <a:gd name="T105" fmla="*/ 58 h 60"/>
                <a:gd name="T106" fmla="*/ 7358 w 8594"/>
                <a:gd name="T107" fmla="*/ 54 h 60"/>
                <a:gd name="T108" fmla="*/ 6692 w 8594"/>
                <a:gd name="T109" fmla="*/ 49 h 60"/>
                <a:gd name="T110" fmla="*/ 5792 w 8594"/>
                <a:gd name="T111" fmla="*/ 53 h 60"/>
                <a:gd name="T112" fmla="*/ 5390 w 8594"/>
                <a:gd name="T113" fmla="*/ 47 h 60"/>
                <a:gd name="T114" fmla="*/ 5194 w 8594"/>
                <a:gd name="T115" fmla="*/ 51 h 60"/>
                <a:gd name="T116" fmla="*/ 4559 w 8594"/>
                <a:gd name="T117" fmla="*/ 53 h 60"/>
                <a:gd name="T118" fmla="*/ 4226 w 8594"/>
                <a:gd name="T119" fmla="*/ 58 h 60"/>
                <a:gd name="T120" fmla="*/ 4010 w 8594"/>
                <a:gd name="T121" fmla="*/ 60 h 60"/>
                <a:gd name="T122" fmla="*/ 3858 w 8594"/>
                <a:gd name="T123" fmla="*/ 34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8594" h="60">
                  <a:moveTo>
                    <a:pt x="4248" y="14"/>
                  </a:moveTo>
                  <a:lnTo>
                    <a:pt x="4248" y="14"/>
                  </a:lnTo>
                  <a:lnTo>
                    <a:pt x="4246" y="14"/>
                  </a:lnTo>
                  <a:lnTo>
                    <a:pt x="4248" y="14"/>
                  </a:lnTo>
                  <a:lnTo>
                    <a:pt x="4248" y="14"/>
                  </a:lnTo>
                  <a:close/>
                  <a:moveTo>
                    <a:pt x="5299" y="30"/>
                  </a:moveTo>
                  <a:lnTo>
                    <a:pt x="5299" y="30"/>
                  </a:lnTo>
                  <a:lnTo>
                    <a:pt x="5241" y="31"/>
                  </a:lnTo>
                  <a:lnTo>
                    <a:pt x="5247" y="31"/>
                  </a:lnTo>
                  <a:lnTo>
                    <a:pt x="5190" y="32"/>
                  </a:lnTo>
                  <a:cubicBezTo>
                    <a:pt x="5225" y="33"/>
                    <a:pt x="5248" y="35"/>
                    <a:pt x="5199" y="36"/>
                  </a:cubicBezTo>
                  <a:cubicBezTo>
                    <a:pt x="5203" y="36"/>
                    <a:pt x="5189" y="35"/>
                    <a:pt x="5206" y="34"/>
                  </a:cubicBezTo>
                  <a:cubicBezTo>
                    <a:pt x="5173" y="33"/>
                    <a:pt x="5101" y="32"/>
                    <a:pt x="5120" y="35"/>
                  </a:cubicBezTo>
                  <a:cubicBezTo>
                    <a:pt x="5183" y="32"/>
                    <a:pt x="5134" y="39"/>
                    <a:pt x="5184" y="36"/>
                  </a:cubicBezTo>
                  <a:cubicBezTo>
                    <a:pt x="5157" y="38"/>
                    <a:pt x="5131" y="38"/>
                    <a:pt x="5106" y="38"/>
                  </a:cubicBezTo>
                  <a:cubicBezTo>
                    <a:pt x="5132" y="37"/>
                    <a:pt x="5100" y="35"/>
                    <a:pt x="5061" y="34"/>
                  </a:cubicBezTo>
                  <a:cubicBezTo>
                    <a:pt x="5044" y="35"/>
                    <a:pt x="4997" y="34"/>
                    <a:pt x="4969" y="35"/>
                  </a:cubicBezTo>
                  <a:cubicBezTo>
                    <a:pt x="4979" y="37"/>
                    <a:pt x="4954" y="38"/>
                    <a:pt x="5001" y="38"/>
                  </a:cubicBezTo>
                  <a:cubicBezTo>
                    <a:pt x="4984" y="39"/>
                    <a:pt x="4957" y="39"/>
                    <a:pt x="4928" y="38"/>
                  </a:cubicBezTo>
                  <a:cubicBezTo>
                    <a:pt x="4940" y="38"/>
                    <a:pt x="4960" y="38"/>
                    <a:pt x="4959" y="37"/>
                  </a:cubicBezTo>
                  <a:cubicBezTo>
                    <a:pt x="4940" y="35"/>
                    <a:pt x="4917" y="35"/>
                    <a:pt x="4905" y="35"/>
                  </a:cubicBezTo>
                  <a:lnTo>
                    <a:pt x="4876" y="35"/>
                  </a:lnTo>
                  <a:cubicBezTo>
                    <a:pt x="4879" y="35"/>
                    <a:pt x="4881" y="35"/>
                    <a:pt x="4883" y="36"/>
                  </a:cubicBezTo>
                  <a:lnTo>
                    <a:pt x="4851" y="37"/>
                  </a:lnTo>
                  <a:cubicBezTo>
                    <a:pt x="4894" y="36"/>
                    <a:pt x="4871" y="38"/>
                    <a:pt x="4870" y="39"/>
                  </a:cubicBezTo>
                  <a:cubicBezTo>
                    <a:pt x="4871" y="37"/>
                    <a:pt x="4842" y="39"/>
                    <a:pt x="4827" y="39"/>
                  </a:cubicBezTo>
                  <a:lnTo>
                    <a:pt x="4860" y="41"/>
                  </a:lnTo>
                  <a:cubicBezTo>
                    <a:pt x="4844" y="42"/>
                    <a:pt x="4805" y="40"/>
                    <a:pt x="4813" y="42"/>
                  </a:cubicBezTo>
                  <a:cubicBezTo>
                    <a:pt x="4881" y="43"/>
                    <a:pt x="4907" y="42"/>
                    <a:pt x="4969" y="42"/>
                  </a:cubicBezTo>
                  <a:lnTo>
                    <a:pt x="4944" y="40"/>
                  </a:lnTo>
                  <a:cubicBezTo>
                    <a:pt x="5014" y="39"/>
                    <a:pt x="4987" y="43"/>
                    <a:pt x="5065" y="43"/>
                  </a:cubicBezTo>
                  <a:cubicBezTo>
                    <a:pt x="5098" y="41"/>
                    <a:pt x="5183" y="42"/>
                    <a:pt x="5184" y="39"/>
                  </a:cubicBezTo>
                  <a:cubicBezTo>
                    <a:pt x="5174" y="40"/>
                    <a:pt x="5233" y="42"/>
                    <a:pt x="5260" y="40"/>
                  </a:cubicBezTo>
                  <a:cubicBezTo>
                    <a:pt x="5289" y="38"/>
                    <a:pt x="5379" y="37"/>
                    <a:pt x="5352" y="36"/>
                  </a:cubicBezTo>
                  <a:cubicBezTo>
                    <a:pt x="5328" y="36"/>
                    <a:pt x="5295" y="37"/>
                    <a:pt x="5276" y="36"/>
                  </a:cubicBezTo>
                  <a:lnTo>
                    <a:pt x="5322" y="35"/>
                  </a:lnTo>
                  <a:lnTo>
                    <a:pt x="5292" y="33"/>
                  </a:lnTo>
                  <a:cubicBezTo>
                    <a:pt x="5308" y="34"/>
                    <a:pt x="5306" y="32"/>
                    <a:pt x="5299" y="30"/>
                  </a:cubicBezTo>
                  <a:close/>
                  <a:moveTo>
                    <a:pt x="5493" y="27"/>
                  </a:moveTo>
                  <a:lnTo>
                    <a:pt x="5493" y="27"/>
                  </a:lnTo>
                  <a:cubicBezTo>
                    <a:pt x="5524" y="32"/>
                    <a:pt x="5557" y="36"/>
                    <a:pt x="5700" y="35"/>
                  </a:cubicBezTo>
                  <a:lnTo>
                    <a:pt x="5689" y="35"/>
                  </a:lnTo>
                  <a:cubicBezTo>
                    <a:pt x="5761" y="38"/>
                    <a:pt x="5829" y="32"/>
                    <a:pt x="5916" y="35"/>
                  </a:cubicBezTo>
                  <a:cubicBezTo>
                    <a:pt x="5874" y="36"/>
                    <a:pt x="5876" y="36"/>
                    <a:pt x="5829" y="40"/>
                  </a:cubicBezTo>
                  <a:lnTo>
                    <a:pt x="5875" y="39"/>
                  </a:lnTo>
                  <a:cubicBezTo>
                    <a:pt x="5862" y="41"/>
                    <a:pt x="5907" y="40"/>
                    <a:pt x="5941" y="40"/>
                  </a:cubicBezTo>
                  <a:lnTo>
                    <a:pt x="5911" y="43"/>
                  </a:lnTo>
                  <a:cubicBezTo>
                    <a:pt x="5891" y="42"/>
                    <a:pt x="5839" y="42"/>
                    <a:pt x="5841" y="43"/>
                  </a:cubicBezTo>
                  <a:cubicBezTo>
                    <a:pt x="5852" y="42"/>
                    <a:pt x="5772" y="39"/>
                    <a:pt x="5729" y="40"/>
                  </a:cubicBezTo>
                  <a:cubicBezTo>
                    <a:pt x="5733" y="42"/>
                    <a:pt x="5825" y="41"/>
                    <a:pt x="5784" y="44"/>
                  </a:cubicBezTo>
                  <a:cubicBezTo>
                    <a:pt x="5820" y="43"/>
                    <a:pt x="5825" y="45"/>
                    <a:pt x="5862" y="44"/>
                  </a:cubicBezTo>
                  <a:cubicBezTo>
                    <a:pt x="5826" y="45"/>
                    <a:pt x="5853" y="47"/>
                    <a:pt x="5827" y="48"/>
                  </a:cubicBezTo>
                  <a:lnTo>
                    <a:pt x="5888" y="47"/>
                  </a:lnTo>
                  <a:cubicBezTo>
                    <a:pt x="5890" y="48"/>
                    <a:pt x="5798" y="49"/>
                    <a:pt x="5849" y="51"/>
                  </a:cubicBezTo>
                  <a:cubicBezTo>
                    <a:pt x="5874" y="50"/>
                    <a:pt x="5940" y="52"/>
                    <a:pt x="5941" y="49"/>
                  </a:cubicBezTo>
                  <a:lnTo>
                    <a:pt x="5943" y="50"/>
                  </a:lnTo>
                  <a:cubicBezTo>
                    <a:pt x="5989" y="51"/>
                    <a:pt x="5963" y="47"/>
                    <a:pt x="6020" y="48"/>
                  </a:cubicBezTo>
                  <a:cubicBezTo>
                    <a:pt x="6021" y="47"/>
                    <a:pt x="6010" y="47"/>
                    <a:pt x="5989" y="47"/>
                  </a:cubicBezTo>
                  <a:cubicBezTo>
                    <a:pt x="5972" y="47"/>
                    <a:pt x="5969" y="49"/>
                    <a:pt x="5934" y="49"/>
                  </a:cubicBezTo>
                  <a:cubicBezTo>
                    <a:pt x="5918" y="47"/>
                    <a:pt x="5977" y="49"/>
                    <a:pt x="5952" y="46"/>
                  </a:cubicBezTo>
                  <a:cubicBezTo>
                    <a:pt x="5940" y="45"/>
                    <a:pt x="5858" y="48"/>
                    <a:pt x="5884" y="44"/>
                  </a:cubicBezTo>
                  <a:lnTo>
                    <a:pt x="5931" y="45"/>
                  </a:lnTo>
                  <a:cubicBezTo>
                    <a:pt x="5932" y="43"/>
                    <a:pt x="5965" y="43"/>
                    <a:pt x="5964" y="41"/>
                  </a:cubicBezTo>
                  <a:cubicBezTo>
                    <a:pt x="5993" y="40"/>
                    <a:pt x="6019" y="43"/>
                    <a:pt x="6048" y="41"/>
                  </a:cubicBezTo>
                  <a:cubicBezTo>
                    <a:pt x="6060" y="40"/>
                    <a:pt x="6039" y="37"/>
                    <a:pt x="6087" y="38"/>
                  </a:cubicBezTo>
                  <a:cubicBezTo>
                    <a:pt x="6124" y="41"/>
                    <a:pt x="6234" y="41"/>
                    <a:pt x="6276" y="40"/>
                  </a:cubicBezTo>
                  <a:lnTo>
                    <a:pt x="6312" y="39"/>
                  </a:lnTo>
                  <a:cubicBezTo>
                    <a:pt x="6309" y="38"/>
                    <a:pt x="6243" y="39"/>
                    <a:pt x="6266" y="38"/>
                  </a:cubicBezTo>
                  <a:lnTo>
                    <a:pt x="6322" y="37"/>
                  </a:lnTo>
                  <a:lnTo>
                    <a:pt x="6318" y="38"/>
                  </a:lnTo>
                  <a:cubicBezTo>
                    <a:pt x="6337" y="38"/>
                    <a:pt x="6356" y="37"/>
                    <a:pt x="6373" y="37"/>
                  </a:cubicBezTo>
                  <a:cubicBezTo>
                    <a:pt x="6355" y="38"/>
                    <a:pt x="6315" y="38"/>
                    <a:pt x="6323" y="40"/>
                  </a:cubicBezTo>
                  <a:cubicBezTo>
                    <a:pt x="6349" y="40"/>
                    <a:pt x="6353" y="41"/>
                    <a:pt x="6377" y="41"/>
                  </a:cubicBezTo>
                  <a:cubicBezTo>
                    <a:pt x="6372" y="41"/>
                    <a:pt x="6368" y="41"/>
                    <a:pt x="6368" y="41"/>
                  </a:cubicBezTo>
                  <a:cubicBezTo>
                    <a:pt x="6422" y="42"/>
                    <a:pt x="6420" y="39"/>
                    <a:pt x="6433" y="38"/>
                  </a:cubicBezTo>
                  <a:cubicBezTo>
                    <a:pt x="6487" y="36"/>
                    <a:pt x="6379" y="36"/>
                    <a:pt x="6386" y="33"/>
                  </a:cubicBezTo>
                  <a:lnTo>
                    <a:pt x="6543" y="32"/>
                  </a:lnTo>
                  <a:cubicBezTo>
                    <a:pt x="6529" y="33"/>
                    <a:pt x="6516" y="34"/>
                    <a:pt x="6521" y="35"/>
                  </a:cubicBezTo>
                  <a:cubicBezTo>
                    <a:pt x="6559" y="36"/>
                    <a:pt x="6522" y="36"/>
                    <a:pt x="6576" y="36"/>
                  </a:cubicBezTo>
                  <a:cubicBezTo>
                    <a:pt x="6572" y="33"/>
                    <a:pt x="6644" y="35"/>
                    <a:pt x="6682" y="33"/>
                  </a:cubicBezTo>
                  <a:cubicBezTo>
                    <a:pt x="6700" y="34"/>
                    <a:pt x="6704" y="34"/>
                    <a:pt x="6665" y="34"/>
                  </a:cubicBezTo>
                  <a:cubicBezTo>
                    <a:pt x="6669" y="36"/>
                    <a:pt x="6721" y="36"/>
                    <a:pt x="6740" y="36"/>
                  </a:cubicBezTo>
                  <a:lnTo>
                    <a:pt x="6781" y="35"/>
                  </a:lnTo>
                  <a:cubicBezTo>
                    <a:pt x="6765" y="34"/>
                    <a:pt x="6772" y="32"/>
                    <a:pt x="6806" y="32"/>
                  </a:cubicBezTo>
                  <a:lnTo>
                    <a:pt x="6808" y="31"/>
                  </a:lnTo>
                  <a:cubicBezTo>
                    <a:pt x="6752" y="31"/>
                    <a:pt x="6666" y="28"/>
                    <a:pt x="6631" y="30"/>
                  </a:cubicBezTo>
                  <a:lnTo>
                    <a:pt x="6641" y="29"/>
                  </a:lnTo>
                  <a:cubicBezTo>
                    <a:pt x="6577" y="28"/>
                    <a:pt x="6502" y="33"/>
                    <a:pt x="6472" y="29"/>
                  </a:cubicBezTo>
                  <a:cubicBezTo>
                    <a:pt x="6475" y="28"/>
                    <a:pt x="6459" y="29"/>
                    <a:pt x="6460" y="27"/>
                  </a:cubicBezTo>
                  <a:lnTo>
                    <a:pt x="6413" y="28"/>
                  </a:lnTo>
                  <a:lnTo>
                    <a:pt x="6423" y="27"/>
                  </a:lnTo>
                  <a:lnTo>
                    <a:pt x="6343" y="28"/>
                  </a:lnTo>
                  <a:lnTo>
                    <a:pt x="6345" y="27"/>
                  </a:lnTo>
                  <a:lnTo>
                    <a:pt x="6253" y="32"/>
                  </a:lnTo>
                  <a:cubicBezTo>
                    <a:pt x="6253" y="33"/>
                    <a:pt x="6255" y="33"/>
                    <a:pt x="6242" y="34"/>
                  </a:cubicBezTo>
                  <a:cubicBezTo>
                    <a:pt x="6230" y="34"/>
                    <a:pt x="6220" y="34"/>
                    <a:pt x="6211" y="34"/>
                  </a:cubicBezTo>
                  <a:cubicBezTo>
                    <a:pt x="6211" y="34"/>
                    <a:pt x="6211" y="34"/>
                    <a:pt x="6211" y="34"/>
                  </a:cubicBezTo>
                  <a:lnTo>
                    <a:pt x="6211" y="34"/>
                  </a:lnTo>
                  <a:cubicBezTo>
                    <a:pt x="6191" y="34"/>
                    <a:pt x="6178" y="32"/>
                    <a:pt x="6154" y="32"/>
                  </a:cubicBezTo>
                  <a:lnTo>
                    <a:pt x="6229" y="32"/>
                  </a:lnTo>
                  <a:cubicBezTo>
                    <a:pt x="6235" y="30"/>
                    <a:pt x="6228" y="29"/>
                    <a:pt x="6192" y="27"/>
                  </a:cubicBezTo>
                  <a:cubicBezTo>
                    <a:pt x="6207" y="27"/>
                    <a:pt x="6213" y="26"/>
                    <a:pt x="6195" y="26"/>
                  </a:cubicBezTo>
                  <a:cubicBezTo>
                    <a:pt x="6192" y="26"/>
                    <a:pt x="6146" y="27"/>
                    <a:pt x="6163" y="28"/>
                  </a:cubicBezTo>
                  <a:cubicBezTo>
                    <a:pt x="6092" y="29"/>
                    <a:pt x="5978" y="25"/>
                    <a:pt x="5870" y="28"/>
                  </a:cubicBezTo>
                  <a:cubicBezTo>
                    <a:pt x="5947" y="26"/>
                    <a:pt x="5808" y="25"/>
                    <a:pt x="5894" y="25"/>
                  </a:cubicBezTo>
                  <a:cubicBezTo>
                    <a:pt x="5834" y="22"/>
                    <a:pt x="5842" y="27"/>
                    <a:pt x="5781" y="27"/>
                  </a:cubicBezTo>
                  <a:cubicBezTo>
                    <a:pt x="5776" y="26"/>
                    <a:pt x="5814" y="27"/>
                    <a:pt x="5828" y="25"/>
                  </a:cubicBezTo>
                  <a:cubicBezTo>
                    <a:pt x="5727" y="24"/>
                    <a:pt x="5657" y="29"/>
                    <a:pt x="5558" y="29"/>
                  </a:cubicBezTo>
                  <a:lnTo>
                    <a:pt x="5554" y="27"/>
                  </a:lnTo>
                  <a:lnTo>
                    <a:pt x="5493" y="27"/>
                  </a:lnTo>
                  <a:close/>
                  <a:moveTo>
                    <a:pt x="7145" y="32"/>
                  </a:moveTo>
                  <a:lnTo>
                    <a:pt x="7145" y="32"/>
                  </a:lnTo>
                  <a:cubicBezTo>
                    <a:pt x="7151" y="32"/>
                    <a:pt x="7153" y="31"/>
                    <a:pt x="7153" y="31"/>
                  </a:cubicBezTo>
                  <a:cubicBezTo>
                    <a:pt x="7028" y="36"/>
                    <a:pt x="6926" y="37"/>
                    <a:pt x="6859" y="36"/>
                  </a:cubicBezTo>
                  <a:cubicBezTo>
                    <a:pt x="6872" y="38"/>
                    <a:pt x="6932" y="40"/>
                    <a:pt x="6961" y="41"/>
                  </a:cubicBezTo>
                  <a:lnTo>
                    <a:pt x="6936" y="43"/>
                  </a:lnTo>
                  <a:lnTo>
                    <a:pt x="6920" y="41"/>
                  </a:lnTo>
                  <a:lnTo>
                    <a:pt x="6876" y="43"/>
                  </a:lnTo>
                  <a:cubicBezTo>
                    <a:pt x="6888" y="44"/>
                    <a:pt x="6924" y="44"/>
                    <a:pt x="6947" y="45"/>
                  </a:cubicBezTo>
                  <a:lnTo>
                    <a:pt x="7046" y="41"/>
                  </a:lnTo>
                  <a:lnTo>
                    <a:pt x="6986" y="40"/>
                  </a:lnTo>
                  <a:cubicBezTo>
                    <a:pt x="7002" y="40"/>
                    <a:pt x="7082" y="40"/>
                    <a:pt x="7114" y="40"/>
                  </a:cubicBezTo>
                  <a:cubicBezTo>
                    <a:pt x="7115" y="38"/>
                    <a:pt x="7060" y="37"/>
                    <a:pt x="7053" y="39"/>
                  </a:cubicBezTo>
                  <a:cubicBezTo>
                    <a:pt x="7047" y="37"/>
                    <a:pt x="7110" y="38"/>
                    <a:pt x="7070" y="36"/>
                  </a:cubicBezTo>
                  <a:cubicBezTo>
                    <a:pt x="7117" y="34"/>
                    <a:pt x="7193" y="36"/>
                    <a:pt x="7228" y="37"/>
                  </a:cubicBezTo>
                  <a:lnTo>
                    <a:pt x="7234" y="39"/>
                  </a:lnTo>
                  <a:cubicBezTo>
                    <a:pt x="7272" y="41"/>
                    <a:pt x="7260" y="36"/>
                    <a:pt x="7305" y="38"/>
                  </a:cubicBezTo>
                  <a:cubicBezTo>
                    <a:pt x="7249" y="38"/>
                    <a:pt x="7315" y="41"/>
                    <a:pt x="7270" y="41"/>
                  </a:cubicBezTo>
                  <a:cubicBezTo>
                    <a:pt x="7284" y="42"/>
                    <a:pt x="7270" y="44"/>
                    <a:pt x="7315" y="44"/>
                  </a:cubicBezTo>
                  <a:cubicBezTo>
                    <a:pt x="7352" y="40"/>
                    <a:pt x="7362" y="46"/>
                    <a:pt x="7398" y="43"/>
                  </a:cubicBezTo>
                  <a:cubicBezTo>
                    <a:pt x="7421" y="44"/>
                    <a:pt x="7372" y="45"/>
                    <a:pt x="7418" y="46"/>
                  </a:cubicBezTo>
                  <a:cubicBezTo>
                    <a:pt x="7472" y="44"/>
                    <a:pt x="7469" y="43"/>
                    <a:pt x="7472" y="40"/>
                  </a:cubicBezTo>
                  <a:cubicBezTo>
                    <a:pt x="7422" y="39"/>
                    <a:pt x="7416" y="43"/>
                    <a:pt x="7375" y="42"/>
                  </a:cubicBezTo>
                  <a:lnTo>
                    <a:pt x="7456" y="38"/>
                  </a:lnTo>
                  <a:cubicBezTo>
                    <a:pt x="7441" y="38"/>
                    <a:pt x="7430" y="38"/>
                    <a:pt x="7421" y="38"/>
                  </a:cubicBezTo>
                  <a:cubicBezTo>
                    <a:pt x="7437" y="38"/>
                    <a:pt x="7451" y="37"/>
                    <a:pt x="7463" y="36"/>
                  </a:cubicBezTo>
                  <a:lnTo>
                    <a:pt x="7482" y="35"/>
                  </a:lnTo>
                  <a:cubicBezTo>
                    <a:pt x="7436" y="35"/>
                    <a:pt x="7395" y="35"/>
                    <a:pt x="7388" y="34"/>
                  </a:cubicBezTo>
                  <a:lnTo>
                    <a:pt x="7394" y="32"/>
                  </a:lnTo>
                  <a:cubicBezTo>
                    <a:pt x="7378" y="31"/>
                    <a:pt x="7352" y="32"/>
                    <a:pt x="7339" y="33"/>
                  </a:cubicBezTo>
                  <a:cubicBezTo>
                    <a:pt x="7299" y="33"/>
                    <a:pt x="7258" y="34"/>
                    <a:pt x="7249" y="33"/>
                  </a:cubicBezTo>
                  <a:lnTo>
                    <a:pt x="7264" y="32"/>
                  </a:lnTo>
                  <a:lnTo>
                    <a:pt x="7145" y="32"/>
                  </a:lnTo>
                  <a:close/>
                  <a:moveTo>
                    <a:pt x="7784" y="39"/>
                  </a:moveTo>
                  <a:lnTo>
                    <a:pt x="7784" y="39"/>
                  </a:lnTo>
                  <a:lnTo>
                    <a:pt x="7795" y="40"/>
                  </a:lnTo>
                  <a:lnTo>
                    <a:pt x="7764" y="41"/>
                  </a:lnTo>
                  <a:cubicBezTo>
                    <a:pt x="7709" y="41"/>
                    <a:pt x="7664" y="37"/>
                    <a:pt x="7614" y="40"/>
                  </a:cubicBezTo>
                  <a:cubicBezTo>
                    <a:pt x="7591" y="39"/>
                    <a:pt x="7578" y="37"/>
                    <a:pt x="7566" y="36"/>
                  </a:cubicBezTo>
                  <a:lnTo>
                    <a:pt x="7597" y="36"/>
                  </a:lnTo>
                  <a:cubicBezTo>
                    <a:pt x="7737" y="32"/>
                    <a:pt x="7670" y="41"/>
                    <a:pt x="7784" y="39"/>
                  </a:cubicBezTo>
                  <a:close/>
                  <a:moveTo>
                    <a:pt x="4385" y="43"/>
                  </a:moveTo>
                  <a:lnTo>
                    <a:pt x="4385" y="43"/>
                  </a:lnTo>
                  <a:cubicBezTo>
                    <a:pt x="4401" y="40"/>
                    <a:pt x="4455" y="40"/>
                    <a:pt x="4458" y="38"/>
                  </a:cubicBezTo>
                  <a:cubicBezTo>
                    <a:pt x="4462" y="37"/>
                    <a:pt x="4450" y="37"/>
                    <a:pt x="4437" y="37"/>
                  </a:cubicBezTo>
                  <a:lnTo>
                    <a:pt x="4392" y="36"/>
                  </a:lnTo>
                  <a:cubicBezTo>
                    <a:pt x="4391" y="37"/>
                    <a:pt x="4388" y="37"/>
                    <a:pt x="4383" y="37"/>
                  </a:cubicBezTo>
                  <a:cubicBezTo>
                    <a:pt x="4399" y="38"/>
                    <a:pt x="4409" y="38"/>
                    <a:pt x="4403" y="40"/>
                  </a:cubicBezTo>
                  <a:cubicBezTo>
                    <a:pt x="4362" y="37"/>
                    <a:pt x="4366" y="42"/>
                    <a:pt x="4322" y="42"/>
                  </a:cubicBezTo>
                  <a:cubicBezTo>
                    <a:pt x="4308" y="43"/>
                    <a:pt x="4371" y="43"/>
                    <a:pt x="4385" y="43"/>
                  </a:cubicBezTo>
                  <a:close/>
                  <a:moveTo>
                    <a:pt x="4129" y="37"/>
                  </a:moveTo>
                  <a:lnTo>
                    <a:pt x="4129" y="37"/>
                  </a:lnTo>
                  <a:lnTo>
                    <a:pt x="4138" y="35"/>
                  </a:lnTo>
                  <a:lnTo>
                    <a:pt x="4112" y="35"/>
                  </a:lnTo>
                  <a:cubicBezTo>
                    <a:pt x="4115" y="36"/>
                    <a:pt x="4118" y="37"/>
                    <a:pt x="4129" y="37"/>
                  </a:cubicBezTo>
                  <a:close/>
                  <a:moveTo>
                    <a:pt x="4049" y="35"/>
                  </a:moveTo>
                  <a:lnTo>
                    <a:pt x="4049" y="35"/>
                  </a:lnTo>
                  <a:lnTo>
                    <a:pt x="4053" y="35"/>
                  </a:lnTo>
                  <a:lnTo>
                    <a:pt x="4025" y="34"/>
                  </a:lnTo>
                  <a:cubicBezTo>
                    <a:pt x="4029" y="35"/>
                    <a:pt x="4036" y="35"/>
                    <a:pt x="4049" y="35"/>
                  </a:cubicBezTo>
                  <a:close/>
                  <a:moveTo>
                    <a:pt x="4812" y="35"/>
                  </a:moveTo>
                  <a:lnTo>
                    <a:pt x="4812" y="35"/>
                  </a:lnTo>
                  <a:cubicBezTo>
                    <a:pt x="4808" y="35"/>
                    <a:pt x="4804" y="35"/>
                    <a:pt x="4802" y="35"/>
                  </a:cubicBezTo>
                  <a:lnTo>
                    <a:pt x="4812" y="35"/>
                  </a:lnTo>
                  <a:close/>
                  <a:moveTo>
                    <a:pt x="4778" y="37"/>
                  </a:moveTo>
                  <a:lnTo>
                    <a:pt x="4778" y="37"/>
                  </a:lnTo>
                  <a:cubicBezTo>
                    <a:pt x="4817" y="38"/>
                    <a:pt x="4808" y="37"/>
                    <a:pt x="4814" y="36"/>
                  </a:cubicBezTo>
                  <a:lnTo>
                    <a:pt x="4773" y="36"/>
                  </a:lnTo>
                  <a:cubicBezTo>
                    <a:pt x="4778" y="36"/>
                    <a:pt x="4781" y="37"/>
                    <a:pt x="4778" y="37"/>
                  </a:cubicBezTo>
                  <a:close/>
                  <a:moveTo>
                    <a:pt x="4729" y="29"/>
                  </a:moveTo>
                  <a:lnTo>
                    <a:pt x="4729" y="29"/>
                  </a:lnTo>
                  <a:lnTo>
                    <a:pt x="4523" y="28"/>
                  </a:lnTo>
                  <a:cubicBezTo>
                    <a:pt x="4643" y="33"/>
                    <a:pt x="4728" y="36"/>
                    <a:pt x="4527" y="37"/>
                  </a:cubicBezTo>
                  <a:lnTo>
                    <a:pt x="4514" y="37"/>
                  </a:lnTo>
                  <a:cubicBezTo>
                    <a:pt x="4540" y="38"/>
                    <a:pt x="4586" y="38"/>
                    <a:pt x="4628" y="37"/>
                  </a:cubicBezTo>
                  <a:cubicBezTo>
                    <a:pt x="4662" y="35"/>
                    <a:pt x="4773" y="29"/>
                    <a:pt x="4772" y="28"/>
                  </a:cubicBezTo>
                  <a:cubicBezTo>
                    <a:pt x="4760" y="27"/>
                    <a:pt x="4742" y="28"/>
                    <a:pt x="4720" y="28"/>
                  </a:cubicBezTo>
                  <a:lnTo>
                    <a:pt x="4729" y="29"/>
                  </a:lnTo>
                  <a:close/>
                  <a:moveTo>
                    <a:pt x="348" y="40"/>
                  </a:moveTo>
                  <a:lnTo>
                    <a:pt x="348" y="40"/>
                  </a:lnTo>
                  <a:cubicBezTo>
                    <a:pt x="352" y="40"/>
                    <a:pt x="354" y="40"/>
                    <a:pt x="356" y="40"/>
                  </a:cubicBezTo>
                  <a:cubicBezTo>
                    <a:pt x="354" y="40"/>
                    <a:pt x="356" y="40"/>
                    <a:pt x="348" y="40"/>
                  </a:cubicBezTo>
                  <a:close/>
                  <a:moveTo>
                    <a:pt x="3713" y="39"/>
                  </a:moveTo>
                  <a:lnTo>
                    <a:pt x="3713" y="39"/>
                  </a:lnTo>
                  <a:lnTo>
                    <a:pt x="3699" y="40"/>
                  </a:lnTo>
                  <a:lnTo>
                    <a:pt x="3706" y="39"/>
                  </a:lnTo>
                  <a:lnTo>
                    <a:pt x="3671" y="39"/>
                  </a:lnTo>
                  <a:lnTo>
                    <a:pt x="3656" y="39"/>
                  </a:lnTo>
                  <a:cubicBezTo>
                    <a:pt x="3658" y="39"/>
                    <a:pt x="3660" y="39"/>
                    <a:pt x="3661" y="39"/>
                  </a:cubicBezTo>
                  <a:lnTo>
                    <a:pt x="3650" y="38"/>
                  </a:lnTo>
                  <a:cubicBezTo>
                    <a:pt x="3622" y="40"/>
                    <a:pt x="3552" y="42"/>
                    <a:pt x="3532" y="43"/>
                  </a:cubicBezTo>
                  <a:cubicBezTo>
                    <a:pt x="3505" y="44"/>
                    <a:pt x="3473" y="44"/>
                    <a:pt x="3452" y="44"/>
                  </a:cubicBezTo>
                  <a:cubicBezTo>
                    <a:pt x="3471" y="44"/>
                    <a:pt x="3496" y="44"/>
                    <a:pt x="3489" y="43"/>
                  </a:cubicBezTo>
                  <a:cubicBezTo>
                    <a:pt x="3450" y="42"/>
                    <a:pt x="3431" y="39"/>
                    <a:pt x="3365" y="41"/>
                  </a:cubicBezTo>
                  <a:lnTo>
                    <a:pt x="3404" y="41"/>
                  </a:lnTo>
                  <a:lnTo>
                    <a:pt x="3316" y="45"/>
                  </a:lnTo>
                  <a:cubicBezTo>
                    <a:pt x="3286" y="44"/>
                    <a:pt x="3360" y="43"/>
                    <a:pt x="3372" y="42"/>
                  </a:cubicBezTo>
                  <a:cubicBezTo>
                    <a:pt x="3304" y="44"/>
                    <a:pt x="3247" y="39"/>
                    <a:pt x="3216" y="42"/>
                  </a:cubicBezTo>
                  <a:cubicBezTo>
                    <a:pt x="3211" y="40"/>
                    <a:pt x="3204" y="37"/>
                    <a:pt x="3159" y="37"/>
                  </a:cubicBezTo>
                  <a:cubicBezTo>
                    <a:pt x="3191" y="40"/>
                    <a:pt x="3132" y="39"/>
                    <a:pt x="3159" y="41"/>
                  </a:cubicBezTo>
                  <a:cubicBezTo>
                    <a:pt x="3143" y="42"/>
                    <a:pt x="3109" y="41"/>
                    <a:pt x="3106" y="42"/>
                  </a:cubicBezTo>
                  <a:lnTo>
                    <a:pt x="3110" y="41"/>
                  </a:lnTo>
                  <a:cubicBezTo>
                    <a:pt x="3034" y="38"/>
                    <a:pt x="3009" y="43"/>
                    <a:pt x="2976" y="45"/>
                  </a:cubicBezTo>
                  <a:cubicBezTo>
                    <a:pt x="2885" y="46"/>
                    <a:pt x="2843" y="45"/>
                    <a:pt x="2768" y="45"/>
                  </a:cubicBezTo>
                  <a:cubicBezTo>
                    <a:pt x="2765" y="44"/>
                    <a:pt x="2745" y="40"/>
                    <a:pt x="2715" y="40"/>
                  </a:cubicBezTo>
                  <a:cubicBezTo>
                    <a:pt x="2701" y="42"/>
                    <a:pt x="2633" y="43"/>
                    <a:pt x="2626" y="45"/>
                  </a:cubicBezTo>
                  <a:cubicBezTo>
                    <a:pt x="2680" y="46"/>
                    <a:pt x="2670" y="43"/>
                    <a:pt x="2702" y="43"/>
                  </a:cubicBezTo>
                  <a:cubicBezTo>
                    <a:pt x="2729" y="45"/>
                    <a:pt x="2705" y="45"/>
                    <a:pt x="2741" y="46"/>
                  </a:cubicBezTo>
                  <a:cubicBezTo>
                    <a:pt x="2712" y="46"/>
                    <a:pt x="2608" y="48"/>
                    <a:pt x="2576" y="46"/>
                  </a:cubicBezTo>
                  <a:lnTo>
                    <a:pt x="2587" y="45"/>
                  </a:lnTo>
                  <a:cubicBezTo>
                    <a:pt x="2536" y="44"/>
                    <a:pt x="2526" y="39"/>
                    <a:pt x="2441" y="42"/>
                  </a:cubicBezTo>
                  <a:lnTo>
                    <a:pt x="2400" y="43"/>
                  </a:lnTo>
                  <a:cubicBezTo>
                    <a:pt x="2402" y="43"/>
                    <a:pt x="2402" y="43"/>
                    <a:pt x="2403" y="43"/>
                  </a:cubicBezTo>
                  <a:cubicBezTo>
                    <a:pt x="2336" y="43"/>
                    <a:pt x="2354" y="40"/>
                    <a:pt x="2280" y="42"/>
                  </a:cubicBezTo>
                  <a:cubicBezTo>
                    <a:pt x="2286" y="42"/>
                    <a:pt x="2283" y="42"/>
                    <a:pt x="2288" y="42"/>
                  </a:cubicBezTo>
                  <a:cubicBezTo>
                    <a:pt x="2246" y="40"/>
                    <a:pt x="2204" y="43"/>
                    <a:pt x="2172" y="44"/>
                  </a:cubicBezTo>
                  <a:cubicBezTo>
                    <a:pt x="2153" y="42"/>
                    <a:pt x="2177" y="42"/>
                    <a:pt x="2189" y="40"/>
                  </a:cubicBezTo>
                  <a:cubicBezTo>
                    <a:pt x="2115" y="40"/>
                    <a:pt x="2035" y="43"/>
                    <a:pt x="1989" y="45"/>
                  </a:cubicBezTo>
                  <a:lnTo>
                    <a:pt x="1941" y="44"/>
                  </a:lnTo>
                  <a:cubicBezTo>
                    <a:pt x="1969" y="43"/>
                    <a:pt x="2004" y="41"/>
                    <a:pt x="1995" y="40"/>
                  </a:cubicBezTo>
                  <a:cubicBezTo>
                    <a:pt x="1969" y="41"/>
                    <a:pt x="1974" y="42"/>
                    <a:pt x="1937" y="41"/>
                  </a:cubicBezTo>
                  <a:cubicBezTo>
                    <a:pt x="1943" y="40"/>
                    <a:pt x="1959" y="39"/>
                    <a:pt x="1976" y="37"/>
                  </a:cubicBezTo>
                  <a:cubicBezTo>
                    <a:pt x="1900" y="35"/>
                    <a:pt x="1959" y="42"/>
                    <a:pt x="1905" y="38"/>
                  </a:cubicBezTo>
                  <a:cubicBezTo>
                    <a:pt x="1881" y="38"/>
                    <a:pt x="1867" y="40"/>
                    <a:pt x="1865" y="41"/>
                  </a:cubicBezTo>
                  <a:lnTo>
                    <a:pt x="1821" y="39"/>
                  </a:lnTo>
                  <a:cubicBezTo>
                    <a:pt x="1816" y="41"/>
                    <a:pt x="1762" y="41"/>
                    <a:pt x="1727" y="42"/>
                  </a:cubicBezTo>
                  <a:cubicBezTo>
                    <a:pt x="1722" y="42"/>
                    <a:pt x="1755" y="44"/>
                    <a:pt x="1769" y="43"/>
                  </a:cubicBezTo>
                  <a:cubicBezTo>
                    <a:pt x="1766" y="44"/>
                    <a:pt x="1728" y="45"/>
                    <a:pt x="1704" y="45"/>
                  </a:cubicBezTo>
                  <a:cubicBezTo>
                    <a:pt x="1695" y="41"/>
                    <a:pt x="1546" y="46"/>
                    <a:pt x="1574" y="41"/>
                  </a:cubicBezTo>
                  <a:cubicBezTo>
                    <a:pt x="1466" y="42"/>
                    <a:pt x="1313" y="43"/>
                    <a:pt x="1241" y="44"/>
                  </a:cubicBezTo>
                  <a:cubicBezTo>
                    <a:pt x="1218" y="43"/>
                    <a:pt x="1170" y="43"/>
                    <a:pt x="1198" y="41"/>
                  </a:cubicBezTo>
                  <a:cubicBezTo>
                    <a:pt x="1111" y="41"/>
                    <a:pt x="1066" y="45"/>
                    <a:pt x="979" y="44"/>
                  </a:cubicBezTo>
                  <a:cubicBezTo>
                    <a:pt x="972" y="44"/>
                    <a:pt x="1018" y="44"/>
                    <a:pt x="1015" y="43"/>
                  </a:cubicBezTo>
                  <a:cubicBezTo>
                    <a:pt x="958" y="44"/>
                    <a:pt x="912" y="41"/>
                    <a:pt x="824" y="42"/>
                  </a:cubicBezTo>
                  <a:cubicBezTo>
                    <a:pt x="839" y="42"/>
                    <a:pt x="843" y="41"/>
                    <a:pt x="845" y="41"/>
                  </a:cubicBezTo>
                  <a:cubicBezTo>
                    <a:pt x="847" y="41"/>
                    <a:pt x="809" y="42"/>
                    <a:pt x="786" y="43"/>
                  </a:cubicBezTo>
                  <a:cubicBezTo>
                    <a:pt x="773" y="42"/>
                    <a:pt x="803" y="42"/>
                    <a:pt x="796" y="42"/>
                  </a:cubicBezTo>
                  <a:cubicBezTo>
                    <a:pt x="626" y="40"/>
                    <a:pt x="496" y="45"/>
                    <a:pt x="327" y="44"/>
                  </a:cubicBezTo>
                  <a:cubicBezTo>
                    <a:pt x="376" y="44"/>
                    <a:pt x="394" y="42"/>
                    <a:pt x="394" y="41"/>
                  </a:cubicBezTo>
                  <a:lnTo>
                    <a:pt x="347" y="41"/>
                  </a:lnTo>
                  <a:cubicBezTo>
                    <a:pt x="329" y="42"/>
                    <a:pt x="293" y="42"/>
                    <a:pt x="263" y="43"/>
                  </a:cubicBezTo>
                  <a:cubicBezTo>
                    <a:pt x="260" y="42"/>
                    <a:pt x="245" y="42"/>
                    <a:pt x="260" y="41"/>
                  </a:cubicBezTo>
                  <a:cubicBezTo>
                    <a:pt x="167" y="38"/>
                    <a:pt x="114" y="45"/>
                    <a:pt x="0" y="44"/>
                  </a:cubicBezTo>
                  <a:lnTo>
                    <a:pt x="138" y="39"/>
                  </a:lnTo>
                  <a:lnTo>
                    <a:pt x="104" y="37"/>
                  </a:lnTo>
                  <a:lnTo>
                    <a:pt x="165" y="35"/>
                  </a:lnTo>
                  <a:cubicBezTo>
                    <a:pt x="129" y="33"/>
                    <a:pt x="97" y="36"/>
                    <a:pt x="92" y="34"/>
                  </a:cubicBezTo>
                  <a:cubicBezTo>
                    <a:pt x="100" y="34"/>
                    <a:pt x="119" y="34"/>
                    <a:pt x="119" y="33"/>
                  </a:cubicBezTo>
                  <a:cubicBezTo>
                    <a:pt x="84" y="32"/>
                    <a:pt x="82" y="34"/>
                    <a:pt x="55" y="34"/>
                  </a:cubicBezTo>
                  <a:cubicBezTo>
                    <a:pt x="125" y="30"/>
                    <a:pt x="260" y="31"/>
                    <a:pt x="333" y="30"/>
                  </a:cubicBezTo>
                  <a:cubicBezTo>
                    <a:pt x="345" y="30"/>
                    <a:pt x="324" y="31"/>
                    <a:pt x="322" y="31"/>
                  </a:cubicBezTo>
                  <a:cubicBezTo>
                    <a:pt x="351" y="31"/>
                    <a:pt x="369" y="32"/>
                    <a:pt x="407" y="32"/>
                  </a:cubicBezTo>
                  <a:cubicBezTo>
                    <a:pt x="430" y="30"/>
                    <a:pt x="389" y="30"/>
                    <a:pt x="371" y="30"/>
                  </a:cubicBezTo>
                  <a:cubicBezTo>
                    <a:pt x="373" y="29"/>
                    <a:pt x="382" y="29"/>
                    <a:pt x="403" y="29"/>
                  </a:cubicBezTo>
                  <a:cubicBezTo>
                    <a:pt x="408" y="31"/>
                    <a:pt x="516" y="30"/>
                    <a:pt x="543" y="32"/>
                  </a:cubicBezTo>
                  <a:cubicBezTo>
                    <a:pt x="653" y="32"/>
                    <a:pt x="525" y="27"/>
                    <a:pt x="633" y="28"/>
                  </a:cubicBezTo>
                  <a:lnTo>
                    <a:pt x="665" y="30"/>
                  </a:lnTo>
                  <a:cubicBezTo>
                    <a:pt x="727" y="29"/>
                    <a:pt x="808" y="27"/>
                    <a:pt x="878" y="28"/>
                  </a:cubicBezTo>
                  <a:lnTo>
                    <a:pt x="864" y="28"/>
                  </a:lnTo>
                  <a:cubicBezTo>
                    <a:pt x="854" y="29"/>
                    <a:pt x="870" y="29"/>
                    <a:pt x="877" y="30"/>
                  </a:cubicBezTo>
                  <a:cubicBezTo>
                    <a:pt x="931" y="31"/>
                    <a:pt x="979" y="28"/>
                    <a:pt x="1011" y="30"/>
                  </a:cubicBezTo>
                  <a:cubicBezTo>
                    <a:pt x="1072" y="28"/>
                    <a:pt x="1173" y="26"/>
                    <a:pt x="1243" y="25"/>
                  </a:cubicBezTo>
                  <a:cubicBezTo>
                    <a:pt x="1262" y="28"/>
                    <a:pt x="1152" y="28"/>
                    <a:pt x="1123" y="30"/>
                  </a:cubicBezTo>
                  <a:lnTo>
                    <a:pt x="1187" y="30"/>
                  </a:lnTo>
                  <a:cubicBezTo>
                    <a:pt x="1147" y="30"/>
                    <a:pt x="1132" y="31"/>
                    <a:pt x="1108" y="32"/>
                  </a:cubicBezTo>
                  <a:cubicBezTo>
                    <a:pt x="1164" y="33"/>
                    <a:pt x="1182" y="30"/>
                    <a:pt x="1235" y="30"/>
                  </a:cubicBezTo>
                  <a:cubicBezTo>
                    <a:pt x="1231" y="30"/>
                    <a:pt x="1238" y="31"/>
                    <a:pt x="1262" y="31"/>
                  </a:cubicBezTo>
                  <a:lnTo>
                    <a:pt x="1269" y="29"/>
                  </a:lnTo>
                  <a:cubicBezTo>
                    <a:pt x="1269" y="29"/>
                    <a:pt x="1272" y="29"/>
                    <a:pt x="1280" y="29"/>
                  </a:cubicBezTo>
                  <a:lnTo>
                    <a:pt x="1373" y="28"/>
                  </a:lnTo>
                  <a:cubicBezTo>
                    <a:pt x="1353" y="27"/>
                    <a:pt x="1352" y="26"/>
                    <a:pt x="1328" y="26"/>
                  </a:cubicBezTo>
                  <a:cubicBezTo>
                    <a:pt x="1337" y="27"/>
                    <a:pt x="1316" y="27"/>
                    <a:pt x="1292" y="27"/>
                  </a:cubicBezTo>
                  <a:cubicBezTo>
                    <a:pt x="1313" y="26"/>
                    <a:pt x="1269" y="26"/>
                    <a:pt x="1269" y="25"/>
                  </a:cubicBezTo>
                  <a:cubicBezTo>
                    <a:pt x="1318" y="25"/>
                    <a:pt x="1377" y="25"/>
                    <a:pt x="1409" y="24"/>
                  </a:cubicBezTo>
                  <a:lnTo>
                    <a:pt x="1419" y="26"/>
                  </a:lnTo>
                  <a:lnTo>
                    <a:pt x="1546" y="26"/>
                  </a:lnTo>
                  <a:lnTo>
                    <a:pt x="1536" y="27"/>
                  </a:lnTo>
                  <a:cubicBezTo>
                    <a:pt x="1591" y="27"/>
                    <a:pt x="1646" y="26"/>
                    <a:pt x="1695" y="28"/>
                  </a:cubicBezTo>
                  <a:cubicBezTo>
                    <a:pt x="1745" y="26"/>
                    <a:pt x="1807" y="24"/>
                    <a:pt x="1848" y="22"/>
                  </a:cubicBezTo>
                  <a:cubicBezTo>
                    <a:pt x="1869" y="20"/>
                    <a:pt x="1993" y="25"/>
                    <a:pt x="2049" y="21"/>
                  </a:cubicBezTo>
                  <a:cubicBezTo>
                    <a:pt x="2052" y="22"/>
                    <a:pt x="2010" y="23"/>
                    <a:pt x="1991" y="24"/>
                  </a:cubicBezTo>
                  <a:cubicBezTo>
                    <a:pt x="2028" y="24"/>
                    <a:pt x="2058" y="22"/>
                    <a:pt x="2070" y="24"/>
                  </a:cubicBezTo>
                  <a:cubicBezTo>
                    <a:pt x="1986" y="23"/>
                    <a:pt x="2074" y="26"/>
                    <a:pt x="2037" y="27"/>
                  </a:cubicBezTo>
                  <a:cubicBezTo>
                    <a:pt x="2076" y="27"/>
                    <a:pt x="2117" y="26"/>
                    <a:pt x="2136" y="25"/>
                  </a:cubicBezTo>
                  <a:cubicBezTo>
                    <a:pt x="2073" y="25"/>
                    <a:pt x="2158" y="22"/>
                    <a:pt x="2094" y="23"/>
                  </a:cubicBezTo>
                  <a:cubicBezTo>
                    <a:pt x="2144" y="21"/>
                    <a:pt x="2211" y="20"/>
                    <a:pt x="2270" y="21"/>
                  </a:cubicBezTo>
                  <a:cubicBezTo>
                    <a:pt x="2270" y="22"/>
                    <a:pt x="2277" y="22"/>
                    <a:pt x="2299" y="23"/>
                  </a:cubicBezTo>
                  <a:lnTo>
                    <a:pt x="2317" y="21"/>
                  </a:lnTo>
                  <a:cubicBezTo>
                    <a:pt x="2344" y="21"/>
                    <a:pt x="2263" y="23"/>
                    <a:pt x="2319" y="23"/>
                  </a:cubicBezTo>
                  <a:cubicBezTo>
                    <a:pt x="2376" y="21"/>
                    <a:pt x="2491" y="25"/>
                    <a:pt x="2516" y="20"/>
                  </a:cubicBezTo>
                  <a:cubicBezTo>
                    <a:pt x="2560" y="22"/>
                    <a:pt x="2433" y="22"/>
                    <a:pt x="2499" y="24"/>
                  </a:cubicBezTo>
                  <a:cubicBezTo>
                    <a:pt x="2461" y="26"/>
                    <a:pt x="2408" y="24"/>
                    <a:pt x="2396" y="26"/>
                  </a:cubicBezTo>
                  <a:cubicBezTo>
                    <a:pt x="2433" y="26"/>
                    <a:pt x="2409" y="28"/>
                    <a:pt x="2433" y="28"/>
                  </a:cubicBezTo>
                  <a:lnTo>
                    <a:pt x="2475" y="27"/>
                  </a:lnTo>
                  <a:lnTo>
                    <a:pt x="2466" y="27"/>
                  </a:lnTo>
                  <a:cubicBezTo>
                    <a:pt x="2536" y="24"/>
                    <a:pt x="2647" y="25"/>
                    <a:pt x="2737" y="25"/>
                  </a:cubicBezTo>
                  <a:cubicBezTo>
                    <a:pt x="2812" y="22"/>
                    <a:pt x="2865" y="19"/>
                    <a:pt x="2956" y="19"/>
                  </a:cubicBezTo>
                  <a:cubicBezTo>
                    <a:pt x="2929" y="20"/>
                    <a:pt x="3031" y="20"/>
                    <a:pt x="2974" y="23"/>
                  </a:cubicBezTo>
                  <a:cubicBezTo>
                    <a:pt x="3016" y="24"/>
                    <a:pt x="3058" y="22"/>
                    <a:pt x="3058" y="21"/>
                  </a:cubicBezTo>
                  <a:cubicBezTo>
                    <a:pt x="3021" y="21"/>
                    <a:pt x="3045" y="21"/>
                    <a:pt x="3014" y="21"/>
                  </a:cubicBezTo>
                  <a:cubicBezTo>
                    <a:pt x="3035" y="19"/>
                    <a:pt x="3084" y="19"/>
                    <a:pt x="3104" y="20"/>
                  </a:cubicBezTo>
                  <a:cubicBezTo>
                    <a:pt x="3094" y="20"/>
                    <a:pt x="3098" y="20"/>
                    <a:pt x="3096" y="21"/>
                  </a:cubicBezTo>
                  <a:cubicBezTo>
                    <a:pt x="3140" y="21"/>
                    <a:pt x="3117" y="19"/>
                    <a:pt x="3149" y="19"/>
                  </a:cubicBezTo>
                  <a:cubicBezTo>
                    <a:pt x="3159" y="20"/>
                    <a:pt x="3220" y="19"/>
                    <a:pt x="3249" y="20"/>
                  </a:cubicBezTo>
                  <a:lnTo>
                    <a:pt x="3291" y="17"/>
                  </a:lnTo>
                  <a:cubicBezTo>
                    <a:pt x="3268" y="19"/>
                    <a:pt x="3332" y="18"/>
                    <a:pt x="3338" y="19"/>
                  </a:cubicBezTo>
                  <a:cubicBezTo>
                    <a:pt x="3369" y="18"/>
                    <a:pt x="3394" y="16"/>
                    <a:pt x="3440" y="16"/>
                  </a:cubicBezTo>
                  <a:cubicBezTo>
                    <a:pt x="3421" y="17"/>
                    <a:pt x="3483" y="17"/>
                    <a:pt x="3483" y="19"/>
                  </a:cubicBezTo>
                  <a:cubicBezTo>
                    <a:pt x="3562" y="21"/>
                    <a:pt x="3614" y="14"/>
                    <a:pt x="3689" y="17"/>
                  </a:cubicBezTo>
                  <a:cubicBezTo>
                    <a:pt x="3687" y="17"/>
                    <a:pt x="3672" y="18"/>
                    <a:pt x="3694" y="19"/>
                  </a:cubicBezTo>
                  <a:cubicBezTo>
                    <a:pt x="3711" y="18"/>
                    <a:pt x="3741" y="18"/>
                    <a:pt x="3760" y="18"/>
                  </a:cubicBezTo>
                  <a:lnTo>
                    <a:pt x="3759" y="18"/>
                  </a:lnTo>
                  <a:lnTo>
                    <a:pt x="3760" y="18"/>
                  </a:lnTo>
                  <a:cubicBezTo>
                    <a:pt x="3769" y="18"/>
                    <a:pt x="3775" y="18"/>
                    <a:pt x="3775" y="17"/>
                  </a:cubicBezTo>
                  <a:cubicBezTo>
                    <a:pt x="3807" y="15"/>
                    <a:pt x="3823" y="14"/>
                    <a:pt x="3885" y="12"/>
                  </a:cubicBezTo>
                  <a:cubicBezTo>
                    <a:pt x="3881" y="10"/>
                    <a:pt x="3828" y="11"/>
                    <a:pt x="3805" y="12"/>
                  </a:cubicBezTo>
                  <a:lnTo>
                    <a:pt x="3786" y="14"/>
                  </a:lnTo>
                  <a:cubicBezTo>
                    <a:pt x="3767" y="11"/>
                    <a:pt x="3730" y="14"/>
                    <a:pt x="3715" y="13"/>
                  </a:cubicBezTo>
                  <a:cubicBezTo>
                    <a:pt x="3753" y="10"/>
                    <a:pt x="3860" y="11"/>
                    <a:pt x="3924" y="8"/>
                  </a:cubicBezTo>
                  <a:cubicBezTo>
                    <a:pt x="3885" y="6"/>
                    <a:pt x="3800" y="5"/>
                    <a:pt x="3725" y="6"/>
                  </a:cubicBezTo>
                  <a:lnTo>
                    <a:pt x="3758" y="7"/>
                  </a:lnTo>
                  <a:lnTo>
                    <a:pt x="3719" y="7"/>
                  </a:lnTo>
                  <a:lnTo>
                    <a:pt x="3757" y="9"/>
                  </a:lnTo>
                  <a:lnTo>
                    <a:pt x="3654" y="9"/>
                  </a:lnTo>
                  <a:cubicBezTo>
                    <a:pt x="3693" y="9"/>
                    <a:pt x="3709" y="12"/>
                    <a:pt x="3687" y="11"/>
                  </a:cubicBezTo>
                  <a:cubicBezTo>
                    <a:pt x="3643" y="10"/>
                    <a:pt x="3641" y="13"/>
                    <a:pt x="3608" y="13"/>
                  </a:cubicBezTo>
                  <a:cubicBezTo>
                    <a:pt x="3626" y="13"/>
                    <a:pt x="3650" y="13"/>
                    <a:pt x="3635" y="14"/>
                  </a:cubicBezTo>
                  <a:cubicBezTo>
                    <a:pt x="3569" y="12"/>
                    <a:pt x="3551" y="13"/>
                    <a:pt x="3492" y="11"/>
                  </a:cubicBezTo>
                  <a:cubicBezTo>
                    <a:pt x="3499" y="14"/>
                    <a:pt x="3417" y="11"/>
                    <a:pt x="3408" y="14"/>
                  </a:cubicBezTo>
                  <a:lnTo>
                    <a:pt x="3436" y="14"/>
                  </a:lnTo>
                  <a:lnTo>
                    <a:pt x="3377" y="16"/>
                  </a:lnTo>
                  <a:cubicBezTo>
                    <a:pt x="3323" y="14"/>
                    <a:pt x="3425" y="14"/>
                    <a:pt x="3343" y="12"/>
                  </a:cubicBezTo>
                  <a:cubicBezTo>
                    <a:pt x="3266" y="12"/>
                    <a:pt x="3268" y="15"/>
                    <a:pt x="3208" y="15"/>
                  </a:cubicBezTo>
                  <a:cubicBezTo>
                    <a:pt x="3228" y="14"/>
                    <a:pt x="3276" y="12"/>
                    <a:pt x="3324" y="12"/>
                  </a:cubicBezTo>
                  <a:lnTo>
                    <a:pt x="3295" y="11"/>
                  </a:lnTo>
                  <a:cubicBezTo>
                    <a:pt x="3310" y="10"/>
                    <a:pt x="3377" y="10"/>
                    <a:pt x="3410" y="10"/>
                  </a:cubicBezTo>
                  <a:cubicBezTo>
                    <a:pt x="3355" y="12"/>
                    <a:pt x="3436" y="11"/>
                    <a:pt x="3461" y="12"/>
                  </a:cubicBezTo>
                  <a:cubicBezTo>
                    <a:pt x="3466" y="10"/>
                    <a:pt x="3431" y="11"/>
                    <a:pt x="3472" y="9"/>
                  </a:cubicBezTo>
                  <a:cubicBezTo>
                    <a:pt x="3433" y="9"/>
                    <a:pt x="3427" y="9"/>
                    <a:pt x="3378" y="9"/>
                  </a:cubicBezTo>
                  <a:cubicBezTo>
                    <a:pt x="3485" y="9"/>
                    <a:pt x="3474" y="3"/>
                    <a:pt x="3568" y="4"/>
                  </a:cubicBezTo>
                  <a:cubicBezTo>
                    <a:pt x="3525" y="4"/>
                    <a:pt x="3584" y="6"/>
                    <a:pt x="3589" y="7"/>
                  </a:cubicBezTo>
                  <a:lnTo>
                    <a:pt x="3667" y="6"/>
                  </a:lnTo>
                  <a:lnTo>
                    <a:pt x="3652" y="4"/>
                  </a:lnTo>
                  <a:cubicBezTo>
                    <a:pt x="3707" y="3"/>
                    <a:pt x="3726" y="8"/>
                    <a:pt x="3789" y="5"/>
                  </a:cubicBezTo>
                  <a:cubicBezTo>
                    <a:pt x="3797" y="4"/>
                    <a:pt x="3733" y="4"/>
                    <a:pt x="3745" y="4"/>
                  </a:cubicBezTo>
                  <a:cubicBezTo>
                    <a:pt x="3831" y="3"/>
                    <a:pt x="3862" y="6"/>
                    <a:pt x="3939" y="8"/>
                  </a:cubicBezTo>
                  <a:cubicBezTo>
                    <a:pt x="3944" y="7"/>
                    <a:pt x="3943" y="6"/>
                    <a:pt x="3970" y="4"/>
                  </a:cubicBezTo>
                  <a:cubicBezTo>
                    <a:pt x="3961" y="6"/>
                    <a:pt x="3981" y="7"/>
                    <a:pt x="3951" y="8"/>
                  </a:cubicBezTo>
                  <a:cubicBezTo>
                    <a:pt x="3976" y="8"/>
                    <a:pt x="4007" y="7"/>
                    <a:pt x="4029" y="7"/>
                  </a:cubicBezTo>
                  <a:cubicBezTo>
                    <a:pt x="3976" y="6"/>
                    <a:pt x="4051" y="4"/>
                    <a:pt x="4061" y="4"/>
                  </a:cubicBezTo>
                  <a:cubicBezTo>
                    <a:pt x="4089" y="4"/>
                    <a:pt x="4053" y="5"/>
                    <a:pt x="4036" y="5"/>
                  </a:cubicBezTo>
                  <a:cubicBezTo>
                    <a:pt x="4058" y="6"/>
                    <a:pt x="4084" y="8"/>
                    <a:pt x="4097" y="6"/>
                  </a:cubicBezTo>
                  <a:cubicBezTo>
                    <a:pt x="4098" y="7"/>
                    <a:pt x="4035" y="10"/>
                    <a:pt x="3994" y="11"/>
                  </a:cubicBezTo>
                  <a:lnTo>
                    <a:pt x="4021" y="11"/>
                  </a:lnTo>
                  <a:cubicBezTo>
                    <a:pt x="4002" y="12"/>
                    <a:pt x="3999" y="12"/>
                    <a:pt x="3971" y="11"/>
                  </a:cubicBezTo>
                  <a:cubicBezTo>
                    <a:pt x="3998" y="13"/>
                    <a:pt x="3995" y="14"/>
                    <a:pt x="3989" y="15"/>
                  </a:cubicBezTo>
                  <a:cubicBezTo>
                    <a:pt x="3986" y="15"/>
                    <a:pt x="3991" y="15"/>
                    <a:pt x="3988" y="15"/>
                  </a:cubicBezTo>
                  <a:cubicBezTo>
                    <a:pt x="3966" y="14"/>
                    <a:pt x="3949" y="15"/>
                    <a:pt x="3954" y="16"/>
                  </a:cubicBezTo>
                  <a:cubicBezTo>
                    <a:pt x="3934" y="18"/>
                    <a:pt x="3985" y="17"/>
                    <a:pt x="4000" y="18"/>
                  </a:cubicBezTo>
                  <a:lnTo>
                    <a:pt x="4033" y="18"/>
                  </a:lnTo>
                  <a:lnTo>
                    <a:pt x="4149" y="10"/>
                  </a:lnTo>
                  <a:cubicBezTo>
                    <a:pt x="4198" y="9"/>
                    <a:pt x="4220" y="11"/>
                    <a:pt x="4257" y="12"/>
                  </a:cubicBezTo>
                  <a:lnTo>
                    <a:pt x="4267" y="10"/>
                  </a:lnTo>
                  <a:cubicBezTo>
                    <a:pt x="4310" y="10"/>
                    <a:pt x="4351" y="11"/>
                    <a:pt x="4323" y="13"/>
                  </a:cubicBezTo>
                  <a:cubicBezTo>
                    <a:pt x="4322" y="13"/>
                    <a:pt x="4316" y="13"/>
                    <a:pt x="4307" y="13"/>
                  </a:cubicBezTo>
                  <a:cubicBezTo>
                    <a:pt x="4305" y="13"/>
                    <a:pt x="4303" y="13"/>
                    <a:pt x="4301" y="13"/>
                  </a:cubicBezTo>
                  <a:lnTo>
                    <a:pt x="4298" y="14"/>
                  </a:lnTo>
                  <a:lnTo>
                    <a:pt x="4376" y="12"/>
                  </a:lnTo>
                  <a:cubicBezTo>
                    <a:pt x="4298" y="15"/>
                    <a:pt x="4372" y="16"/>
                    <a:pt x="4359" y="19"/>
                  </a:cubicBezTo>
                  <a:lnTo>
                    <a:pt x="4438" y="18"/>
                  </a:lnTo>
                  <a:cubicBezTo>
                    <a:pt x="4390" y="17"/>
                    <a:pt x="4437" y="16"/>
                    <a:pt x="4454" y="16"/>
                  </a:cubicBezTo>
                  <a:cubicBezTo>
                    <a:pt x="4458" y="18"/>
                    <a:pt x="4517" y="16"/>
                    <a:pt x="4545" y="16"/>
                  </a:cubicBezTo>
                  <a:lnTo>
                    <a:pt x="4543" y="16"/>
                  </a:lnTo>
                  <a:cubicBezTo>
                    <a:pt x="4568" y="17"/>
                    <a:pt x="4613" y="17"/>
                    <a:pt x="4645" y="16"/>
                  </a:cubicBezTo>
                  <a:cubicBezTo>
                    <a:pt x="4643" y="16"/>
                    <a:pt x="4684" y="12"/>
                    <a:pt x="4704" y="10"/>
                  </a:cubicBezTo>
                  <a:cubicBezTo>
                    <a:pt x="4649" y="10"/>
                    <a:pt x="4682" y="9"/>
                    <a:pt x="4677" y="8"/>
                  </a:cubicBezTo>
                  <a:cubicBezTo>
                    <a:pt x="4683" y="8"/>
                    <a:pt x="4693" y="8"/>
                    <a:pt x="4694" y="8"/>
                  </a:cubicBezTo>
                  <a:cubicBezTo>
                    <a:pt x="4702" y="7"/>
                    <a:pt x="4684" y="7"/>
                    <a:pt x="4682" y="6"/>
                  </a:cubicBezTo>
                  <a:cubicBezTo>
                    <a:pt x="4624" y="7"/>
                    <a:pt x="4564" y="8"/>
                    <a:pt x="4541" y="10"/>
                  </a:cubicBezTo>
                  <a:cubicBezTo>
                    <a:pt x="4558" y="12"/>
                    <a:pt x="4571" y="9"/>
                    <a:pt x="4591" y="10"/>
                  </a:cubicBezTo>
                  <a:cubicBezTo>
                    <a:pt x="4562" y="12"/>
                    <a:pt x="4525" y="11"/>
                    <a:pt x="4477" y="11"/>
                  </a:cubicBezTo>
                  <a:lnTo>
                    <a:pt x="4461" y="10"/>
                  </a:lnTo>
                  <a:lnTo>
                    <a:pt x="4412" y="11"/>
                  </a:lnTo>
                  <a:cubicBezTo>
                    <a:pt x="4432" y="10"/>
                    <a:pt x="4420" y="8"/>
                    <a:pt x="4471" y="8"/>
                  </a:cubicBezTo>
                  <a:cubicBezTo>
                    <a:pt x="4465" y="6"/>
                    <a:pt x="4421" y="8"/>
                    <a:pt x="4389" y="8"/>
                  </a:cubicBezTo>
                  <a:lnTo>
                    <a:pt x="4373" y="10"/>
                  </a:lnTo>
                  <a:cubicBezTo>
                    <a:pt x="4380" y="9"/>
                    <a:pt x="4313" y="9"/>
                    <a:pt x="4360" y="7"/>
                  </a:cubicBezTo>
                  <a:lnTo>
                    <a:pt x="4438" y="5"/>
                  </a:lnTo>
                  <a:lnTo>
                    <a:pt x="4416" y="4"/>
                  </a:lnTo>
                  <a:lnTo>
                    <a:pt x="4481" y="4"/>
                  </a:lnTo>
                  <a:lnTo>
                    <a:pt x="4466" y="4"/>
                  </a:lnTo>
                  <a:cubicBezTo>
                    <a:pt x="4571" y="4"/>
                    <a:pt x="4497" y="8"/>
                    <a:pt x="4603" y="6"/>
                  </a:cubicBezTo>
                  <a:cubicBezTo>
                    <a:pt x="4636" y="4"/>
                    <a:pt x="4671" y="4"/>
                    <a:pt x="4736" y="4"/>
                  </a:cubicBezTo>
                  <a:cubicBezTo>
                    <a:pt x="4689" y="4"/>
                    <a:pt x="4731" y="5"/>
                    <a:pt x="4714" y="7"/>
                  </a:cubicBezTo>
                  <a:cubicBezTo>
                    <a:pt x="4761" y="8"/>
                    <a:pt x="4777" y="6"/>
                    <a:pt x="4802" y="4"/>
                  </a:cubicBezTo>
                  <a:cubicBezTo>
                    <a:pt x="4814" y="6"/>
                    <a:pt x="4823" y="7"/>
                    <a:pt x="4780" y="7"/>
                  </a:cubicBezTo>
                  <a:cubicBezTo>
                    <a:pt x="4775" y="10"/>
                    <a:pt x="4837" y="6"/>
                    <a:pt x="4840" y="9"/>
                  </a:cubicBezTo>
                  <a:cubicBezTo>
                    <a:pt x="4982" y="9"/>
                    <a:pt x="4954" y="0"/>
                    <a:pt x="5119" y="4"/>
                  </a:cubicBezTo>
                  <a:lnTo>
                    <a:pt x="5113" y="4"/>
                  </a:lnTo>
                  <a:cubicBezTo>
                    <a:pt x="5218" y="4"/>
                    <a:pt x="5279" y="4"/>
                    <a:pt x="5376" y="4"/>
                  </a:cubicBezTo>
                  <a:lnTo>
                    <a:pt x="5452" y="6"/>
                  </a:lnTo>
                  <a:cubicBezTo>
                    <a:pt x="5435" y="6"/>
                    <a:pt x="5389" y="9"/>
                    <a:pt x="5411" y="10"/>
                  </a:cubicBezTo>
                  <a:cubicBezTo>
                    <a:pt x="5373" y="7"/>
                    <a:pt x="5334" y="8"/>
                    <a:pt x="5294" y="7"/>
                  </a:cubicBezTo>
                  <a:cubicBezTo>
                    <a:pt x="5290" y="7"/>
                    <a:pt x="5306" y="8"/>
                    <a:pt x="5313" y="9"/>
                  </a:cubicBezTo>
                  <a:cubicBezTo>
                    <a:pt x="5289" y="9"/>
                    <a:pt x="5277" y="7"/>
                    <a:pt x="5245" y="8"/>
                  </a:cubicBezTo>
                  <a:cubicBezTo>
                    <a:pt x="5246" y="8"/>
                    <a:pt x="5281" y="9"/>
                    <a:pt x="5255" y="9"/>
                  </a:cubicBezTo>
                  <a:lnTo>
                    <a:pt x="5211" y="8"/>
                  </a:lnTo>
                  <a:cubicBezTo>
                    <a:pt x="5153" y="9"/>
                    <a:pt x="5183" y="12"/>
                    <a:pt x="5114" y="11"/>
                  </a:cubicBezTo>
                  <a:cubicBezTo>
                    <a:pt x="5127" y="10"/>
                    <a:pt x="5153" y="7"/>
                    <a:pt x="5180" y="7"/>
                  </a:cubicBezTo>
                  <a:cubicBezTo>
                    <a:pt x="5148" y="6"/>
                    <a:pt x="5221" y="6"/>
                    <a:pt x="5193" y="5"/>
                  </a:cubicBezTo>
                  <a:cubicBezTo>
                    <a:pt x="5148" y="7"/>
                    <a:pt x="5126" y="5"/>
                    <a:pt x="5066" y="7"/>
                  </a:cubicBezTo>
                  <a:cubicBezTo>
                    <a:pt x="5073" y="7"/>
                    <a:pt x="5075" y="6"/>
                    <a:pt x="5090" y="6"/>
                  </a:cubicBezTo>
                  <a:lnTo>
                    <a:pt x="5003" y="5"/>
                  </a:lnTo>
                  <a:cubicBezTo>
                    <a:pt x="5024" y="6"/>
                    <a:pt x="4931" y="7"/>
                    <a:pt x="4939" y="9"/>
                  </a:cubicBezTo>
                  <a:cubicBezTo>
                    <a:pt x="5032" y="10"/>
                    <a:pt x="5005" y="8"/>
                    <a:pt x="5110" y="9"/>
                  </a:cubicBezTo>
                  <a:cubicBezTo>
                    <a:pt x="5080" y="10"/>
                    <a:pt x="5042" y="12"/>
                    <a:pt x="5024" y="14"/>
                  </a:cubicBezTo>
                  <a:cubicBezTo>
                    <a:pt x="5023" y="14"/>
                    <a:pt x="5021" y="14"/>
                    <a:pt x="5018" y="14"/>
                  </a:cubicBezTo>
                  <a:cubicBezTo>
                    <a:pt x="5002" y="16"/>
                    <a:pt x="5018" y="17"/>
                    <a:pt x="5018" y="21"/>
                  </a:cubicBezTo>
                  <a:cubicBezTo>
                    <a:pt x="5066" y="18"/>
                    <a:pt x="5098" y="20"/>
                    <a:pt x="5155" y="19"/>
                  </a:cubicBezTo>
                  <a:cubicBezTo>
                    <a:pt x="5166" y="16"/>
                    <a:pt x="5122" y="16"/>
                    <a:pt x="5094" y="16"/>
                  </a:cubicBezTo>
                  <a:lnTo>
                    <a:pt x="5144" y="15"/>
                  </a:lnTo>
                  <a:lnTo>
                    <a:pt x="5134" y="16"/>
                  </a:lnTo>
                  <a:lnTo>
                    <a:pt x="5261" y="17"/>
                  </a:lnTo>
                  <a:cubicBezTo>
                    <a:pt x="5237" y="17"/>
                    <a:pt x="5229" y="18"/>
                    <a:pt x="5216" y="19"/>
                  </a:cubicBezTo>
                  <a:cubicBezTo>
                    <a:pt x="5233" y="19"/>
                    <a:pt x="5249" y="19"/>
                    <a:pt x="5266" y="20"/>
                  </a:cubicBezTo>
                  <a:cubicBezTo>
                    <a:pt x="5262" y="18"/>
                    <a:pt x="5265" y="17"/>
                    <a:pt x="5281" y="17"/>
                  </a:cubicBezTo>
                  <a:cubicBezTo>
                    <a:pt x="5362" y="17"/>
                    <a:pt x="5408" y="19"/>
                    <a:pt x="5438" y="21"/>
                  </a:cubicBezTo>
                  <a:lnTo>
                    <a:pt x="5447" y="21"/>
                  </a:lnTo>
                  <a:cubicBezTo>
                    <a:pt x="5434" y="19"/>
                    <a:pt x="5505" y="17"/>
                    <a:pt x="5531" y="15"/>
                  </a:cubicBezTo>
                  <a:cubicBezTo>
                    <a:pt x="5530" y="17"/>
                    <a:pt x="5573" y="16"/>
                    <a:pt x="5596" y="17"/>
                  </a:cubicBezTo>
                  <a:cubicBezTo>
                    <a:pt x="5609" y="15"/>
                    <a:pt x="5592" y="12"/>
                    <a:pt x="5564" y="10"/>
                  </a:cubicBezTo>
                  <a:cubicBezTo>
                    <a:pt x="5508" y="12"/>
                    <a:pt x="5533" y="12"/>
                    <a:pt x="5507" y="15"/>
                  </a:cubicBezTo>
                  <a:lnTo>
                    <a:pt x="5418" y="17"/>
                  </a:lnTo>
                  <a:lnTo>
                    <a:pt x="5438" y="15"/>
                  </a:lnTo>
                  <a:cubicBezTo>
                    <a:pt x="5394" y="15"/>
                    <a:pt x="5351" y="17"/>
                    <a:pt x="5354" y="15"/>
                  </a:cubicBezTo>
                  <a:cubicBezTo>
                    <a:pt x="5378" y="13"/>
                    <a:pt x="5416" y="14"/>
                    <a:pt x="5439" y="12"/>
                  </a:cubicBezTo>
                  <a:lnTo>
                    <a:pt x="5410" y="11"/>
                  </a:lnTo>
                  <a:cubicBezTo>
                    <a:pt x="5462" y="9"/>
                    <a:pt x="5437" y="14"/>
                    <a:pt x="5499" y="12"/>
                  </a:cubicBezTo>
                  <a:cubicBezTo>
                    <a:pt x="5476" y="10"/>
                    <a:pt x="5505" y="12"/>
                    <a:pt x="5532" y="10"/>
                  </a:cubicBezTo>
                  <a:cubicBezTo>
                    <a:pt x="5510" y="9"/>
                    <a:pt x="5422" y="11"/>
                    <a:pt x="5440" y="7"/>
                  </a:cubicBezTo>
                  <a:cubicBezTo>
                    <a:pt x="5473" y="6"/>
                    <a:pt x="5550" y="12"/>
                    <a:pt x="5593" y="8"/>
                  </a:cubicBezTo>
                  <a:lnTo>
                    <a:pt x="5590" y="8"/>
                  </a:lnTo>
                  <a:cubicBezTo>
                    <a:pt x="5654" y="9"/>
                    <a:pt x="5676" y="7"/>
                    <a:pt x="5700" y="5"/>
                  </a:cubicBezTo>
                  <a:cubicBezTo>
                    <a:pt x="5727" y="7"/>
                    <a:pt x="5764" y="5"/>
                    <a:pt x="5793" y="5"/>
                  </a:cubicBezTo>
                  <a:lnTo>
                    <a:pt x="5793" y="6"/>
                  </a:lnTo>
                  <a:lnTo>
                    <a:pt x="5834" y="5"/>
                  </a:lnTo>
                  <a:cubicBezTo>
                    <a:pt x="5814" y="7"/>
                    <a:pt x="5786" y="5"/>
                    <a:pt x="5750" y="6"/>
                  </a:cubicBezTo>
                  <a:lnTo>
                    <a:pt x="5755" y="8"/>
                  </a:lnTo>
                  <a:cubicBezTo>
                    <a:pt x="5714" y="5"/>
                    <a:pt x="5686" y="9"/>
                    <a:pt x="5655" y="10"/>
                  </a:cubicBezTo>
                  <a:cubicBezTo>
                    <a:pt x="5701" y="9"/>
                    <a:pt x="5785" y="11"/>
                    <a:pt x="5796" y="7"/>
                  </a:cubicBezTo>
                  <a:lnTo>
                    <a:pt x="5824" y="9"/>
                  </a:lnTo>
                  <a:lnTo>
                    <a:pt x="5838" y="8"/>
                  </a:lnTo>
                  <a:cubicBezTo>
                    <a:pt x="5859" y="10"/>
                    <a:pt x="5838" y="12"/>
                    <a:pt x="5796" y="13"/>
                  </a:cubicBezTo>
                  <a:cubicBezTo>
                    <a:pt x="5789" y="12"/>
                    <a:pt x="5786" y="12"/>
                    <a:pt x="5788" y="11"/>
                  </a:cubicBezTo>
                  <a:cubicBezTo>
                    <a:pt x="5769" y="12"/>
                    <a:pt x="5751" y="14"/>
                    <a:pt x="5705" y="13"/>
                  </a:cubicBezTo>
                  <a:lnTo>
                    <a:pt x="5730" y="12"/>
                  </a:lnTo>
                  <a:cubicBezTo>
                    <a:pt x="5672" y="12"/>
                    <a:pt x="5619" y="13"/>
                    <a:pt x="5600" y="15"/>
                  </a:cubicBezTo>
                  <a:cubicBezTo>
                    <a:pt x="5683" y="16"/>
                    <a:pt x="5765" y="16"/>
                    <a:pt x="5843" y="16"/>
                  </a:cubicBezTo>
                  <a:cubicBezTo>
                    <a:pt x="5866" y="11"/>
                    <a:pt x="5893" y="9"/>
                    <a:pt x="5905" y="5"/>
                  </a:cubicBezTo>
                  <a:cubicBezTo>
                    <a:pt x="5957" y="4"/>
                    <a:pt x="6029" y="4"/>
                    <a:pt x="6074" y="5"/>
                  </a:cubicBezTo>
                  <a:lnTo>
                    <a:pt x="6070" y="6"/>
                  </a:lnTo>
                  <a:cubicBezTo>
                    <a:pt x="6092" y="6"/>
                    <a:pt x="6113" y="6"/>
                    <a:pt x="6130" y="6"/>
                  </a:cubicBezTo>
                  <a:cubicBezTo>
                    <a:pt x="6153" y="7"/>
                    <a:pt x="6114" y="8"/>
                    <a:pt x="6130" y="8"/>
                  </a:cubicBezTo>
                  <a:lnTo>
                    <a:pt x="6205" y="7"/>
                  </a:lnTo>
                  <a:cubicBezTo>
                    <a:pt x="6201" y="9"/>
                    <a:pt x="6137" y="9"/>
                    <a:pt x="6107" y="9"/>
                  </a:cubicBezTo>
                  <a:cubicBezTo>
                    <a:pt x="6113" y="9"/>
                    <a:pt x="6124" y="8"/>
                    <a:pt x="6121" y="8"/>
                  </a:cubicBezTo>
                  <a:cubicBezTo>
                    <a:pt x="6086" y="7"/>
                    <a:pt x="6021" y="11"/>
                    <a:pt x="6006" y="8"/>
                  </a:cubicBezTo>
                  <a:cubicBezTo>
                    <a:pt x="5989" y="8"/>
                    <a:pt x="6040" y="6"/>
                    <a:pt x="5983" y="6"/>
                  </a:cubicBezTo>
                  <a:cubicBezTo>
                    <a:pt x="5944" y="5"/>
                    <a:pt x="5931" y="7"/>
                    <a:pt x="5927" y="8"/>
                  </a:cubicBezTo>
                  <a:cubicBezTo>
                    <a:pt x="5927" y="9"/>
                    <a:pt x="5988" y="9"/>
                    <a:pt x="5967" y="11"/>
                  </a:cubicBezTo>
                  <a:cubicBezTo>
                    <a:pt x="5997" y="11"/>
                    <a:pt x="6009" y="9"/>
                    <a:pt x="6047" y="10"/>
                  </a:cubicBezTo>
                  <a:cubicBezTo>
                    <a:pt x="6017" y="10"/>
                    <a:pt x="5977" y="12"/>
                    <a:pt x="5961" y="11"/>
                  </a:cubicBezTo>
                  <a:cubicBezTo>
                    <a:pt x="5902" y="13"/>
                    <a:pt x="5911" y="18"/>
                    <a:pt x="5938" y="18"/>
                  </a:cubicBezTo>
                  <a:cubicBezTo>
                    <a:pt x="5932" y="16"/>
                    <a:pt x="6046" y="16"/>
                    <a:pt x="5969" y="14"/>
                  </a:cubicBezTo>
                  <a:cubicBezTo>
                    <a:pt x="6003" y="12"/>
                    <a:pt x="6067" y="12"/>
                    <a:pt x="6112" y="11"/>
                  </a:cubicBezTo>
                  <a:lnTo>
                    <a:pt x="6110" y="11"/>
                  </a:lnTo>
                  <a:lnTo>
                    <a:pt x="6166" y="11"/>
                  </a:lnTo>
                  <a:cubicBezTo>
                    <a:pt x="6158" y="11"/>
                    <a:pt x="6141" y="12"/>
                    <a:pt x="6141" y="13"/>
                  </a:cubicBezTo>
                  <a:lnTo>
                    <a:pt x="6218" y="10"/>
                  </a:lnTo>
                  <a:cubicBezTo>
                    <a:pt x="6175" y="12"/>
                    <a:pt x="6246" y="11"/>
                    <a:pt x="6266" y="12"/>
                  </a:cubicBezTo>
                  <a:cubicBezTo>
                    <a:pt x="6274" y="11"/>
                    <a:pt x="6304" y="10"/>
                    <a:pt x="6275" y="9"/>
                  </a:cubicBezTo>
                  <a:cubicBezTo>
                    <a:pt x="6242" y="7"/>
                    <a:pt x="6256" y="9"/>
                    <a:pt x="6226" y="10"/>
                  </a:cubicBezTo>
                  <a:lnTo>
                    <a:pt x="6269" y="7"/>
                  </a:lnTo>
                  <a:lnTo>
                    <a:pt x="6272" y="7"/>
                  </a:lnTo>
                  <a:lnTo>
                    <a:pt x="6298" y="5"/>
                  </a:lnTo>
                  <a:cubicBezTo>
                    <a:pt x="6355" y="5"/>
                    <a:pt x="6272" y="10"/>
                    <a:pt x="6346" y="8"/>
                  </a:cubicBezTo>
                  <a:lnTo>
                    <a:pt x="6337" y="5"/>
                  </a:lnTo>
                  <a:cubicBezTo>
                    <a:pt x="6422" y="6"/>
                    <a:pt x="6532" y="9"/>
                    <a:pt x="6592" y="8"/>
                  </a:cubicBezTo>
                  <a:cubicBezTo>
                    <a:pt x="6575" y="9"/>
                    <a:pt x="6568" y="12"/>
                    <a:pt x="6591" y="14"/>
                  </a:cubicBezTo>
                  <a:cubicBezTo>
                    <a:pt x="6565" y="13"/>
                    <a:pt x="6513" y="13"/>
                    <a:pt x="6475" y="13"/>
                  </a:cubicBezTo>
                  <a:cubicBezTo>
                    <a:pt x="6468" y="13"/>
                    <a:pt x="6522" y="10"/>
                    <a:pt x="6563" y="11"/>
                  </a:cubicBezTo>
                  <a:cubicBezTo>
                    <a:pt x="6543" y="6"/>
                    <a:pt x="6461" y="13"/>
                    <a:pt x="6456" y="9"/>
                  </a:cubicBezTo>
                  <a:cubicBezTo>
                    <a:pt x="6352" y="7"/>
                    <a:pt x="6379" y="13"/>
                    <a:pt x="6291" y="10"/>
                  </a:cubicBezTo>
                  <a:cubicBezTo>
                    <a:pt x="6290" y="12"/>
                    <a:pt x="6266" y="11"/>
                    <a:pt x="6261" y="13"/>
                  </a:cubicBezTo>
                  <a:cubicBezTo>
                    <a:pt x="6287" y="17"/>
                    <a:pt x="6379" y="13"/>
                    <a:pt x="6436" y="14"/>
                  </a:cubicBezTo>
                  <a:cubicBezTo>
                    <a:pt x="6430" y="15"/>
                    <a:pt x="6419" y="15"/>
                    <a:pt x="6417" y="15"/>
                  </a:cubicBezTo>
                  <a:cubicBezTo>
                    <a:pt x="6457" y="16"/>
                    <a:pt x="6474" y="15"/>
                    <a:pt x="6503" y="15"/>
                  </a:cubicBezTo>
                  <a:lnTo>
                    <a:pt x="6499" y="14"/>
                  </a:lnTo>
                  <a:cubicBezTo>
                    <a:pt x="6549" y="12"/>
                    <a:pt x="6530" y="16"/>
                    <a:pt x="6559" y="17"/>
                  </a:cubicBezTo>
                  <a:cubicBezTo>
                    <a:pt x="6570" y="17"/>
                    <a:pt x="6611" y="17"/>
                    <a:pt x="6604" y="16"/>
                  </a:cubicBezTo>
                  <a:lnTo>
                    <a:pt x="6657" y="18"/>
                  </a:lnTo>
                  <a:lnTo>
                    <a:pt x="6655" y="16"/>
                  </a:lnTo>
                  <a:cubicBezTo>
                    <a:pt x="6685" y="15"/>
                    <a:pt x="6691" y="17"/>
                    <a:pt x="6718" y="16"/>
                  </a:cubicBezTo>
                  <a:lnTo>
                    <a:pt x="6719" y="14"/>
                  </a:lnTo>
                  <a:lnTo>
                    <a:pt x="6645" y="13"/>
                  </a:lnTo>
                  <a:cubicBezTo>
                    <a:pt x="6683" y="12"/>
                    <a:pt x="6656" y="11"/>
                    <a:pt x="6697" y="10"/>
                  </a:cubicBezTo>
                  <a:cubicBezTo>
                    <a:pt x="6651" y="13"/>
                    <a:pt x="6730" y="12"/>
                    <a:pt x="6734" y="13"/>
                  </a:cubicBezTo>
                  <a:lnTo>
                    <a:pt x="6765" y="12"/>
                  </a:lnTo>
                  <a:lnTo>
                    <a:pt x="6757" y="13"/>
                  </a:lnTo>
                  <a:cubicBezTo>
                    <a:pt x="6781" y="14"/>
                    <a:pt x="6785" y="12"/>
                    <a:pt x="6813" y="12"/>
                  </a:cubicBezTo>
                  <a:cubicBezTo>
                    <a:pt x="6780" y="11"/>
                    <a:pt x="6759" y="10"/>
                    <a:pt x="6717" y="11"/>
                  </a:cubicBezTo>
                  <a:cubicBezTo>
                    <a:pt x="6747" y="10"/>
                    <a:pt x="6808" y="9"/>
                    <a:pt x="6822" y="9"/>
                  </a:cubicBezTo>
                  <a:cubicBezTo>
                    <a:pt x="6854" y="8"/>
                    <a:pt x="6877" y="10"/>
                    <a:pt x="6907" y="10"/>
                  </a:cubicBezTo>
                  <a:cubicBezTo>
                    <a:pt x="6849" y="11"/>
                    <a:pt x="6927" y="16"/>
                    <a:pt x="6812" y="15"/>
                  </a:cubicBezTo>
                  <a:cubicBezTo>
                    <a:pt x="6814" y="14"/>
                    <a:pt x="6823" y="14"/>
                    <a:pt x="6827" y="15"/>
                  </a:cubicBezTo>
                  <a:cubicBezTo>
                    <a:pt x="6811" y="12"/>
                    <a:pt x="6758" y="15"/>
                    <a:pt x="6733" y="16"/>
                  </a:cubicBezTo>
                  <a:cubicBezTo>
                    <a:pt x="6739" y="17"/>
                    <a:pt x="6713" y="18"/>
                    <a:pt x="6757" y="18"/>
                  </a:cubicBezTo>
                  <a:cubicBezTo>
                    <a:pt x="6743" y="17"/>
                    <a:pt x="6795" y="15"/>
                    <a:pt x="6837" y="16"/>
                  </a:cubicBezTo>
                  <a:lnTo>
                    <a:pt x="6829" y="20"/>
                  </a:lnTo>
                  <a:lnTo>
                    <a:pt x="6891" y="20"/>
                  </a:lnTo>
                  <a:lnTo>
                    <a:pt x="6885" y="20"/>
                  </a:lnTo>
                  <a:cubicBezTo>
                    <a:pt x="6908" y="23"/>
                    <a:pt x="6950" y="20"/>
                    <a:pt x="6992" y="21"/>
                  </a:cubicBezTo>
                  <a:cubicBezTo>
                    <a:pt x="7023" y="20"/>
                    <a:pt x="7140" y="22"/>
                    <a:pt x="7089" y="18"/>
                  </a:cubicBezTo>
                  <a:cubicBezTo>
                    <a:pt x="7127" y="20"/>
                    <a:pt x="7160" y="18"/>
                    <a:pt x="7202" y="17"/>
                  </a:cubicBezTo>
                  <a:lnTo>
                    <a:pt x="7150" y="16"/>
                  </a:lnTo>
                  <a:cubicBezTo>
                    <a:pt x="7211" y="14"/>
                    <a:pt x="7194" y="15"/>
                    <a:pt x="7242" y="11"/>
                  </a:cubicBezTo>
                  <a:cubicBezTo>
                    <a:pt x="7247" y="12"/>
                    <a:pt x="7258" y="13"/>
                    <a:pt x="7248" y="14"/>
                  </a:cubicBezTo>
                  <a:cubicBezTo>
                    <a:pt x="7330" y="14"/>
                    <a:pt x="7447" y="16"/>
                    <a:pt x="7495" y="13"/>
                  </a:cubicBezTo>
                  <a:cubicBezTo>
                    <a:pt x="7552" y="14"/>
                    <a:pt x="7561" y="18"/>
                    <a:pt x="7642" y="16"/>
                  </a:cubicBezTo>
                  <a:cubicBezTo>
                    <a:pt x="7659" y="16"/>
                    <a:pt x="7629" y="13"/>
                    <a:pt x="7682" y="14"/>
                  </a:cubicBezTo>
                  <a:cubicBezTo>
                    <a:pt x="7686" y="15"/>
                    <a:pt x="7631" y="17"/>
                    <a:pt x="7690" y="17"/>
                  </a:cubicBezTo>
                  <a:cubicBezTo>
                    <a:pt x="7733" y="14"/>
                    <a:pt x="7790" y="19"/>
                    <a:pt x="7845" y="17"/>
                  </a:cubicBezTo>
                  <a:cubicBezTo>
                    <a:pt x="7875" y="18"/>
                    <a:pt x="7925" y="18"/>
                    <a:pt x="7915" y="20"/>
                  </a:cubicBezTo>
                  <a:cubicBezTo>
                    <a:pt x="7868" y="19"/>
                    <a:pt x="7803" y="19"/>
                    <a:pt x="7793" y="20"/>
                  </a:cubicBezTo>
                  <a:cubicBezTo>
                    <a:pt x="7799" y="19"/>
                    <a:pt x="7760" y="19"/>
                    <a:pt x="7794" y="18"/>
                  </a:cubicBezTo>
                  <a:cubicBezTo>
                    <a:pt x="7724" y="16"/>
                    <a:pt x="7749" y="19"/>
                    <a:pt x="7686" y="17"/>
                  </a:cubicBezTo>
                  <a:cubicBezTo>
                    <a:pt x="7682" y="18"/>
                    <a:pt x="7719" y="20"/>
                    <a:pt x="7732" y="19"/>
                  </a:cubicBezTo>
                  <a:cubicBezTo>
                    <a:pt x="7732" y="22"/>
                    <a:pt x="7608" y="20"/>
                    <a:pt x="7664" y="24"/>
                  </a:cubicBezTo>
                  <a:cubicBezTo>
                    <a:pt x="7731" y="24"/>
                    <a:pt x="7751" y="18"/>
                    <a:pt x="7809" y="22"/>
                  </a:cubicBezTo>
                  <a:cubicBezTo>
                    <a:pt x="7786" y="23"/>
                    <a:pt x="7749" y="22"/>
                    <a:pt x="7720" y="24"/>
                  </a:cubicBezTo>
                  <a:lnTo>
                    <a:pt x="7767" y="26"/>
                  </a:lnTo>
                  <a:lnTo>
                    <a:pt x="7802" y="24"/>
                  </a:lnTo>
                  <a:lnTo>
                    <a:pt x="7800" y="24"/>
                  </a:lnTo>
                  <a:cubicBezTo>
                    <a:pt x="7884" y="27"/>
                    <a:pt x="7878" y="22"/>
                    <a:pt x="7953" y="21"/>
                  </a:cubicBezTo>
                  <a:cubicBezTo>
                    <a:pt x="7910" y="19"/>
                    <a:pt x="7963" y="16"/>
                    <a:pt x="7930" y="15"/>
                  </a:cubicBezTo>
                  <a:cubicBezTo>
                    <a:pt x="7981" y="15"/>
                    <a:pt x="8018" y="15"/>
                    <a:pt x="8018" y="18"/>
                  </a:cubicBezTo>
                  <a:cubicBezTo>
                    <a:pt x="7924" y="20"/>
                    <a:pt x="8013" y="21"/>
                    <a:pt x="7926" y="23"/>
                  </a:cubicBezTo>
                  <a:cubicBezTo>
                    <a:pt x="7940" y="24"/>
                    <a:pt x="7905" y="27"/>
                    <a:pt x="7957" y="28"/>
                  </a:cubicBezTo>
                  <a:cubicBezTo>
                    <a:pt x="8015" y="26"/>
                    <a:pt x="7939" y="25"/>
                    <a:pt x="7998" y="25"/>
                  </a:cubicBezTo>
                  <a:cubicBezTo>
                    <a:pt x="8001" y="25"/>
                    <a:pt x="8005" y="25"/>
                    <a:pt x="8003" y="26"/>
                  </a:cubicBezTo>
                  <a:cubicBezTo>
                    <a:pt x="8029" y="24"/>
                    <a:pt x="8034" y="26"/>
                    <a:pt x="8066" y="25"/>
                  </a:cubicBezTo>
                  <a:lnTo>
                    <a:pt x="8059" y="25"/>
                  </a:lnTo>
                  <a:cubicBezTo>
                    <a:pt x="8099" y="27"/>
                    <a:pt x="8103" y="24"/>
                    <a:pt x="8137" y="26"/>
                  </a:cubicBezTo>
                  <a:cubicBezTo>
                    <a:pt x="8123" y="24"/>
                    <a:pt x="8160" y="24"/>
                    <a:pt x="8182" y="23"/>
                  </a:cubicBezTo>
                  <a:cubicBezTo>
                    <a:pt x="8147" y="22"/>
                    <a:pt x="8128" y="19"/>
                    <a:pt x="8059" y="19"/>
                  </a:cubicBezTo>
                  <a:cubicBezTo>
                    <a:pt x="8050" y="20"/>
                    <a:pt x="8055" y="21"/>
                    <a:pt x="8027" y="22"/>
                  </a:cubicBezTo>
                  <a:lnTo>
                    <a:pt x="8072" y="22"/>
                  </a:lnTo>
                  <a:lnTo>
                    <a:pt x="8046" y="23"/>
                  </a:lnTo>
                  <a:lnTo>
                    <a:pt x="8003" y="22"/>
                  </a:lnTo>
                  <a:cubicBezTo>
                    <a:pt x="8058" y="21"/>
                    <a:pt x="8033" y="19"/>
                    <a:pt x="8056" y="17"/>
                  </a:cubicBezTo>
                  <a:cubicBezTo>
                    <a:pt x="8106" y="18"/>
                    <a:pt x="8097" y="17"/>
                    <a:pt x="8128" y="18"/>
                  </a:cubicBezTo>
                  <a:cubicBezTo>
                    <a:pt x="8125" y="20"/>
                    <a:pt x="8225" y="23"/>
                    <a:pt x="8282" y="24"/>
                  </a:cubicBezTo>
                  <a:lnTo>
                    <a:pt x="8255" y="24"/>
                  </a:lnTo>
                  <a:cubicBezTo>
                    <a:pt x="8214" y="25"/>
                    <a:pt x="8284" y="26"/>
                    <a:pt x="8286" y="27"/>
                  </a:cubicBezTo>
                  <a:lnTo>
                    <a:pt x="8316" y="26"/>
                  </a:lnTo>
                  <a:cubicBezTo>
                    <a:pt x="8310" y="26"/>
                    <a:pt x="8302" y="27"/>
                    <a:pt x="8315" y="27"/>
                  </a:cubicBezTo>
                  <a:cubicBezTo>
                    <a:pt x="8357" y="27"/>
                    <a:pt x="8354" y="25"/>
                    <a:pt x="8395" y="24"/>
                  </a:cubicBezTo>
                  <a:cubicBezTo>
                    <a:pt x="8398" y="26"/>
                    <a:pt x="8364" y="27"/>
                    <a:pt x="8389" y="28"/>
                  </a:cubicBezTo>
                  <a:cubicBezTo>
                    <a:pt x="8398" y="30"/>
                    <a:pt x="8426" y="33"/>
                    <a:pt x="8481" y="32"/>
                  </a:cubicBezTo>
                  <a:cubicBezTo>
                    <a:pt x="8485" y="31"/>
                    <a:pt x="8499" y="31"/>
                    <a:pt x="8515" y="31"/>
                  </a:cubicBezTo>
                  <a:lnTo>
                    <a:pt x="8509" y="31"/>
                  </a:lnTo>
                  <a:lnTo>
                    <a:pt x="8545" y="33"/>
                  </a:lnTo>
                  <a:cubicBezTo>
                    <a:pt x="8514" y="35"/>
                    <a:pt x="8483" y="32"/>
                    <a:pt x="8452" y="34"/>
                  </a:cubicBezTo>
                  <a:lnTo>
                    <a:pt x="8449" y="36"/>
                  </a:lnTo>
                  <a:cubicBezTo>
                    <a:pt x="8425" y="36"/>
                    <a:pt x="8392" y="36"/>
                    <a:pt x="8377" y="37"/>
                  </a:cubicBezTo>
                  <a:cubicBezTo>
                    <a:pt x="8414" y="38"/>
                    <a:pt x="8422" y="37"/>
                    <a:pt x="8463" y="37"/>
                  </a:cubicBezTo>
                  <a:cubicBezTo>
                    <a:pt x="8469" y="39"/>
                    <a:pt x="8440" y="39"/>
                    <a:pt x="8435" y="39"/>
                  </a:cubicBezTo>
                  <a:lnTo>
                    <a:pt x="8441" y="38"/>
                  </a:lnTo>
                  <a:cubicBezTo>
                    <a:pt x="8392" y="36"/>
                    <a:pt x="8368" y="40"/>
                    <a:pt x="8307" y="39"/>
                  </a:cubicBezTo>
                  <a:cubicBezTo>
                    <a:pt x="8297" y="39"/>
                    <a:pt x="8303" y="39"/>
                    <a:pt x="8305" y="38"/>
                  </a:cubicBezTo>
                  <a:cubicBezTo>
                    <a:pt x="8256" y="40"/>
                    <a:pt x="8207" y="37"/>
                    <a:pt x="8159" y="39"/>
                  </a:cubicBezTo>
                  <a:lnTo>
                    <a:pt x="8175" y="38"/>
                  </a:lnTo>
                  <a:lnTo>
                    <a:pt x="8013" y="42"/>
                  </a:lnTo>
                  <a:lnTo>
                    <a:pt x="8013" y="43"/>
                  </a:lnTo>
                  <a:cubicBezTo>
                    <a:pt x="8020" y="44"/>
                    <a:pt x="7996" y="44"/>
                    <a:pt x="7983" y="43"/>
                  </a:cubicBezTo>
                  <a:lnTo>
                    <a:pt x="7983" y="43"/>
                  </a:lnTo>
                  <a:lnTo>
                    <a:pt x="7895" y="45"/>
                  </a:lnTo>
                  <a:cubicBezTo>
                    <a:pt x="7903" y="46"/>
                    <a:pt x="7913" y="46"/>
                    <a:pt x="7925" y="47"/>
                  </a:cubicBezTo>
                  <a:cubicBezTo>
                    <a:pt x="7935" y="46"/>
                    <a:pt x="7994" y="47"/>
                    <a:pt x="7986" y="45"/>
                  </a:cubicBezTo>
                  <a:cubicBezTo>
                    <a:pt x="8013" y="46"/>
                    <a:pt x="8057" y="44"/>
                    <a:pt x="8077" y="45"/>
                  </a:cubicBezTo>
                  <a:cubicBezTo>
                    <a:pt x="8041" y="44"/>
                    <a:pt x="8102" y="43"/>
                    <a:pt x="8109" y="42"/>
                  </a:cubicBezTo>
                  <a:cubicBezTo>
                    <a:pt x="8121" y="44"/>
                    <a:pt x="8163" y="42"/>
                    <a:pt x="8158" y="44"/>
                  </a:cubicBezTo>
                  <a:cubicBezTo>
                    <a:pt x="8165" y="45"/>
                    <a:pt x="8140" y="43"/>
                    <a:pt x="8125" y="44"/>
                  </a:cubicBezTo>
                  <a:cubicBezTo>
                    <a:pt x="8086" y="46"/>
                    <a:pt x="8194" y="46"/>
                    <a:pt x="8147" y="47"/>
                  </a:cubicBezTo>
                  <a:cubicBezTo>
                    <a:pt x="8207" y="46"/>
                    <a:pt x="8287" y="47"/>
                    <a:pt x="8349" y="46"/>
                  </a:cubicBezTo>
                  <a:lnTo>
                    <a:pt x="8314" y="45"/>
                  </a:lnTo>
                  <a:cubicBezTo>
                    <a:pt x="8342" y="46"/>
                    <a:pt x="8408" y="46"/>
                    <a:pt x="8413" y="47"/>
                  </a:cubicBezTo>
                  <a:lnTo>
                    <a:pt x="8342" y="47"/>
                  </a:lnTo>
                  <a:cubicBezTo>
                    <a:pt x="8340" y="49"/>
                    <a:pt x="8405" y="47"/>
                    <a:pt x="8408" y="48"/>
                  </a:cubicBezTo>
                  <a:lnTo>
                    <a:pt x="8484" y="45"/>
                  </a:lnTo>
                  <a:lnTo>
                    <a:pt x="8451" y="45"/>
                  </a:lnTo>
                  <a:cubicBezTo>
                    <a:pt x="8472" y="44"/>
                    <a:pt x="8542" y="46"/>
                    <a:pt x="8594" y="47"/>
                  </a:cubicBezTo>
                  <a:cubicBezTo>
                    <a:pt x="8564" y="49"/>
                    <a:pt x="8516" y="46"/>
                    <a:pt x="8461" y="47"/>
                  </a:cubicBezTo>
                  <a:cubicBezTo>
                    <a:pt x="8421" y="48"/>
                    <a:pt x="8485" y="50"/>
                    <a:pt x="8448" y="50"/>
                  </a:cubicBezTo>
                  <a:cubicBezTo>
                    <a:pt x="8458" y="51"/>
                    <a:pt x="8482" y="51"/>
                    <a:pt x="8494" y="50"/>
                  </a:cubicBezTo>
                  <a:lnTo>
                    <a:pt x="8509" y="51"/>
                  </a:lnTo>
                  <a:cubicBezTo>
                    <a:pt x="8475" y="53"/>
                    <a:pt x="8400" y="52"/>
                    <a:pt x="8350" y="54"/>
                  </a:cubicBezTo>
                  <a:cubicBezTo>
                    <a:pt x="8355" y="54"/>
                    <a:pt x="8359" y="54"/>
                    <a:pt x="8360" y="54"/>
                  </a:cubicBezTo>
                  <a:cubicBezTo>
                    <a:pt x="8321" y="52"/>
                    <a:pt x="8282" y="52"/>
                    <a:pt x="8245" y="52"/>
                  </a:cubicBezTo>
                  <a:cubicBezTo>
                    <a:pt x="8265" y="53"/>
                    <a:pt x="8273" y="53"/>
                    <a:pt x="8284" y="53"/>
                  </a:cubicBezTo>
                  <a:cubicBezTo>
                    <a:pt x="8285" y="53"/>
                    <a:pt x="8250" y="53"/>
                    <a:pt x="8236" y="54"/>
                  </a:cubicBezTo>
                  <a:cubicBezTo>
                    <a:pt x="8271" y="55"/>
                    <a:pt x="8243" y="56"/>
                    <a:pt x="8265" y="56"/>
                  </a:cubicBezTo>
                  <a:cubicBezTo>
                    <a:pt x="8242" y="57"/>
                    <a:pt x="8224" y="56"/>
                    <a:pt x="8196" y="56"/>
                  </a:cubicBezTo>
                  <a:cubicBezTo>
                    <a:pt x="8182" y="55"/>
                    <a:pt x="8208" y="55"/>
                    <a:pt x="8205" y="53"/>
                  </a:cubicBezTo>
                  <a:cubicBezTo>
                    <a:pt x="8177" y="54"/>
                    <a:pt x="8164" y="51"/>
                    <a:pt x="8122" y="52"/>
                  </a:cubicBezTo>
                  <a:cubicBezTo>
                    <a:pt x="8177" y="53"/>
                    <a:pt x="8107" y="55"/>
                    <a:pt x="8088" y="56"/>
                  </a:cubicBezTo>
                  <a:lnTo>
                    <a:pt x="8097" y="56"/>
                  </a:lnTo>
                  <a:cubicBezTo>
                    <a:pt x="8080" y="57"/>
                    <a:pt x="8065" y="57"/>
                    <a:pt x="8053" y="56"/>
                  </a:cubicBezTo>
                  <a:cubicBezTo>
                    <a:pt x="8075" y="55"/>
                    <a:pt x="8097" y="56"/>
                    <a:pt x="8091" y="54"/>
                  </a:cubicBezTo>
                  <a:cubicBezTo>
                    <a:pt x="8076" y="54"/>
                    <a:pt x="8061" y="54"/>
                    <a:pt x="8044" y="54"/>
                  </a:cubicBezTo>
                  <a:lnTo>
                    <a:pt x="8059" y="53"/>
                  </a:lnTo>
                  <a:lnTo>
                    <a:pt x="7985" y="53"/>
                  </a:lnTo>
                  <a:cubicBezTo>
                    <a:pt x="7973" y="55"/>
                    <a:pt x="7953" y="56"/>
                    <a:pt x="7943" y="58"/>
                  </a:cubicBezTo>
                  <a:cubicBezTo>
                    <a:pt x="7925" y="57"/>
                    <a:pt x="7900" y="58"/>
                    <a:pt x="7883" y="58"/>
                  </a:cubicBezTo>
                  <a:lnTo>
                    <a:pt x="7891" y="58"/>
                  </a:lnTo>
                  <a:cubicBezTo>
                    <a:pt x="7858" y="56"/>
                    <a:pt x="7785" y="57"/>
                    <a:pt x="7779" y="58"/>
                  </a:cubicBezTo>
                  <a:cubicBezTo>
                    <a:pt x="7755" y="57"/>
                    <a:pt x="7945" y="51"/>
                    <a:pt x="7779" y="52"/>
                  </a:cubicBezTo>
                  <a:cubicBezTo>
                    <a:pt x="7715" y="51"/>
                    <a:pt x="7739" y="55"/>
                    <a:pt x="7703" y="57"/>
                  </a:cubicBezTo>
                  <a:cubicBezTo>
                    <a:pt x="7703" y="57"/>
                    <a:pt x="7705" y="56"/>
                    <a:pt x="7702" y="56"/>
                  </a:cubicBezTo>
                  <a:cubicBezTo>
                    <a:pt x="7674" y="55"/>
                    <a:pt x="7671" y="57"/>
                    <a:pt x="7648" y="57"/>
                  </a:cubicBezTo>
                  <a:cubicBezTo>
                    <a:pt x="7665" y="58"/>
                    <a:pt x="7689" y="58"/>
                    <a:pt x="7697" y="58"/>
                  </a:cubicBezTo>
                  <a:cubicBezTo>
                    <a:pt x="7688" y="59"/>
                    <a:pt x="7639" y="57"/>
                    <a:pt x="7618" y="59"/>
                  </a:cubicBezTo>
                  <a:cubicBezTo>
                    <a:pt x="7646" y="56"/>
                    <a:pt x="7565" y="57"/>
                    <a:pt x="7586" y="56"/>
                  </a:cubicBezTo>
                  <a:cubicBezTo>
                    <a:pt x="7531" y="54"/>
                    <a:pt x="7472" y="56"/>
                    <a:pt x="7443" y="58"/>
                  </a:cubicBezTo>
                  <a:cubicBezTo>
                    <a:pt x="7406" y="55"/>
                    <a:pt x="7378" y="58"/>
                    <a:pt x="7317" y="56"/>
                  </a:cubicBezTo>
                  <a:cubicBezTo>
                    <a:pt x="7327" y="56"/>
                    <a:pt x="7343" y="56"/>
                    <a:pt x="7356" y="56"/>
                  </a:cubicBezTo>
                  <a:cubicBezTo>
                    <a:pt x="7391" y="55"/>
                    <a:pt x="7294" y="55"/>
                    <a:pt x="7347" y="54"/>
                  </a:cubicBezTo>
                  <a:cubicBezTo>
                    <a:pt x="7335" y="54"/>
                    <a:pt x="7346" y="55"/>
                    <a:pt x="7358" y="54"/>
                  </a:cubicBezTo>
                  <a:cubicBezTo>
                    <a:pt x="7378" y="54"/>
                    <a:pt x="7397" y="53"/>
                    <a:pt x="7392" y="52"/>
                  </a:cubicBezTo>
                  <a:lnTo>
                    <a:pt x="7343" y="51"/>
                  </a:lnTo>
                  <a:lnTo>
                    <a:pt x="7360" y="50"/>
                  </a:lnTo>
                  <a:lnTo>
                    <a:pt x="7285" y="47"/>
                  </a:lnTo>
                  <a:cubicBezTo>
                    <a:pt x="7283" y="48"/>
                    <a:pt x="7290" y="48"/>
                    <a:pt x="7294" y="49"/>
                  </a:cubicBezTo>
                  <a:cubicBezTo>
                    <a:pt x="7207" y="47"/>
                    <a:pt x="7107" y="48"/>
                    <a:pt x="7031" y="48"/>
                  </a:cubicBezTo>
                  <a:cubicBezTo>
                    <a:pt x="7017" y="53"/>
                    <a:pt x="6844" y="50"/>
                    <a:pt x="6782" y="53"/>
                  </a:cubicBezTo>
                  <a:cubicBezTo>
                    <a:pt x="6799" y="52"/>
                    <a:pt x="6808" y="49"/>
                    <a:pt x="6798" y="48"/>
                  </a:cubicBezTo>
                  <a:cubicBezTo>
                    <a:pt x="6811" y="47"/>
                    <a:pt x="6840" y="45"/>
                    <a:pt x="6871" y="46"/>
                  </a:cubicBezTo>
                  <a:cubicBezTo>
                    <a:pt x="6876" y="47"/>
                    <a:pt x="6914" y="48"/>
                    <a:pt x="6889" y="49"/>
                  </a:cubicBezTo>
                  <a:cubicBezTo>
                    <a:pt x="6975" y="48"/>
                    <a:pt x="6878" y="46"/>
                    <a:pt x="6903" y="44"/>
                  </a:cubicBezTo>
                  <a:cubicBezTo>
                    <a:pt x="6808" y="44"/>
                    <a:pt x="6752" y="48"/>
                    <a:pt x="6692" y="49"/>
                  </a:cubicBezTo>
                  <a:lnTo>
                    <a:pt x="6690" y="48"/>
                  </a:lnTo>
                  <a:lnTo>
                    <a:pt x="6645" y="49"/>
                  </a:lnTo>
                  <a:cubicBezTo>
                    <a:pt x="6682" y="50"/>
                    <a:pt x="6680" y="53"/>
                    <a:pt x="6632" y="52"/>
                  </a:cubicBezTo>
                  <a:lnTo>
                    <a:pt x="6638" y="52"/>
                  </a:lnTo>
                  <a:cubicBezTo>
                    <a:pt x="6611" y="50"/>
                    <a:pt x="6554" y="52"/>
                    <a:pt x="6511" y="51"/>
                  </a:cubicBezTo>
                  <a:lnTo>
                    <a:pt x="6483" y="53"/>
                  </a:lnTo>
                  <a:cubicBezTo>
                    <a:pt x="6440" y="53"/>
                    <a:pt x="6438" y="50"/>
                    <a:pt x="6424" y="48"/>
                  </a:cubicBezTo>
                  <a:cubicBezTo>
                    <a:pt x="6357" y="47"/>
                    <a:pt x="6319" y="50"/>
                    <a:pt x="6271" y="52"/>
                  </a:cubicBezTo>
                  <a:cubicBezTo>
                    <a:pt x="6250" y="50"/>
                    <a:pt x="6150" y="50"/>
                    <a:pt x="6203" y="48"/>
                  </a:cubicBezTo>
                  <a:cubicBezTo>
                    <a:pt x="6142" y="49"/>
                    <a:pt x="6154" y="57"/>
                    <a:pt x="6051" y="53"/>
                  </a:cubicBezTo>
                  <a:lnTo>
                    <a:pt x="6078" y="51"/>
                  </a:lnTo>
                  <a:cubicBezTo>
                    <a:pt x="5979" y="52"/>
                    <a:pt x="5838" y="54"/>
                    <a:pt x="5792" y="53"/>
                  </a:cubicBezTo>
                  <a:cubicBezTo>
                    <a:pt x="5829" y="48"/>
                    <a:pt x="5669" y="48"/>
                    <a:pt x="5651" y="43"/>
                  </a:cubicBezTo>
                  <a:cubicBezTo>
                    <a:pt x="5656" y="44"/>
                    <a:pt x="5619" y="44"/>
                    <a:pt x="5613" y="45"/>
                  </a:cubicBezTo>
                  <a:cubicBezTo>
                    <a:pt x="5605" y="44"/>
                    <a:pt x="5592" y="44"/>
                    <a:pt x="5577" y="45"/>
                  </a:cubicBezTo>
                  <a:cubicBezTo>
                    <a:pt x="5616" y="46"/>
                    <a:pt x="5550" y="50"/>
                    <a:pt x="5624" y="48"/>
                  </a:cubicBezTo>
                  <a:cubicBezTo>
                    <a:pt x="5587" y="51"/>
                    <a:pt x="5539" y="54"/>
                    <a:pt x="5457" y="54"/>
                  </a:cubicBezTo>
                  <a:lnTo>
                    <a:pt x="5458" y="52"/>
                  </a:lnTo>
                  <a:lnTo>
                    <a:pt x="5523" y="52"/>
                  </a:lnTo>
                  <a:cubicBezTo>
                    <a:pt x="5516" y="51"/>
                    <a:pt x="5549" y="51"/>
                    <a:pt x="5563" y="50"/>
                  </a:cubicBezTo>
                  <a:cubicBezTo>
                    <a:pt x="5443" y="49"/>
                    <a:pt x="5579" y="45"/>
                    <a:pt x="5456" y="46"/>
                  </a:cubicBezTo>
                  <a:cubicBezTo>
                    <a:pt x="5444" y="47"/>
                    <a:pt x="5452" y="46"/>
                    <a:pt x="5420" y="47"/>
                  </a:cubicBezTo>
                  <a:cubicBezTo>
                    <a:pt x="5435" y="47"/>
                    <a:pt x="5437" y="46"/>
                    <a:pt x="5413" y="45"/>
                  </a:cubicBezTo>
                  <a:lnTo>
                    <a:pt x="5390" y="47"/>
                  </a:lnTo>
                  <a:cubicBezTo>
                    <a:pt x="5347" y="44"/>
                    <a:pt x="5461" y="45"/>
                    <a:pt x="5424" y="42"/>
                  </a:cubicBezTo>
                  <a:cubicBezTo>
                    <a:pt x="5472" y="41"/>
                    <a:pt x="5554" y="40"/>
                    <a:pt x="5539" y="37"/>
                  </a:cubicBezTo>
                  <a:cubicBezTo>
                    <a:pt x="5461" y="36"/>
                    <a:pt x="5469" y="42"/>
                    <a:pt x="5388" y="41"/>
                  </a:cubicBezTo>
                  <a:lnTo>
                    <a:pt x="5379" y="40"/>
                  </a:lnTo>
                  <a:cubicBezTo>
                    <a:pt x="5351" y="41"/>
                    <a:pt x="5346" y="43"/>
                    <a:pt x="5330" y="44"/>
                  </a:cubicBezTo>
                  <a:cubicBezTo>
                    <a:pt x="5329" y="43"/>
                    <a:pt x="5322" y="43"/>
                    <a:pt x="5303" y="42"/>
                  </a:cubicBezTo>
                  <a:cubicBezTo>
                    <a:pt x="5255" y="45"/>
                    <a:pt x="5223" y="46"/>
                    <a:pt x="5179" y="49"/>
                  </a:cubicBezTo>
                  <a:cubicBezTo>
                    <a:pt x="5297" y="46"/>
                    <a:pt x="5280" y="51"/>
                    <a:pt x="5402" y="49"/>
                  </a:cubicBezTo>
                  <a:cubicBezTo>
                    <a:pt x="5383" y="49"/>
                    <a:pt x="5297" y="50"/>
                    <a:pt x="5292" y="53"/>
                  </a:cubicBezTo>
                  <a:lnTo>
                    <a:pt x="5293" y="51"/>
                  </a:lnTo>
                  <a:cubicBezTo>
                    <a:pt x="5253" y="52"/>
                    <a:pt x="5214" y="53"/>
                    <a:pt x="5164" y="53"/>
                  </a:cubicBezTo>
                  <a:lnTo>
                    <a:pt x="5194" y="51"/>
                  </a:lnTo>
                  <a:cubicBezTo>
                    <a:pt x="5128" y="53"/>
                    <a:pt x="5084" y="48"/>
                    <a:pt x="5032" y="52"/>
                  </a:cubicBezTo>
                  <a:cubicBezTo>
                    <a:pt x="5051" y="52"/>
                    <a:pt x="5065" y="52"/>
                    <a:pt x="5077" y="52"/>
                  </a:cubicBezTo>
                  <a:cubicBezTo>
                    <a:pt x="5043" y="53"/>
                    <a:pt x="5000" y="52"/>
                    <a:pt x="4963" y="52"/>
                  </a:cubicBezTo>
                  <a:lnTo>
                    <a:pt x="4887" y="56"/>
                  </a:lnTo>
                  <a:cubicBezTo>
                    <a:pt x="4887" y="55"/>
                    <a:pt x="4839" y="55"/>
                    <a:pt x="4862" y="53"/>
                  </a:cubicBezTo>
                  <a:cubicBezTo>
                    <a:pt x="4807" y="51"/>
                    <a:pt x="4781" y="55"/>
                    <a:pt x="4749" y="55"/>
                  </a:cubicBezTo>
                  <a:cubicBezTo>
                    <a:pt x="4693" y="53"/>
                    <a:pt x="4798" y="54"/>
                    <a:pt x="4804" y="51"/>
                  </a:cubicBezTo>
                  <a:cubicBezTo>
                    <a:pt x="4726" y="50"/>
                    <a:pt x="4644" y="51"/>
                    <a:pt x="4600" y="53"/>
                  </a:cubicBezTo>
                  <a:cubicBezTo>
                    <a:pt x="4616" y="54"/>
                    <a:pt x="4623" y="54"/>
                    <a:pt x="4623" y="55"/>
                  </a:cubicBezTo>
                  <a:cubicBezTo>
                    <a:pt x="4620" y="54"/>
                    <a:pt x="4589" y="54"/>
                    <a:pt x="4572" y="54"/>
                  </a:cubicBezTo>
                  <a:lnTo>
                    <a:pt x="4560" y="55"/>
                  </a:lnTo>
                  <a:cubicBezTo>
                    <a:pt x="4530" y="55"/>
                    <a:pt x="4535" y="54"/>
                    <a:pt x="4559" y="53"/>
                  </a:cubicBezTo>
                  <a:cubicBezTo>
                    <a:pt x="4532" y="52"/>
                    <a:pt x="4498" y="55"/>
                    <a:pt x="4470" y="53"/>
                  </a:cubicBezTo>
                  <a:cubicBezTo>
                    <a:pt x="4517" y="52"/>
                    <a:pt x="4578" y="53"/>
                    <a:pt x="4602" y="52"/>
                  </a:cubicBezTo>
                  <a:cubicBezTo>
                    <a:pt x="4503" y="53"/>
                    <a:pt x="4503" y="48"/>
                    <a:pt x="4377" y="50"/>
                  </a:cubicBezTo>
                  <a:cubicBezTo>
                    <a:pt x="4375" y="49"/>
                    <a:pt x="4397" y="48"/>
                    <a:pt x="4372" y="48"/>
                  </a:cubicBezTo>
                  <a:cubicBezTo>
                    <a:pt x="4316" y="48"/>
                    <a:pt x="4358" y="51"/>
                    <a:pt x="4340" y="52"/>
                  </a:cubicBezTo>
                  <a:cubicBezTo>
                    <a:pt x="4383" y="51"/>
                    <a:pt x="4404" y="52"/>
                    <a:pt x="4429" y="54"/>
                  </a:cubicBezTo>
                  <a:lnTo>
                    <a:pt x="4417" y="55"/>
                  </a:lnTo>
                  <a:cubicBezTo>
                    <a:pt x="4415" y="54"/>
                    <a:pt x="4388" y="54"/>
                    <a:pt x="4380" y="54"/>
                  </a:cubicBezTo>
                  <a:lnTo>
                    <a:pt x="4373" y="56"/>
                  </a:lnTo>
                  <a:cubicBezTo>
                    <a:pt x="4376" y="54"/>
                    <a:pt x="4333" y="52"/>
                    <a:pt x="4299" y="53"/>
                  </a:cubicBezTo>
                  <a:cubicBezTo>
                    <a:pt x="4333" y="54"/>
                    <a:pt x="4324" y="54"/>
                    <a:pt x="4334" y="57"/>
                  </a:cubicBezTo>
                  <a:cubicBezTo>
                    <a:pt x="4286" y="60"/>
                    <a:pt x="4279" y="55"/>
                    <a:pt x="4226" y="58"/>
                  </a:cubicBezTo>
                  <a:cubicBezTo>
                    <a:pt x="4230" y="57"/>
                    <a:pt x="4277" y="56"/>
                    <a:pt x="4236" y="56"/>
                  </a:cubicBezTo>
                  <a:cubicBezTo>
                    <a:pt x="4203" y="56"/>
                    <a:pt x="4207" y="57"/>
                    <a:pt x="4184" y="58"/>
                  </a:cubicBezTo>
                  <a:cubicBezTo>
                    <a:pt x="4210" y="56"/>
                    <a:pt x="4203" y="54"/>
                    <a:pt x="4231" y="52"/>
                  </a:cubicBezTo>
                  <a:cubicBezTo>
                    <a:pt x="4290" y="52"/>
                    <a:pt x="4255" y="52"/>
                    <a:pt x="4313" y="51"/>
                  </a:cubicBezTo>
                  <a:lnTo>
                    <a:pt x="4264" y="49"/>
                  </a:lnTo>
                  <a:cubicBezTo>
                    <a:pt x="4314" y="49"/>
                    <a:pt x="4301" y="47"/>
                    <a:pt x="4305" y="46"/>
                  </a:cubicBezTo>
                  <a:cubicBezTo>
                    <a:pt x="4218" y="44"/>
                    <a:pt x="4240" y="49"/>
                    <a:pt x="4184" y="49"/>
                  </a:cubicBezTo>
                  <a:cubicBezTo>
                    <a:pt x="4157" y="50"/>
                    <a:pt x="4236" y="49"/>
                    <a:pt x="4194" y="51"/>
                  </a:cubicBezTo>
                  <a:cubicBezTo>
                    <a:pt x="4142" y="50"/>
                    <a:pt x="4182" y="52"/>
                    <a:pt x="4124" y="53"/>
                  </a:cubicBezTo>
                  <a:lnTo>
                    <a:pt x="4134" y="52"/>
                  </a:lnTo>
                  <a:cubicBezTo>
                    <a:pt x="4116" y="51"/>
                    <a:pt x="4099" y="52"/>
                    <a:pt x="4078" y="53"/>
                  </a:cubicBezTo>
                  <a:cubicBezTo>
                    <a:pt x="4055" y="53"/>
                    <a:pt x="4104" y="60"/>
                    <a:pt x="4010" y="60"/>
                  </a:cubicBezTo>
                  <a:cubicBezTo>
                    <a:pt x="4015" y="60"/>
                    <a:pt x="4017" y="59"/>
                    <a:pt x="4017" y="59"/>
                  </a:cubicBezTo>
                  <a:lnTo>
                    <a:pt x="4108" y="41"/>
                  </a:lnTo>
                  <a:cubicBezTo>
                    <a:pt x="4013" y="41"/>
                    <a:pt x="3904" y="41"/>
                    <a:pt x="3795" y="40"/>
                  </a:cubicBezTo>
                  <a:cubicBezTo>
                    <a:pt x="3769" y="37"/>
                    <a:pt x="3873" y="37"/>
                    <a:pt x="3866" y="36"/>
                  </a:cubicBezTo>
                  <a:lnTo>
                    <a:pt x="3916" y="36"/>
                  </a:lnTo>
                  <a:cubicBezTo>
                    <a:pt x="3913" y="38"/>
                    <a:pt x="3812" y="37"/>
                    <a:pt x="3857" y="39"/>
                  </a:cubicBezTo>
                  <a:cubicBezTo>
                    <a:pt x="3945" y="38"/>
                    <a:pt x="3985" y="40"/>
                    <a:pt x="4068" y="37"/>
                  </a:cubicBezTo>
                  <a:cubicBezTo>
                    <a:pt x="4042" y="33"/>
                    <a:pt x="3958" y="37"/>
                    <a:pt x="3904" y="35"/>
                  </a:cubicBezTo>
                  <a:cubicBezTo>
                    <a:pt x="3927" y="35"/>
                    <a:pt x="3946" y="35"/>
                    <a:pt x="3965" y="34"/>
                  </a:cubicBezTo>
                  <a:lnTo>
                    <a:pt x="3801" y="33"/>
                  </a:lnTo>
                  <a:lnTo>
                    <a:pt x="3788" y="34"/>
                  </a:lnTo>
                  <a:lnTo>
                    <a:pt x="3858" y="34"/>
                  </a:lnTo>
                  <a:cubicBezTo>
                    <a:pt x="3806" y="34"/>
                    <a:pt x="3762" y="36"/>
                    <a:pt x="3758" y="39"/>
                  </a:cubicBezTo>
                  <a:lnTo>
                    <a:pt x="3768" y="39"/>
                  </a:lnTo>
                  <a:lnTo>
                    <a:pt x="3749" y="40"/>
                  </a:lnTo>
                  <a:lnTo>
                    <a:pt x="3713" y="3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16" name="Voľný tvar 64"/>
            <p:cNvSpPr>
              <a:spLocks/>
            </p:cNvSpPr>
            <p:nvPr/>
          </p:nvSpPr>
          <p:spPr bwMode="invGray">
            <a:xfrm>
              <a:off x="12117388" y="2779713"/>
              <a:ext cx="127000" cy="4762"/>
            </a:xfrm>
            <a:custGeom>
              <a:avLst/>
              <a:gdLst>
                <a:gd name="T0" fmla="*/ 19 w 66"/>
                <a:gd name="T1" fmla="*/ 2 h 2"/>
                <a:gd name="T2" fmla="*/ 19 w 66"/>
                <a:gd name="T3" fmla="*/ 2 h 2"/>
                <a:gd name="T4" fmla="*/ 60 w 66"/>
                <a:gd name="T5" fmla="*/ 0 h 2"/>
                <a:gd name="T6" fmla="*/ 19 w 66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6" h="2">
                  <a:moveTo>
                    <a:pt x="19" y="2"/>
                  </a:moveTo>
                  <a:lnTo>
                    <a:pt x="19" y="2"/>
                  </a:lnTo>
                  <a:cubicBezTo>
                    <a:pt x="33" y="2"/>
                    <a:pt x="66" y="2"/>
                    <a:pt x="60" y="0"/>
                  </a:cubicBezTo>
                  <a:cubicBezTo>
                    <a:pt x="60" y="2"/>
                    <a:pt x="0" y="0"/>
                    <a:pt x="19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17" name="Voľný tvar 65"/>
            <p:cNvSpPr>
              <a:spLocks/>
            </p:cNvSpPr>
            <p:nvPr/>
          </p:nvSpPr>
          <p:spPr bwMode="invGray">
            <a:xfrm>
              <a:off x="12182475" y="2787650"/>
              <a:ext cx="79375" cy="1587"/>
            </a:xfrm>
            <a:custGeom>
              <a:avLst/>
              <a:gdLst>
                <a:gd name="T0" fmla="*/ 25 w 41"/>
                <a:gd name="T1" fmla="*/ 1 h 1"/>
                <a:gd name="T2" fmla="*/ 25 w 41"/>
                <a:gd name="T3" fmla="*/ 1 h 1"/>
                <a:gd name="T4" fmla="*/ 41 w 41"/>
                <a:gd name="T5" fmla="*/ 0 h 1"/>
                <a:gd name="T6" fmla="*/ 0 w 41"/>
                <a:gd name="T7" fmla="*/ 0 h 1"/>
                <a:gd name="T8" fmla="*/ 25 w 41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1">
                  <a:moveTo>
                    <a:pt x="25" y="1"/>
                  </a:moveTo>
                  <a:lnTo>
                    <a:pt x="25" y="1"/>
                  </a:lnTo>
                  <a:cubicBezTo>
                    <a:pt x="27" y="1"/>
                    <a:pt x="26" y="0"/>
                    <a:pt x="41" y="0"/>
                  </a:cubicBezTo>
                  <a:lnTo>
                    <a:pt x="0" y="0"/>
                  </a:lnTo>
                  <a:lnTo>
                    <a:pt x="25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18" name="Voľný tvar 66"/>
            <p:cNvSpPr>
              <a:spLocks/>
            </p:cNvSpPr>
            <p:nvPr/>
          </p:nvSpPr>
          <p:spPr bwMode="invGray">
            <a:xfrm>
              <a:off x="12307888" y="2809875"/>
              <a:ext cx="249238" cy="15875"/>
            </a:xfrm>
            <a:custGeom>
              <a:avLst/>
              <a:gdLst>
                <a:gd name="T0" fmla="*/ 2 w 130"/>
                <a:gd name="T1" fmla="*/ 3 h 7"/>
                <a:gd name="T2" fmla="*/ 2 w 130"/>
                <a:gd name="T3" fmla="*/ 3 h 7"/>
                <a:gd name="T4" fmla="*/ 70 w 130"/>
                <a:gd name="T5" fmla="*/ 2 h 7"/>
                <a:gd name="T6" fmla="*/ 0 w 130"/>
                <a:gd name="T7" fmla="*/ 6 h 7"/>
                <a:gd name="T8" fmla="*/ 130 w 130"/>
                <a:gd name="T9" fmla="*/ 4 h 7"/>
                <a:gd name="T10" fmla="*/ 2 w 130"/>
                <a:gd name="T11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0" h="7">
                  <a:moveTo>
                    <a:pt x="2" y="3"/>
                  </a:moveTo>
                  <a:lnTo>
                    <a:pt x="2" y="3"/>
                  </a:lnTo>
                  <a:cubicBezTo>
                    <a:pt x="23" y="2"/>
                    <a:pt x="37" y="1"/>
                    <a:pt x="70" y="2"/>
                  </a:cubicBezTo>
                  <a:cubicBezTo>
                    <a:pt x="82" y="6"/>
                    <a:pt x="15" y="2"/>
                    <a:pt x="0" y="6"/>
                  </a:cubicBezTo>
                  <a:cubicBezTo>
                    <a:pt x="61" y="7"/>
                    <a:pt x="80" y="4"/>
                    <a:pt x="130" y="4"/>
                  </a:cubicBezTo>
                  <a:cubicBezTo>
                    <a:pt x="106" y="2"/>
                    <a:pt x="4" y="0"/>
                    <a:pt x="2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19" name="Voľný tvar 67"/>
            <p:cNvSpPr>
              <a:spLocks/>
            </p:cNvSpPr>
            <p:nvPr/>
          </p:nvSpPr>
          <p:spPr bwMode="invGray">
            <a:xfrm>
              <a:off x="12252325" y="2825750"/>
              <a:ext cx="73025" cy="1587"/>
            </a:xfrm>
            <a:custGeom>
              <a:avLst/>
              <a:gdLst>
                <a:gd name="T0" fmla="*/ 4 w 38"/>
                <a:gd name="T1" fmla="*/ 1 h 1"/>
                <a:gd name="T2" fmla="*/ 4 w 38"/>
                <a:gd name="T3" fmla="*/ 1 h 1"/>
                <a:gd name="T4" fmla="*/ 38 w 38"/>
                <a:gd name="T5" fmla="*/ 0 h 1"/>
                <a:gd name="T6" fmla="*/ 34 w 38"/>
                <a:gd name="T7" fmla="*/ 0 h 1"/>
                <a:gd name="T8" fmla="*/ 0 w 38"/>
                <a:gd name="T9" fmla="*/ 1 h 1"/>
                <a:gd name="T10" fmla="*/ 4 w 38"/>
                <a:gd name="T11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1">
                  <a:moveTo>
                    <a:pt x="4" y="1"/>
                  </a:moveTo>
                  <a:lnTo>
                    <a:pt x="4" y="1"/>
                  </a:lnTo>
                  <a:lnTo>
                    <a:pt x="38" y="0"/>
                  </a:lnTo>
                  <a:lnTo>
                    <a:pt x="34" y="0"/>
                  </a:lnTo>
                  <a:lnTo>
                    <a:pt x="0" y="1"/>
                  </a:lnTo>
                  <a:lnTo>
                    <a:pt x="4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20" name="Voľný tvar 68"/>
            <p:cNvSpPr>
              <a:spLocks/>
            </p:cNvSpPr>
            <p:nvPr/>
          </p:nvSpPr>
          <p:spPr bwMode="invGray">
            <a:xfrm>
              <a:off x="10779125" y="2733675"/>
              <a:ext cx="66675" cy="4762"/>
            </a:xfrm>
            <a:custGeom>
              <a:avLst/>
              <a:gdLst>
                <a:gd name="T0" fmla="*/ 35 w 35"/>
                <a:gd name="T1" fmla="*/ 2 h 2"/>
                <a:gd name="T2" fmla="*/ 35 w 35"/>
                <a:gd name="T3" fmla="*/ 2 h 2"/>
                <a:gd name="T4" fmla="*/ 0 w 35"/>
                <a:gd name="T5" fmla="*/ 2 h 2"/>
                <a:gd name="T6" fmla="*/ 35 w 35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5" h="2">
                  <a:moveTo>
                    <a:pt x="35" y="2"/>
                  </a:moveTo>
                  <a:lnTo>
                    <a:pt x="35" y="2"/>
                  </a:lnTo>
                  <a:cubicBezTo>
                    <a:pt x="32" y="0"/>
                    <a:pt x="11" y="1"/>
                    <a:pt x="0" y="2"/>
                  </a:cubicBezTo>
                  <a:cubicBezTo>
                    <a:pt x="9" y="2"/>
                    <a:pt x="22" y="2"/>
                    <a:pt x="35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21" name="Voľný tvar 69"/>
            <p:cNvSpPr>
              <a:spLocks/>
            </p:cNvSpPr>
            <p:nvPr/>
          </p:nvSpPr>
          <p:spPr bwMode="invGray">
            <a:xfrm>
              <a:off x="-2471738" y="2738438"/>
              <a:ext cx="496888" cy="1587"/>
            </a:xfrm>
            <a:custGeom>
              <a:avLst/>
              <a:gdLst>
                <a:gd name="T0" fmla="*/ 259 w 259"/>
                <a:gd name="T1" fmla="*/ 0 h 1"/>
                <a:gd name="T2" fmla="*/ 259 w 259"/>
                <a:gd name="T3" fmla="*/ 0 h 1"/>
                <a:gd name="T4" fmla="*/ 0 w 259"/>
                <a:gd name="T5" fmla="*/ 1 h 1"/>
                <a:gd name="T6" fmla="*/ 259 w 25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9" h="1">
                  <a:moveTo>
                    <a:pt x="259" y="0"/>
                  </a:moveTo>
                  <a:lnTo>
                    <a:pt x="259" y="0"/>
                  </a:lnTo>
                  <a:lnTo>
                    <a:pt x="0" y="1"/>
                  </a:lnTo>
                  <a:lnTo>
                    <a:pt x="25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22" name="Voľný tvar 70"/>
            <p:cNvSpPr>
              <a:spLocks/>
            </p:cNvSpPr>
            <p:nvPr/>
          </p:nvSpPr>
          <p:spPr bwMode="invGray">
            <a:xfrm>
              <a:off x="9136063" y="2735263"/>
              <a:ext cx="387350" cy="14287"/>
            </a:xfrm>
            <a:custGeom>
              <a:avLst/>
              <a:gdLst>
                <a:gd name="T0" fmla="*/ 30 w 202"/>
                <a:gd name="T1" fmla="*/ 6 h 6"/>
                <a:gd name="T2" fmla="*/ 30 w 202"/>
                <a:gd name="T3" fmla="*/ 6 h 6"/>
                <a:gd name="T4" fmla="*/ 202 w 202"/>
                <a:gd name="T5" fmla="*/ 3 h 6"/>
                <a:gd name="T6" fmla="*/ 0 w 202"/>
                <a:gd name="T7" fmla="*/ 3 h 6"/>
                <a:gd name="T8" fmla="*/ 30 w 20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2" h="6">
                  <a:moveTo>
                    <a:pt x="30" y="6"/>
                  </a:moveTo>
                  <a:lnTo>
                    <a:pt x="30" y="6"/>
                  </a:lnTo>
                  <a:cubicBezTo>
                    <a:pt x="100" y="5"/>
                    <a:pt x="131" y="3"/>
                    <a:pt x="202" y="3"/>
                  </a:cubicBezTo>
                  <a:cubicBezTo>
                    <a:pt x="109" y="0"/>
                    <a:pt x="79" y="6"/>
                    <a:pt x="0" y="3"/>
                  </a:cubicBezTo>
                  <a:lnTo>
                    <a:pt x="30" y="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23" name="Voľný tvar 71"/>
            <p:cNvSpPr>
              <a:spLocks/>
            </p:cNvSpPr>
            <p:nvPr/>
          </p:nvSpPr>
          <p:spPr bwMode="invGray">
            <a:xfrm>
              <a:off x="9139238" y="2725738"/>
              <a:ext cx="142875" cy="9525"/>
            </a:xfrm>
            <a:custGeom>
              <a:avLst/>
              <a:gdLst>
                <a:gd name="T0" fmla="*/ 54 w 75"/>
                <a:gd name="T1" fmla="*/ 0 h 4"/>
                <a:gd name="T2" fmla="*/ 54 w 75"/>
                <a:gd name="T3" fmla="*/ 0 h 4"/>
                <a:gd name="T4" fmla="*/ 10 w 75"/>
                <a:gd name="T5" fmla="*/ 4 h 4"/>
                <a:gd name="T6" fmla="*/ 75 w 75"/>
                <a:gd name="T7" fmla="*/ 2 h 4"/>
                <a:gd name="T8" fmla="*/ 54 w 7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54" y="0"/>
                  </a:moveTo>
                  <a:lnTo>
                    <a:pt x="54" y="0"/>
                  </a:lnTo>
                  <a:cubicBezTo>
                    <a:pt x="65" y="2"/>
                    <a:pt x="0" y="3"/>
                    <a:pt x="10" y="4"/>
                  </a:cubicBezTo>
                  <a:cubicBezTo>
                    <a:pt x="57" y="4"/>
                    <a:pt x="32" y="2"/>
                    <a:pt x="75" y="2"/>
                  </a:cubicBezTo>
                  <a:lnTo>
                    <a:pt x="5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24" name="Voľný tvar 72"/>
            <p:cNvSpPr>
              <a:spLocks/>
            </p:cNvSpPr>
            <p:nvPr/>
          </p:nvSpPr>
          <p:spPr bwMode="invGray">
            <a:xfrm>
              <a:off x="9805988" y="2817813"/>
              <a:ext cx="39688" cy="3175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17 w 21"/>
                <a:gd name="T7" fmla="*/ 1 h 1"/>
                <a:gd name="T8" fmla="*/ 21 w 2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lnTo>
                    <a:pt x="17" y="1"/>
                  </a:lnTo>
                  <a:lnTo>
                    <a:pt x="2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25" name="Voľný tvar 73"/>
            <p:cNvSpPr>
              <a:spLocks/>
            </p:cNvSpPr>
            <p:nvPr/>
          </p:nvSpPr>
          <p:spPr bwMode="invGray">
            <a:xfrm>
              <a:off x="8580438" y="2725738"/>
              <a:ext cx="66675" cy="3175"/>
            </a:xfrm>
            <a:custGeom>
              <a:avLst/>
              <a:gdLst>
                <a:gd name="T0" fmla="*/ 27 w 35"/>
                <a:gd name="T1" fmla="*/ 1 h 1"/>
                <a:gd name="T2" fmla="*/ 27 w 35"/>
                <a:gd name="T3" fmla="*/ 1 h 1"/>
                <a:gd name="T4" fmla="*/ 35 w 35"/>
                <a:gd name="T5" fmla="*/ 1 h 1"/>
                <a:gd name="T6" fmla="*/ 0 w 35"/>
                <a:gd name="T7" fmla="*/ 0 h 1"/>
                <a:gd name="T8" fmla="*/ 27 w 3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1">
                  <a:moveTo>
                    <a:pt x="27" y="1"/>
                  </a:moveTo>
                  <a:lnTo>
                    <a:pt x="27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27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26" name="Voľný tvar 74"/>
            <p:cNvSpPr>
              <a:spLocks/>
            </p:cNvSpPr>
            <p:nvPr/>
          </p:nvSpPr>
          <p:spPr bwMode="invGray">
            <a:xfrm>
              <a:off x="8647113" y="2725738"/>
              <a:ext cx="15875" cy="3175"/>
            </a:xfrm>
            <a:custGeom>
              <a:avLst/>
              <a:gdLst>
                <a:gd name="T0" fmla="*/ 8 w 8"/>
                <a:gd name="T1" fmla="*/ 0 h 1"/>
                <a:gd name="T2" fmla="*/ 8 w 8"/>
                <a:gd name="T3" fmla="*/ 0 h 1"/>
                <a:gd name="T4" fmla="*/ 0 w 8"/>
                <a:gd name="T5" fmla="*/ 1 h 1"/>
                <a:gd name="T6" fmla="*/ 8 w 8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0"/>
                  </a:moveTo>
                  <a:lnTo>
                    <a:pt x="8" y="0"/>
                  </a:lnTo>
                  <a:lnTo>
                    <a:pt x="0" y="1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27" name="Voľný tvar 75"/>
            <p:cNvSpPr>
              <a:spLocks/>
            </p:cNvSpPr>
            <p:nvPr/>
          </p:nvSpPr>
          <p:spPr bwMode="invGray">
            <a:xfrm>
              <a:off x="9794875" y="2830513"/>
              <a:ext cx="90488" cy="1587"/>
            </a:xfrm>
            <a:custGeom>
              <a:avLst/>
              <a:gdLst>
                <a:gd name="T0" fmla="*/ 0 w 47"/>
                <a:gd name="T1" fmla="*/ 0 h 1"/>
                <a:gd name="T2" fmla="*/ 0 w 47"/>
                <a:gd name="T3" fmla="*/ 0 h 1"/>
                <a:gd name="T4" fmla="*/ 32 w 47"/>
                <a:gd name="T5" fmla="*/ 1 h 1"/>
                <a:gd name="T6" fmla="*/ 47 w 47"/>
                <a:gd name="T7" fmla="*/ 0 h 1"/>
                <a:gd name="T8" fmla="*/ 0 w 47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0" y="0"/>
                  </a:moveTo>
                  <a:lnTo>
                    <a:pt x="0" y="0"/>
                  </a:lnTo>
                  <a:lnTo>
                    <a:pt x="32" y="1"/>
                  </a:lnTo>
                  <a:lnTo>
                    <a:pt x="47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28" name="Voľný tvar 76"/>
            <p:cNvSpPr>
              <a:spLocks/>
            </p:cNvSpPr>
            <p:nvPr/>
          </p:nvSpPr>
          <p:spPr bwMode="invGray">
            <a:xfrm>
              <a:off x="9232900" y="2795588"/>
              <a:ext cx="84138" cy="3175"/>
            </a:xfrm>
            <a:custGeom>
              <a:avLst/>
              <a:gdLst>
                <a:gd name="T0" fmla="*/ 16 w 44"/>
                <a:gd name="T1" fmla="*/ 1 h 1"/>
                <a:gd name="T2" fmla="*/ 16 w 44"/>
                <a:gd name="T3" fmla="*/ 1 h 1"/>
                <a:gd name="T4" fmla="*/ 44 w 44"/>
                <a:gd name="T5" fmla="*/ 1 h 1"/>
                <a:gd name="T6" fmla="*/ 16 w 4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1">
                  <a:moveTo>
                    <a:pt x="16" y="1"/>
                  </a:moveTo>
                  <a:lnTo>
                    <a:pt x="16" y="1"/>
                  </a:lnTo>
                  <a:lnTo>
                    <a:pt x="44" y="1"/>
                  </a:lnTo>
                  <a:cubicBezTo>
                    <a:pt x="39" y="1"/>
                    <a:pt x="0" y="0"/>
                    <a:pt x="16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29" name="Voľný tvar 77"/>
            <p:cNvSpPr>
              <a:spLocks/>
            </p:cNvSpPr>
            <p:nvPr/>
          </p:nvSpPr>
          <p:spPr bwMode="invGray">
            <a:xfrm>
              <a:off x="8158163" y="2725738"/>
              <a:ext cx="71438" cy="3175"/>
            </a:xfrm>
            <a:custGeom>
              <a:avLst/>
              <a:gdLst>
                <a:gd name="T0" fmla="*/ 34 w 37"/>
                <a:gd name="T1" fmla="*/ 0 h 1"/>
                <a:gd name="T2" fmla="*/ 34 w 37"/>
                <a:gd name="T3" fmla="*/ 0 h 1"/>
                <a:gd name="T4" fmla="*/ 0 w 37"/>
                <a:gd name="T5" fmla="*/ 1 h 1"/>
                <a:gd name="T6" fmla="*/ 3 w 37"/>
                <a:gd name="T7" fmla="*/ 1 h 1"/>
                <a:gd name="T8" fmla="*/ 37 w 37"/>
                <a:gd name="T9" fmla="*/ 0 h 1"/>
                <a:gd name="T10" fmla="*/ 34 w 37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7" h="1">
                  <a:moveTo>
                    <a:pt x="34" y="0"/>
                  </a:moveTo>
                  <a:lnTo>
                    <a:pt x="34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37" y="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30" name="Voľný tvar 78"/>
            <p:cNvSpPr>
              <a:spLocks/>
            </p:cNvSpPr>
            <p:nvPr/>
          </p:nvSpPr>
          <p:spPr bwMode="invGray">
            <a:xfrm>
              <a:off x="8734425" y="2814638"/>
              <a:ext cx="144463" cy="3175"/>
            </a:xfrm>
            <a:custGeom>
              <a:avLst/>
              <a:gdLst>
                <a:gd name="T0" fmla="*/ 56 w 76"/>
                <a:gd name="T1" fmla="*/ 0 h 2"/>
                <a:gd name="T2" fmla="*/ 56 w 76"/>
                <a:gd name="T3" fmla="*/ 0 h 2"/>
                <a:gd name="T4" fmla="*/ 40 w 76"/>
                <a:gd name="T5" fmla="*/ 2 h 2"/>
                <a:gd name="T6" fmla="*/ 56 w 76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6" h="2">
                  <a:moveTo>
                    <a:pt x="56" y="0"/>
                  </a:moveTo>
                  <a:lnTo>
                    <a:pt x="56" y="0"/>
                  </a:lnTo>
                  <a:cubicBezTo>
                    <a:pt x="76" y="2"/>
                    <a:pt x="0" y="0"/>
                    <a:pt x="40" y="2"/>
                  </a:cubicBezTo>
                  <a:cubicBezTo>
                    <a:pt x="76" y="2"/>
                    <a:pt x="61" y="1"/>
                    <a:pt x="5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31" name="Voľný tvar 79"/>
            <p:cNvSpPr>
              <a:spLocks/>
            </p:cNvSpPr>
            <p:nvPr/>
          </p:nvSpPr>
          <p:spPr bwMode="invGray">
            <a:xfrm>
              <a:off x="8023225" y="2782888"/>
              <a:ext cx="26988" cy="1587"/>
            </a:xfrm>
            <a:custGeom>
              <a:avLst/>
              <a:gdLst>
                <a:gd name="T0" fmla="*/ 14 w 14"/>
                <a:gd name="T1" fmla="*/ 0 h 1"/>
                <a:gd name="T2" fmla="*/ 14 w 14"/>
                <a:gd name="T3" fmla="*/ 0 h 1"/>
                <a:gd name="T4" fmla="*/ 0 w 14"/>
                <a:gd name="T5" fmla="*/ 1 h 1"/>
                <a:gd name="T6" fmla="*/ 14 w 14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">
                  <a:moveTo>
                    <a:pt x="14" y="0"/>
                  </a:moveTo>
                  <a:lnTo>
                    <a:pt x="14" y="0"/>
                  </a:lnTo>
                  <a:cubicBezTo>
                    <a:pt x="9" y="0"/>
                    <a:pt x="5" y="0"/>
                    <a:pt x="0" y="1"/>
                  </a:cubicBezTo>
                  <a:lnTo>
                    <a:pt x="1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32" name="Voľný tvar 80"/>
            <p:cNvSpPr>
              <a:spLocks/>
            </p:cNvSpPr>
            <p:nvPr/>
          </p:nvSpPr>
          <p:spPr bwMode="invGray">
            <a:xfrm>
              <a:off x="8050213" y="2782888"/>
              <a:ext cx="77788" cy="1587"/>
            </a:xfrm>
            <a:custGeom>
              <a:avLst/>
              <a:gdLst>
                <a:gd name="T0" fmla="*/ 0 w 40"/>
                <a:gd name="T1" fmla="*/ 0 h 1"/>
                <a:gd name="T2" fmla="*/ 0 w 40"/>
                <a:gd name="T3" fmla="*/ 0 h 1"/>
                <a:gd name="T4" fmla="*/ 40 w 40"/>
                <a:gd name="T5" fmla="*/ 1 h 1"/>
                <a:gd name="T6" fmla="*/ 0 w 40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1">
                  <a:moveTo>
                    <a:pt x="0" y="0"/>
                  </a:moveTo>
                  <a:lnTo>
                    <a:pt x="0" y="0"/>
                  </a:lnTo>
                  <a:cubicBezTo>
                    <a:pt x="15" y="0"/>
                    <a:pt x="30" y="1"/>
                    <a:pt x="40" y="1"/>
                  </a:cubicBezTo>
                  <a:cubicBezTo>
                    <a:pt x="21" y="0"/>
                    <a:pt x="15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33" name="Voľný tvar 81"/>
            <p:cNvSpPr>
              <a:spLocks/>
            </p:cNvSpPr>
            <p:nvPr/>
          </p:nvSpPr>
          <p:spPr bwMode="invGray">
            <a:xfrm>
              <a:off x="7715250" y="2779713"/>
              <a:ext cx="90488" cy="7937"/>
            </a:xfrm>
            <a:custGeom>
              <a:avLst/>
              <a:gdLst>
                <a:gd name="T0" fmla="*/ 5 w 47"/>
                <a:gd name="T1" fmla="*/ 2 h 3"/>
                <a:gd name="T2" fmla="*/ 5 w 47"/>
                <a:gd name="T3" fmla="*/ 2 h 3"/>
                <a:gd name="T4" fmla="*/ 18 w 47"/>
                <a:gd name="T5" fmla="*/ 2 h 3"/>
                <a:gd name="T6" fmla="*/ 23 w 47"/>
                <a:gd name="T7" fmla="*/ 2 h 3"/>
                <a:gd name="T8" fmla="*/ 38 w 47"/>
                <a:gd name="T9" fmla="*/ 1 h 3"/>
                <a:gd name="T10" fmla="*/ 47 w 47"/>
                <a:gd name="T11" fmla="*/ 0 h 3"/>
                <a:gd name="T12" fmla="*/ 35 w 47"/>
                <a:gd name="T13" fmla="*/ 1 h 3"/>
                <a:gd name="T14" fmla="*/ 5 w 47"/>
                <a:gd name="T15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7" h="3">
                  <a:moveTo>
                    <a:pt x="5" y="2"/>
                  </a:moveTo>
                  <a:lnTo>
                    <a:pt x="5" y="2"/>
                  </a:lnTo>
                  <a:lnTo>
                    <a:pt x="18" y="2"/>
                  </a:lnTo>
                  <a:cubicBezTo>
                    <a:pt x="4" y="3"/>
                    <a:pt x="11" y="3"/>
                    <a:pt x="23" y="2"/>
                  </a:cubicBezTo>
                  <a:cubicBezTo>
                    <a:pt x="37" y="2"/>
                    <a:pt x="37" y="1"/>
                    <a:pt x="38" y="1"/>
                  </a:cubicBezTo>
                  <a:lnTo>
                    <a:pt x="47" y="0"/>
                  </a:lnTo>
                  <a:lnTo>
                    <a:pt x="35" y="1"/>
                  </a:lnTo>
                  <a:cubicBezTo>
                    <a:pt x="13" y="1"/>
                    <a:pt x="0" y="1"/>
                    <a:pt x="5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34" name="Voľný tvar 82"/>
            <p:cNvSpPr>
              <a:spLocks/>
            </p:cNvSpPr>
            <p:nvPr/>
          </p:nvSpPr>
          <p:spPr bwMode="invGray">
            <a:xfrm>
              <a:off x="6508750" y="2713038"/>
              <a:ext cx="247650" cy="6350"/>
            </a:xfrm>
            <a:custGeom>
              <a:avLst/>
              <a:gdLst>
                <a:gd name="T0" fmla="*/ 0 w 129"/>
                <a:gd name="T1" fmla="*/ 0 h 3"/>
                <a:gd name="T2" fmla="*/ 0 w 129"/>
                <a:gd name="T3" fmla="*/ 0 h 3"/>
                <a:gd name="T4" fmla="*/ 60 w 129"/>
                <a:gd name="T5" fmla="*/ 2 h 3"/>
                <a:gd name="T6" fmla="*/ 129 w 129"/>
                <a:gd name="T7" fmla="*/ 0 h 3"/>
                <a:gd name="T8" fmla="*/ 0 w 129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9" h="3">
                  <a:moveTo>
                    <a:pt x="0" y="0"/>
                  </a:moveTo>
                  <a:lnTo>
                    <a:pt x="0" y="0"/>
                  </a:lnTo>
                  <a:cubicBezTo>
                    <a:pt x="50" y="1"/>
                    <a:pt x="63" y="1"/>
                    <a:pt x="60" y="2"/>
                  </a:cubicBezTo>
                  <a:cubicBezTo>
                    <a:pt x="108" y="3"/>
                    <a:pt x="100" y="0"/>
                    <a:pt x="129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35" name="Voľný tvar 83"/>
            <p:cNvSpPr>
              <a:spLocks/>
            </p:cNvSpPr>
            <p:nvPr/>
          </p:nvSpPr>
          <p:spPr bwMode="invGray">
            <a:xfrm>
              <a:off x="6756400" y="2713038"/>
              <a:ext cx="33338" cy="0"/>
            </a:xfrm>
            <a:custGeom>
              <a:avLst/>
              <a:gdLst>
                <a:gd name="T0" fmla="*/ 0 w 18"/>
                <a:gd name="T1" fmla="*/ 0 w 18"/>
                <a:gd name="T2" fmla="*/ 18 w 18"/>
                <a:gd name="T3" fmla="*/ 0 w 1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8">
                  <a:moveTo>
                    <a:pt x="0" y="0"/>
                  </a:moveTo>
                  <a:lnTo>
                    <a:pt x="0" y="0"/>
                  </a:lnTo>
                  <a:lnTo>
                    <a:pt x="1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36" name="Voľný tvar 84"/>
            <p:cNvSpPr>
              <a:spLocks/>
            </p:cNvSpPr>
            <p:nvPr/>
          </p:nvSpPr>
          <p:spPr bwMode="invGray">
            <a:xfrm>
              <a:off x="8047038" y="2820988"/>
              <a:ext cx="58738" cy="4762"/>
            </a:xfrm>
            <a:custGeom>
              <a:avLst/>
              <a:gdLst>
                <a:gd name="T0" fmla="*/ 31 w 31"/>
                <a:gd name="T1" fmla="*/ 0 h 2"/>
                <a:gd name="T2" fmla="*/ 31 w 31"/>
                <a:gd name="T3" fmla="*/ 0 h 2"/>
                <a:gd name="T4" fmla="*/ 0 w 31"/>
                <a:gd name="T5" fmla="*/ 2 h 2"/>
                <a:gd name="T6" fmla="*/ 11 w 31"/>
                <a:gd name="T7" fmla="*/ 2 h 2"/>
                <a:gd name="T8" fmla="*/ 31 w 3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2">
                  <a:moveTo>
                    <a:pt x="31" y="0"/>
                  </a:moveTo>
                  <a:lnTo>
                    <a:pt x="31" y="0"/>
                  </a:lnTo>
                  <a:lnTo>
                    <a:pt x="0" y="2"/>
                  </a:lnTo>
                  <a:lnTo>
                    <a:pt x="11" y="2"/>
                  </a:lnTo>
                  <a:lnTo>
                    <a:pt x="3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37" name="Voľný tvar 85"/>
            <p:cNvSpPr>
              <a:spLocks/>
            </p:cNvSpPr>
            <p:nvPr/>
          </p:nvSpPr>
          <p:spPr bwMode="invGray">
            <a:xfrm>
              <a:off x="6348413" y="2711451"/>
              <a:ext cx="82550" cy="1587"/>
            </a:xfrm>
            <a:custGeom>
              <a:avLst/>
              <a:gdLst>
                <a:gd name="T0" fmla="*/ 9 w 43"/>
                <a:gd name="T1" fmla="*/ 1 h 1"/>
                <a:gd name="T2" fmla="*/ 9 w 43"/>
                <a:gd name="T3" fmla="*/ 1 h 1"/>
                <a:gd name="T4" fmla="*/ 41 w 43"/>
                <a:gd name="T5" fmla="*/ 1 h 1"/>
                <a:gd name="T6" fmla="*/ 9 w 43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3" h="1">
                  <a:moveTo>
                    <a:pt x="9" y="1"/>
                  </a:moveTo>
                  <a:lnTo>
                    <a:pt x="9" y="1"/>
                  </a:lnTo>
                  <a:cubicBezTo>
                    <a:pt x="18" y="1"/>
                    <a:pt x="33" y="1"/>
                    <a:pt x="41" y="1"/>
                  </a:cubicBezTo>
                  <a:cubicBezTo>
                    <a:pt x="43" y="0"/>
                    <a:pt x="0" y="1"/>
                    <a:pt x="9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38" name="Voľný tvar 86"/>
            <p:cNvSpPr>
              <a:spLocks/>
            </p:cNvSpPr>
            <p:nvPr/>
          </p:nvSpPr>
          <p:spPr bwMode="invGray">
            <a:xfrm>
              <a:off x="6734175" y="2771775"/>
              <a:ext cx="96838" cy="6350"/>
            </a:xfrm>
            <a:custGeom>
              <a:avLst/>
              <a:gdLst>
                <a:gd name="T0" fmla="*/ 0 w 50"/>
                <a:gd name="T1" fmla="*/ 2 h 3"/>
                <a:gd name="T2" fmla="*/ 0 w 50"/>
                <a:gd name="T3" fmla="*/ 2 h 3"/>
                <a:gd name="T4" fmla="*/ 50 w 50"/>
                <a:gd name="T5" fmla="*/ 3 h 3"/>
                <a:gd name="T6" fmla="*/ 0 w 50"/>
                <a:gd name="T7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0" h="3">
                  <a:moveTo>
                    <a:pt x="0" y="2"/>
                  </a:moveTo>
                  <a:lnTo>
                    <a:pt x="0" y="2"/>
                  </a:lnTo>
                  <a:cubicBezTo>
                    <a:pt x="6" y="3"/>
                    <a:pt x="37" y="2"/>
                    <a:pt x="50" y="3"/>
                  </a:cubicBezTo>
                  <a:cubicBezTo>
                    <a:pt x="32" y="2"/>
                    <a:pt x="17" y="0"/>
                    <a:pt x="0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39" name="Voľný tvar 87"/>
            <p:cNvSpPr>
              <a:spLocks/>
            </p:cNvSpPr>
            <p:nvPr/>
          </p:nvSpPr>
          <p:spPr bwMode="invGray">
            <a:xfrm>
              <a:off x="6091238" y="2722563"/>
              <a:ext cx="95250" cy="7937"/>
            </a:xfrm>
            <a:custGeom>
              <a:avLst/>
              <a:gdLst>
                <a:gd name="T0" fmla="*/ 0 w 49"/>
                <a:gd name="T1" fmla="*/ 1 h 4"/>
                <a:gd name="T2" fmla="*/ 0 w 49"/>
                <a:gd name="T3" fmla="*/ 1 h 4"/>
                <a:gd name="T4" fmla="*/ 18 w 49"/>
                <a:gd name="T5" fmla="*/ 4 h 4"/>
                <a:gd name="T6" fmla="*/ 0 w 49"/>
                <a:gd name="T7" fmla="*/ 1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9" h="4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4" y="2"/>
                    <a:pt x="18" y="4"/>
                  </a:cubicBezTo>
                  <a:cubicBezTo>
                    <a:pt x="31" y="3"/>
                    <a:pt x="49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40" name="Voľný tvar 88"/>
            <p:cNvSpPr>
              <a:spLocks/>
            </p:cNvSpPr>
            <p:nvPr/>
          </p:nvSpPr>
          <p:spPr bwMode="invGray">
            <a:xfrm>
              <a:off x="6559550" y="2773363"/>
              <a:ext cx="80963" cy="3175"/>
            </a:xfrm>
            <a:custGeom>
              <a:avLst/>
              <a:gdLst>
                <a:gd name="T0" fmla="*/ 0 w 42"/>
                <a:gd name="T1" fmla="*/ 1 h 1"/>
                <a:gd name="T2" fmla="*/ 0 w 42"/>
                <a:gd name="T3" fmla="*/ 1 h 1"/>
                <a:gd name="T4" fmla="*/ 8 w 42"/>
                <a:gd name="T5" fmla="*/ 1 h 1"/>
                <a:gd name="T6" fmla="*/ 42 w 42"/>
                <a:gd name="T7" fmla="*/ 0 h 1"/>
                <a:gd name="T8" fmla="*/ 0 w 42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1">
                  <a:moveTo>
                    <a:pt x="0" y="1"/>
                  </a:moveTo>
                  <a:lnTo>
                    <a:pt x="0" y="1"/>
                  </a:lnTo>
                  <a:lnTo>
                    <a:pt x="8" y="1"/>
                  </a:lnTo>
                  <a:lnTo>
                    <a:pt x="42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41" name="Voľný tvar 89"/>
            <p:cNvSpPr>
              <a:spLocks/>
            </p:cNvSpPr>
            <p:nvPr/>
          </p:nvSpPr>
          <p:spPr bwMode="invGray">
            <a:xfrm>
              <a:off x="6640513" y="2806700"/>
              <a:ext cx="227013" cy="15875"/>
            </a:xfrm>
            <a:custGeom>
              <a:avLst/>
              <a:gdLst>
                <a:gd name="T0" fmla="*/ 80 w 118"/>
                <a:gd name="T1" fmla="*/ 7 h 7"/>
                <a:gd name="T2" fmla="*/ 80 w 118"/>
                <a:gd name="T3" fmla="*/ 7 h 7"/>
                <a:gd name="T4" fmla="*/ 85 w 118"/>
                <a:gd name="T5" fmla="*/ 1 h 7"/>
                <a:gd name="T6" fmla="*/ 29 w 118"/>
                <a:gd name="T7" fmla="*/ 4 h 7"/>
                <a:gd name="T8" fmla="*/ 80 w 118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8" h="7">
                  <a:moveTo>
                    <a:pt x="80" y="7"/>
                  </a:moveTo>
                  <a:lnTo>
                    <a:pt x="80" y="7"/>
                  </a:lnTo>
                  <a:cubicBezTo>
                    <a:pt x="118" y="5"/>
                    <a:pt x="19" y="3"/>
                    <a:pt x="85" y="1"/>
                  </a:cubicBezTo>
                  <a:cubicBezTo>
                    <a:pt x="0" y="0"/>
                    <a:pt x="92" y="4"/>
                    <a:pt x="29" y="4"/>
                  </a:cubicBezTo>
                  <a:cubicBezTo>
                    <a:pt x="66" y="4"/>
                    <a:pt x="84" y="6"/>
                    <a:pt x="80" y="7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42" name="Voľný tvar 90"/>
            <p:cNvSpPr>
              <a:spLocks/>
            </p:cNvSpPr>
            <p:nvPr/>
          </p:nvSpPr>
          <p:spPr bwMode="invGray">
            <a:xfrm>
              <a:off x="6661150" y="2814638"/>
              <a:ext cx="34925" cy="1587"/>
            </a:xfrm>
            <a:custGeom>
              <a:avLst/>
              <a:gdLst>
                <a:gd name="T0" fmla="*/ 18 w 18"/>
                <a:gd name="T1" fmla="*/ 1 h 1"/>
                <a:gd name="T2" fmla="*/ 18 w 18"/>
                <a:gd name="T3" fmla="*/ 1 h 1"/>
                <a:gd name="T4" fmla="*/ 0 w 18"/>
                <a:gd name="T5" fmla="*/ 0 h 1"/>
                <a:gd name="T6" fmla="*/ 18 w 1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1">
                  <a:moveTo>
                    <a:pt x="18" y="1"/>
                  </a:moveTo>
                  <a:lnTo>
                    <a:pt x="18" y="1"/>
                  </a:lnTo>
                  <a:lnTo>
                    <a:pt x="0" y="0"/>
                  </a:lnTo>
                  <a:lnTo>
                    <a:pt x="18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43" name="Voľný tvar 91"/>
            <p:cNvSpPr>
              <a:spLocks/>
            </p:cNvSpPr>
            <p:nvPr/>
          </p:nvSpPr>
          <p:spPr bwMode="invGray">
            <a:xfrm>
              <a:off x="5661025" y="2789238"/>
              <a:ext cx="23813" cy="1587"/>
            </a:xfrm>
            <a:custGeom>
              <a:avLst/>
              <a:gdLst>
                <a:gd name="T0" fmla="*/ 0 w 13"/>
                <a:gd name="T1" fmla="*/ 1 h 1"/>
                <a:gd name="T2" fmla="*/ 0 w 13"/>
                <a:gd name="T3" fmla="*/ 1 h 1"/>
                <a:gd name="T4" fmla="*/ 13 w 13"/>
                <a:gd name="T5" fmla="*/ 0 h 1"/>
                <a:gd name="T6" fmla="*/ 0 w 13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">
                  <a:moveTo>
                    <a:pt x="0" y="1"/>
                  </a:moveTo>
                  <a:lnTo>
                    <a:pt x="0" y="1"/>
                  </a:lnTo>
                  <a:lnTo>
                    <a:pt x="13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44" name="Voľný tvar 92"/>
            <p:cNvSpPr>
              <a:spLocks/>
            </p:cNvSpPr>
            <p:nvPr/>
          </p:nvSpPr>
          <p:spPr bwMode="invGray">
            <a:xfrm>
              <a:off x="6162675" y="2814638"/>
              <a:ext cx="258763" cy="7937"/>
            </a:xfrm>
            <a:custGeom>
              <a:avLst/>
              <a:gdLst>
                <a:gd name="T0" fmla="*/ 77 w 135"/>
                <a:gd name="T1" fmla="*/ 2 h 4"/>
                <a:gd name="T2" fmla="*/ 77 w 135"/>
                <a:gd name="T3" fmla="*/ 2 h 4"/>
                <a:gd name="T4" fmla="*/ 135 w 135"/>
                <a:gd name="T5" fmla="*/ 0 h 4"/>
                <a:gd name="T6" fmla="*/ 6 w 135"/>
                <a:gd name="T7" fmla="*/ 4 h 4"/>
                <a:gd name="T8" fmla="*/ 90 w 135"/>
                <a:gd name="T9" fmla="*/ 3 h 4"/>
                <a:gd name="T10" fmla="*/ 77 w 135"/>
                <a:gd name="T11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5" h="4">
                  <a:moveTo>
                    <a:pt x="77" y="2"/>
                  </a:moveTo>
                  <a:lnTo>
                    <a:pt x="77" y="2"/>
                  </a:lnTo>
                  <a:lnTo>
                    <a:pt x="135" y="0"/>
                  </a:lnTo>
                  <a:cubicBezTo>
                    <a:pt x="96" y="1"/>
                    <a:pt x="0" y="1"/>
                    <a:pt x="6" y="4"/>
                  </a:cubicBezTo>
                  <a:cubicBezTo>
                    <a:pt x="37" y="4"/>
                    <a:pt x="75" y="4"/>
                    <a:pt x="90" y="3"/>
                  </a:cubicBezTo>
                  <a:lnTo>
                    <a:pt x="77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45" name="Voľný tvar 93"/>
            <p:cNvSpPr>
              <a:spLocks/>
            </p:cNvSpPr>
            <p:nvPr/>
          </p:nvSpPr>
          <p:spPr bwMode="invGray">
            <a:xfrm>
              <a:off x="5019675" y="2713038"/>
              <a:ext cx="73025" cy="4762"/>
            </a:xfrm>
            <a:custGeom>
              <a:avLst/>
              <a:gdLst>
                <a:gd name="T0" fmla="*/ 13 w 38"/>
                <a:gd name="T1" fmla="*/ 1 h 2"/>
                <a:gd name="T2" fmla="*/ 13 w 38"/>
                <a:gd name="T3" fmla="*/ 1 h 2"/>
                <a:gd name="T4" fmla="*/ 38 w 38"/>
                <a:gd name="T5" fmla="*/ 0 h 2"/>
                <a:gd name="T6" fmla="*/ 7 w 38"/>
                <a:gd name="T7" fmla="*/ 0 h 2"/>
                <a:gd name="T8" fmla="*/ 13 w 38"/>
                <a:gd name="T9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2">
                  <a:moveTo>
                    <a:pt x="13" y="1"/>
                  </a:moveTo>
                  <a:lnTo>
                    <a:pt x="13" y="1"/>
                  </a:lnTo>
                  <a:lnTo>
                    <a:pt x="38" y="0"/>
                  </a:lnTo>
                  <a:lnTo>
                    <a:pt x="7" y="0"/>
                  </a:lnTo>
                  <a:cubicBezTo>
                    <a:pt x="16" y="0"/>
                    <a:pt x="0" y="2"/>
                    <a:pt x="1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46" name="Voľný tvar 94"/>
            <p:cNvSpPr>
              <a:spLocks/>
            </p:cNvSpPr>
            <p:nvPr/>
          </p:nvSpPr>
          <p:spPr bwMode="invGray">
            <a:xfrm>
              <a:off x="5021263" y="2713038"/>
              <a:ext cx="11113" cy="0"/>
            </a:xfrm>
            <a:custGeom>
              <a:avLst/>
              <a:gdLst>
                <a:gd name="T0" fmla="*/ 0 w 6"/>
                <a:gd name="T1" fmla="*/ 0 w 6"/>
                <a:gd name="T2" fmla="*/ 6 w 6"/>
                <a:gd name="T3" fmla="*/ 0 w 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6">
                  <a:moveTo>
                    <a:pt x="0" y="0"/>
                  </a:moveTo>
                  <a:lnTo>
                    <a:pt x="0" y="0"/>
                  </a:ln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47" name="Voľný tvar 95"/>
            <p:cNvSpPr>
              <a:spLocks/>
            </p:cNvSpPr>
            <p:nvPr/>
          </p:nvSpPr>
          <p:spPr bwMode="invGray">
            <a:xfrm>
              <a:off x="5864225" y="2784475"/>
              <a:ext cx="101600" cy="4762"/>
            </a:xfrm>
            <a:custGeom>
              <a:avLst/>
              <a:gdLst>
                <a:gd name="T0" fmla="*/ 3 w 53"/>
                <a:gd name="T1" fmla="*/ 2 h 2"/>
                <a:gd name="T2" fmla="*/ 3 w 53"/>
                <a:gd name="T3" fmla="*/ 2 h 2"/>
                <a:gd name="T4" fmla="*/ 53 w 53"/>
                <a:gd name="T5" fmla="*/ 1 h 2"/>
                <a:gd name="T6" fmla="*/ 3 w 53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3" h="2">
                  <a:moveTo>
                    <a:pt x="3" y="2"/>
                  </a:moveTo>
                  <a:lnTo>
                    <a:pt x="3" y="2"/>
                  </a:lnTo>
                  <a:cubicBezTo>
                    <a:pt x="21" y="2"/>
                    <a:pt x="36" y="2"/>
                    <a:pt x="53" y="1"/>
                  </a:cubicBezTo>
                  <a:cubicBezTo>
                    <a:pt x="46" y="1"/>
                    <a:pt x="0" y="0"/>
                    <a:pt x="3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48" name="Voľný tvar 96"/>
            <p:cNvSpPr>
              <a:spLocks/>
            </p:cNvSpPr>
            <p:nvPr/>
          </p:nvSpPr>
          <p:spPr bwMode="invGray">
            <a:xfrm>
              <a:off x="4703763" y="2722563"/>
              <a:ext cx="84138" cy="1587"/>
            </a:xfrm>
            <a:custGeom>
              <a:avLst/>
              <a:gdLst>
                <a:gd name="T0" fmla="*/ 3 w 44"/>
                <a:gd name="T1" fmla="*/ 1 h 1"/>
                <a:gd name="T2" fmla="*/ 3 w 44"/>
                <a:gd name="T3" fmla="*/ 1 h 1"/>
                <a:gd name="T4" fmla="*/ 44 w 44"/>
                <a:gd name="T5" fmla="*/ 0 h 1"/>
                <a:gd name="T6" fmla="*/ 0 w 44"/>
                <a:gd name="T7" fmla="*/ 0 h 1"/>
                <a:gd name="T8" fmla="*/ 3 w 4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" h="1">
                  <a:moveTo>
                    <a:pt x="3" y="1"/>
                  </a:moveTo>
                  <a:lnTo>
                    <a:pt x="3" y="1"/>
                  </a:lnTo>
                  <a:lnTo>
                    <a:pt x="44" y="0"/>
                  </a:lnTo>
                  <a:lnTo>
                    <a:pt x="0" y="0"/>
                  </a:lnTo>
                  <a:lnTo>
                    <a:pt x="3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49" name="Voľný tvar 97"/>
            <p:cNvSpPr>
              <a:spLocks/>
            </p:cNvSpPr>
            <p:nvPr/>
          </p:nvSpPr>
          <p:spPr bwMode="invGray">
            <a:xfrm>
              <a:off x="4264025" y="2713038"/>
              <a:ext cx="77788" cy="4762"/>
            </a:xfrm>
            <a:custGeom>
              <a:avLst/>
              <a:gdLst>
                <a:gd name="T0" fmla="*/ 41 w 41"/>
                <a:gd name="T1" fmla="*/ 1 h 2"/>
                <a:gd name="T2" fmla="*/ 41 w 41"/>
                <a:gd name="T3" fmla="*/ 1 h 2"/>
                <a:gd name="T4" fmla="*/ 34 w 41"/>
                <a:gd name="T5" fmla="*/ 0 h 2"/>
                <a:gd name="T6" fmla="*/ 0 w 41"/>
                <a:gd name="T7" fmla="*/ 1 h 2"/>
                <a:gd name="T8" fmla="*/ 7 w 41"/>
                <a:gd name="T9" fmla="*/ 2 h 2"/>
                <a:gd name="T10" fmla="*/ 41 w 41"/>
                <a:gd name="T11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" h="2">
                  <a:moveTo>
                    <a:pt x="41" y="1"/>
                  </a:moveTo>
                  <a:lnTo>
                    <a:pt x="41" y="1"/>
                  </a:lnTo>
                  <a:lnTo>
                    <a:pt x="34" y="0"/>
                  </a:lnTo>
                  <a:lnTo>
                    <a:pt x="0" y="1"/>
                  </a:lnTo>
                  <a:lnTo>
                    <a:pt x="7" y="2"/>
                  </a:lnTo>
                  <a:lnTo>
                    <a:pt x="41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50" name="Voľný tvar 98"/>
            <p:cNvSpPr>
              <a:spLocks/>
            </p:cNvSpPr>
            <p:nvPr/>
          </p:nvSpPr>
          <p:spPr bwMode="invGray">
            <a:xfrm>
              <a:off x="4800600" y="2822575"/>
              <a:ext cx="117475" cy="7937"/>
            </a:xfrm>
            <a:custGeom>
              <a:avLst/>
              <a:gdLst>
                <a:gd name="T0" fmla="*/ 11 w 61"/>
                <a:gd name="T1" fmla="*/ 2 h 3"/>
                <a:gd name="T2" fmla="*/ 11 w 61"/>
                <a:gd name="T3" fmla="*/ 2 h 3"/>
                <a:gd name="T4" fmla="*/ 54 w 61"/>
                <a:gd name="T5" fmla="*/ 0 h 3"/>
                <a:gd name="T6" fmla="*/ 0 w 61"/>
                <a:gd name="T7" fmla="*/ 0 h 3"/>
                <a:gd name="T8" fmla="*/ 46 w 61"/>
                <a:gd name="T9" fmla="*/ 0 h 3"/>
                <a:gd name="T10" fmla="*/ 11 w 61"/>
                <a:gd name="T11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1" h="3">
                  <a:moveTo>
                    <a:pt x="11" y="2"/>
                  </a:moveTo>
                  <a:lnTo>
                    <a:pt x="11" y="2"/>
                  </a:lnTo>
                  <a:cubicBezTo>
                    <a:pt x="39" y="3"/>
                    <a:pt x="61" y="0"/>
                    <a:pt x="54" y="0"/>
                  </a:cubicBezTo>
                  <a:lnTo>
                    <a:pt x="0" y="0"/>
                  </a:lnTo>
                  <a:cubicBezTo>
                    <a:pt x="13" y="2"/>
                    <a:pt x="15" y="0"/>
                    <a:pt x="46" y="0"/>
                  </a:cubicBezTo>
                  <a:lnTo>
                    <a:pt x="11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51" name="Voľný tvar 99"/>
            <p:cNvSpPr>
              <a:spLocks/>
            </p:cNvSpPr>
            <p:nvPr/>
          </p:nvSpPr>
          <p:spPr bwMode="invGray">
            <a:xfrm>
              <a:off x="187325" y="2714625"/>
              <a:ext cx="1925638" cy="31750"/>
            </a:xfrm>
            <a:custGeom>
              <a:avLst/>
              <a:gdLst>
                <a:gd name="T0" fmla="*/ 746 w 1004"/>
                <a:gd name="T1" fmla="*/ 6 h 14"/>
                <a:gd name="T2" fmla="*/ 746 w 1004"/>
                <a:gd name="T3" fmla="*/ 6 h 14"/>
                <a:gd name="T4" fmla="*/ 820 w 1004"/>
                <a:gd name="T5" fmla="*/ 7 h 14"/>
                <a:gd name="T6" fmla="*/ 800 w 1004"/>
                <a:gd name="T7" fmla="*/ 8 h 14"/>
                <a:gd name="T8" fmla="*/ 847 w 1004"/>
                <a:gd name="T9" fmla="*/ 5 h 14"/>
                <a:gd name="T10" fmla="*/ 769 w 1004"/>
                <a:gd name="T11" fmla="*/ 11 h 14"/>
                <a:gd name="T12" fmla="*/ 918 w 1004"/>
                <a:gd name="T13" fmla="*/ 9 h 14"/>
                <a:gd name="T14" fmla="*/ 876 w 1004"/>
                <a:gd name="T15" fmla="*/ 7 h 14"/>
                <a:gd name="T16" fmla="*/ 981 w 1004"/>
                <a:gd name="T17" fmla="*/ 5 h 14"/>
                <a:gd name="T18" fmla="*/ 989 w 1004"/>
                <a:gd name="T19" fmla="*/ 2 h 14"/>
                <a:gd name="T20" fmla="*/ 997 w 1004"/>
                <a:gd name="T21" fmla="*/ 2 h 14"/>
                <a:gd name="T22" fmla="*/ 1004 w 1004"/>
                <a:gd name="T23" fmla="*/ 2 h 14"/>
                <a:gd name="T24" fmla="*/ 999 w 1004"/>
                <a:gd name="T25" fmla="*/ 2 h 14"/>
                <a:gd name="T26" fmla="*/ 994 w 1004"/>
                <a:gd name="T27" fmla="*/ 1 h 14"/>
                <a:gd name="T28" fmla="*/ 904 w 1004"/>
                <a:gd name="T29" fmla="*/ 0 h 14"/>
                <a:gd name="T30" fmla="*/ 791 w 1004"/>
                <a:gd name="T31" fmla="*/ 2 h 14"/>
                <a:gd name="T32" fmla="*/ 756 w 1004"/>
                <a:gd name="T33" fmla="*/ 2 h 14"/>
                <a:gd name="T34" fmla="*/ 743 w 1004"/>
                <a:gd name="T35" fmla="*/ 2 h 14"/>
                <a:gd name="T36" fmla="*/ 764 w 1004"/>
                <a:gd name="T37" fmla="*/ 1 h 14"/>
                <a:gd name="T38" fmla="*/ 697 w 1004"/>
                <a:gd name="T39" fmla="*/ 2 h 14"/>
                <a:gd name="T40" fmla="*/ 570 w 1004"/>
                <a:gd name="T41" fmla="*/ 3 h 14"/>
                <a:gd name="T42" fmla="*/ 559 w 1004"/>
                <a:gd name="T43" fmla="*/ 2 h 14"/>
                <a:gd name="T44" fmla="*/ 554 w 1004"/>
                <a:gd name="T45" fmla="*/ 3 h 14"/>
                <a:gd name="T46" fmla="*/ 0 w 1004"/>
                <a:gd name="T47" fmla="*/ 4 h 14"/>
                <a:gd name="T48" fmla="*/ 79 w 1004"/>
                <a:gd name="T49" fmla="*/ 5 h 14"/>
                <a:gd name="T50" fmla="*/ 113 w 1004"/>
                <a:gd name="T51" fmla="*/ 8 h 14"/>
                <a:gd name="T52" fmla="*/ 49 w 1004"/>
                <a:gd name="T53" fmla="*/ 8 h 14"/>
                <a:gd name="T54" fmla="*/ 64 w 1004"/>
                <a:gd name="T55" fmla="*/ 12 h 14"/>
                <a:gd name="T56" fmla="*/ 213 w 1004"/>
                <a:gd name="T57" fmla="*/ 8 h 14"/>
                <a:gd name="T58" fmla="*/ 234 w 1004"/>
                <a:gd name="T59" fmla="*/ 11 h 14"/>
                <a:gd name="T60" fmla="*/ 223 w 1004"/>
                <a:gd name="T61" fmla="*/ 11 h 14"/>
                <a:gd name="T62" fmla="*/ 324 w 1004"/>
                <a:gd name="T63" fmla="*/ 10 h 14"/>
                <a:gd name="T64" fmla="*/ 322 w 1004"/>
                <a:gd name="T65" fmla="*/ 12 h 14"/>
                <a:gd name="T66" fmla="*/ 454 w 1004"/>
                <a:gd name="T67" fmla="*/ 10 h 14"/>
                <a:gd name="T68" fmla="*/ 452 w 1004"/>
                <a:gd name="T69" fmla="*/ 11 h 14"/>
                <a:gd name="T70" fmla="*/ 620 w 1004"/>
                <a:gd name="T71" fmla="*/ 9 h 14"/>
                <a:gd name="T72" fmla="*/ 568 w 1004"/>
                <a:gd name="T73" fmla="*/ 11 h 14"/>
                <a:gd name="T74" fmla="*/ 643 w 1004"/>
                <a:gd name="T75" fmla="*/ 10 h 14"/>
                <a:gd name="T76" fmla="*/ 622 w 1004"/>
                <a:gd name="T77" fmla="*/ 12 h 14"/>
                <a:gd name="T78" fmla="*/ 758 w 1004"/>
                <a:gd name="T79" fmla="*/ 8 h 14"/>
                <a:gd name="T80" fmla="*/ 746 w 1004"/>
                <a:gd name="T81" fmla="*/ 6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004" h="14">
                  <a:moveTo>
                    <a:pt x="746" y="6"/>
                  </a:moveTo>
                  <a:lnTo>
                    <a:pt x="746" y="6"/>
                  </a:lnTo>
                  <a:cubicBezTo>
                    <a:pt x="758" y="5"/>
                    <a:pt x="817" y="5"/>
                    <a:pt x="820" y="7"/>
                  </a:cubicBezTo>
                  <a:cubicBezTo>
                    <a:pt x="812" y="7"/>
                    <a:pt x="780" y="8"/>
                    <a:pt x="800" y="8"/>
                  </a:cubicBezTo>
                  <a:lnTo>
                    <a:pt x="847" y="5"/>
                  </a:lnTo>
                  <a:cubicBezTo>
                    <a:pt x="909" y="7"/>
                    <a:pt x="800" y="10"/>
                    <a:pt x="769" y="11"/>
                  </a:cubicBezTo>
                  <a:cubicBezTo>
                    <a:pt x="832" y="11"/>
                    <a:pt x="851" y="9"/>
                    <a:pt x="918" y="9"/>
                  </a:cubicBezTo>
                  <a:cubicBezTo>
                    <a:pt x="899" y="9"/>
                    <a:pt x="886" y="8"/>
                    <a:pt x="876" y="7"/>
                  </a:cubicBezTo>
                  <a:cubicBezTo>
                    <a:pt x="873" y="5"/>
                    <a:pt x="936" y="6"/>
                    <a:pt x="981" y="5"/>
                  </a:cubicBezTo>
                  <a:cubicBezTo>
                    <a:pt x="952" y="4"/>
                    <a:pt x="969" y="3"/>
                    <a:pt x="989" y="2"/>
                  </a:cubicBezTo>
                  <a:cubicBezTo>
                    <a:pt x="993" y="2"/>
                    <a:pt x="996" y="2"/>
                    <a:pt x="997" y="2"/>
                  </a:cubicBezTo>
                  <a:lnTo>
                    <a:pt x="1004" y="2"/>
                  </a:lnTo>
                  <a:lnTo>
                    <a:pt x="999" y="2"/>
                  </a:lnTo>
                  <a:cubicBezTo>
                    <a:pt x="999" y="1"/>
                    <a:pt x="998" y="1"/>
                    <a:pt x="994" y="1"/>
                  </a:cubicBezTo>
                  <a:cubicBezTo>
                    <a:pt x="957" y="1"/>
                    <a:pt x="928" y="0"/>
                    <a:pt x="904" y="0"/>
                  </a:cubicBezTo>
                  <a:cubicBezTo>
                    <a:pt x="928" y="3"/>
                    <a:pt x="822" y="1"/>
                    <a:pt x="791" y="2"/>
                  </a:cubicBezTo>
                  <a:lnTo>
                    <a:pt x="756" y="2"/>
                  </a:lnTo>
                  <a:lnTo>
                    <a:pt x="743" y="2"/>
                  </a:lnTo>
                  <a:cubicBezTo>
                    <a:pt x="740" y="2"/>
                    <a:pt x="744" y="1"/>
                    <a:pt x="764" y="1"/>
                  </a:cubicBezTo>
                  <a:cubicBezTo>
                    <a:pt x="747" y="1"/>
                    <a:pt x="692" y="1"/>
                    <a:pt x="697" y="2"/>
                  </a:cubicBezTo>
                  <a:lnTo>
                    <a:pt x="570" y="3"/>
                  </a:lnTo>
                  <a:cubicBezTo>
                    <a:pt x="566" y="3"/>
                    <a:pt x="562" y="2"/>
                    <a:pt x="559" y="2"/>
                  </a:cubicBezTo>
                  <a:cubicBezTo>
                    <a:pt x="554" y="2"/>
                    <a:pt x="554" y="3"/>
                    <a:pt x="554" y="3"/>
                  </a:cubicBezTo>
                  <a:lnTo>
                    <a:pt x="0" y="4"/>
                  </a:lnTo>
                  <a:lnTo>
                    <a:pt x="79" y="5"/>
                  </a:lnTo>
                  <a:cubicBezTo>
                    <a:pt x="37" y="8"/>
                    <a:pt x="125" y="6"/>
                    <a:pt x="113" y="8"/>
                  </a:cubicBezTo>
                  <a:cubicBezTo>
                    <a:pt x="94" y="9"/>
                    <a:pt x="66" y="9"/>
                    <a:pt x="49" y="8"/>
                  </a:cubicBezTo>
                  <a:cubicBezTo>
                    <a:pt x="43" y="9"/>
                    <a:pt x="67" y="10"/>
                    <a:pt x="64" y="12"/>
                  </a:cubicBezTo>
                  <a:cubicBezTo>
                    <a:pt x="134" y="13"/>
                    <a:pt x="145" y="7"/>
                    <a:pt x="213" y="8"/>
                  </a:cubicBezTo>
                  <a:cubicBezTo>
                    <a:pt x="210" y="10"/>
                    <a:pt x="189" y="11"/>
                    <a:pt x="234" y="11"/>
                  </a:cubicBezTo>
                  <a:lnTo>
                    <a:pt x="223" y="11"/>
                  </a:lnTo>
                  <a:cubicBezTo>
                    <a:pt x="294" y="9"/>
                    <a:pt x="278" y="14"/>
                    <a:pt x="324" y="10"/>
                  </a:cubicBezTo>
                  <a:lnTo>
                    <a:pt x="322" y="12"/>
                  </a:lnTo>
                  <a:cubicBezTo>
                    <a:pt x="355" y="11"/>
                    <a:pt x="418" y="11"/>
                    <a:pt x="454" y="10"/>
                  </a:cubicBezTo>
                  <a:lnTo>
                    <a:pt x="452" y="11"/>
                  </a:lnTo>
                  <a:cubicBezTo>
                    <a:pt x="551" y="8"/>
                    <a:pt x="508" y="10"/>
                    <a:pt x="620" y="9"/>
                  </a:cubicBezTo>
                  <a:lnTo>
                    <a:pt x="568" y="11"/>
                  </a:lnTo>
                  <a:cubicBezTo>
                    <a:pt x="607" y="12"/>
                    <a:pt x="616" y="10"/>
                    <a:pt x="643" y="10"/>
                  </a:cubicBezTo>
                  <a:cubicBezTo>
                    <a:pt x="641" y="10"/>
                    <a:pt x="648" y="12"/>
                    <a:pt x="622" y="12"/>
                  </a:cubicBezTo>
                  <a:lnTo>
                    <a:pt x="758" y="8"/>
                  </a:lnTo>
                  <a:cubicBezTo>
                    <a:pt x="790" y="7"/>
                    <a:pt x="751" y="7"/>
                    <a:pt x="746" y="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52" name="Voľný tvar 100"/>
            <p:cNvSpPr>
              <a:spLocks/>
            </p:cNvSpPr>
            <p:nvPr/>
          </p:nvSpPr>
          <p:spPr bwMode="invGray">
            <a:xfrm>
              <a:off x="1947862" y="2735263"/>
              <a:ext cx="47625" cy="0"/>
            </a:xfrm>
            <a:custGeom>
              <a:avLst/>
              <a:gdLst>
                <a:gd name="T0" fmla="*/ 0 w 25"/>
                <a:gd name="T1" fmla="*/ 0 w 25"/>
                <a:gd name="T2" fmla="*/ 25 w 25"/>
                <a:gd name="T3" fmla="*/ 0 w 2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5">
                  <a:moveTo>
                    <a:pt x="0" y="0"/>
                  </a:moveTo>
                  <a:lnTo>
                    <a:pt x="0" y="0"/>
                  </a:lnTo>
                  <a:lnTo>
                    <a:pt x="2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53" name="Voľný tvar 101"/>
            <p:cNvSpPr>
              <a:spLocks/>
            </p:cNvSpPr>
            <p:nvPr/>
          </p:nvSpPr>
          <p:spPr bwMode="invGray">
            <a:xfrm>
              <a:off x="112712" y="2724150"/>
              <a:ext cx="74613" cy="0"/>
            </a:xfrm>
            <a:custGeom>
              <a:avLst/>
              <a:gdLst>
                <a:gd name="T0" fmla="*/ 0 w 39"/>
                <a:gd name="T1" fmla="*/ 0 w 39"/>
                <a:gd name="T2" fmla="*/ 39 w 39"/>
                <a:gd name="T3" fmla="*/ 0 w 3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9">
                  <a:moveTo>
                    <a:pt x="0" y="0"/>
                  </a:moveTo>
                  <a:lnTo>
                    <a:pt x="0" y="0"/>
                  </a:lnTo>
                  <a:lnTo>
                    <a:pt x="39" y="0"/>
                  </a:lnTo>
                  <a:cubicBezTo>
                    <a:pt x="27" y="0"/>
                    <a:pt x="14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54" name="Voľný tvar 102"/>
            <p:cNvSpPr>
              <a:spLocks/>
            </p:cNvSpPr>
            <p:nvPr/>
          </p:nvSpPr>
          <p:spPr bwMode="invGray">
            <a:xfrm>
              <a:off x="2187575" y="2717800"/>
              <a:ext cx="176213" cy="6350"/>
            </a:xfrm>
            <a:custGeom>
              <a:avLst/>
              <a:gdLst>
                <a:gd name="T0" fmla="*/ 71 w 92"/>
                <a:gd name="T1" fmla="*/ 3 h 3"/>
                <a:gd name="T2" fmla="*/ 71 w 92"/>
                <a:gd name="T3" fmla="*/ 3 h 3"/>
                <a:gd name="T4" fmla="*/ 92 w 92"/>
                <a:gd name="T5" fmla="*/ 0 h 3"/>
                <a:gd name="T6" fmla="*/ 8 w 92"/>
                <a:gd name="T7" fmla="*/ 1 h 3"/>
                <a:gd name="T8" fmla="*/ 2 w 92"/>
                <a:gd name="T9" fmla="*/ 3 h 3"/>
                <a:gd name="T10" fmla="*/ 71 w 92"/>
                <a:gd name="T11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2" h="3">
                  <a:moveTo>
                    <a:pt x="71" y="3"/>
                  </a:moveTo>
                  <a:lnTo>
                    <a:pt x="71" y="3"/>
                  </a:lnTo>
                  <a:cubicBezTo>
                    <a:pt x="47" y="2"/>
                    <a:pt x="88" y="1"/>
                    <a:pt x="92" y="0"/>
                  </a:cubicBezTo>
                  <a:lnTo>
                    <a:pt x="8" y="1"/>
                  </a:lnTo>
                  <a:cubicBezTo>
                    <a:pt x="8" y="1"/>
                    <a:pt x="0" y="2"/>
                    <a:pt x="2" y="3"/>
                  </a:cubicBezTo>
                  <a:lnTo>
                    <a:pt x="71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55" name="Voľný tvar 103"/>
            <p:cNvSpPr>
              <a:spLocks/>
            </p:cNvSpPr>
            <p:nvPr/>
          </p:nvSpPr>
          <p:spPr bwMode="invGray">
            <a:xfrm>
              <a:off x="2112962" y="2714625"/>
              <a:ext cx="90488" cy="4762"/>
            </a:xfrm>
            <a:custGeom>
              <a:avLst/>
              <a:gdLst>
                <a:gd name="T0" fmla="*/ 22 w 47"/>
                <a:gd name="T1" fmla="*/ 0 h 2"/>
                <a:gd name="T2" fmla="*/ 22 w 47"/>
                <a:gd name="T3" fmla="*/ 0 h 2"/>
                <a:gd name="T4" fmla="*/ 0 w 47"/>
                <a:gd name="T5" fmla="*/ 2 h 2"/>
                <a:gd name="T6" fmla="*/ 47 w 47"/>
                <a:gd name="T7" fmla="*/ 2 h 2"/>
                <a:gd name="T8" fmla="*/ 22 w 47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22" y="0"/>
                  </a:moveTo>
                  <a:lnTo>
                    <a:pt x="22" y="0"/>
                  </a:lnTo>
                  <a:cubicBezTo>
                    <a:pt x="19" y="1"/>
                    <a:pt x="11" y="1"/>
                    <a:pt x="0" y="2"/>
                  </a:cubicBezTo>
                  <a:lnTo>
                    <a:pt x="47" y="2"/>
                  </a:lnTo>
                  <a:cubicBezTo>
                    <a:pt x="47" y="1"/>
                    <a:pt x="41" y="0"/>
                    <a:pt x="2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56" name="Voľný tvar 104"/>
            <p:cNvSpPr>
              <a:spLocks/>
            </p:cNvSpPr>
            <p:nvPr/>
          </p:nvSpPr>
          <p:spPr bwMode="invGray">
            <a:xfrm>
              <a:off x="2101850" y="2811463"/>
              <a:ext cx="71438" cy="3175"/>
            </a:xfrm>
            <a:custGeom>
              <a:avLst/>
              <a:gdLst>
                <a:gd name="T0" fmla="*/ 37 w 37"/>
                <a:gd name="T1" fmla="*/ 0 h 1"/>
                <a:gd name="T2" fmla="*/ 37 w 37"/>
                <a:gd name="T3" fmla="*/ 0 h 1"/>
                <a:gd name="T4" fmla="*/ 22 w 37"/>
                <a:gd name="T5" fmla="*/ 1 h 1"/>
                <a:gd name="T6" fmla="*/ 0 w 37"/>
                <a:gd name="T7" fmla="*/ 1 h 1"/>
                <a:gd name="T8" fmla="*/ 37 w 37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" h="1">
                  <a:moveTo>
                    <a:pt x="37" y="0"/>
                  </a:moveTo>
                  <a:lnTo>
                    <a:pt x="37" y="0"/>
                  </a:lnTo>
                  <a:lnTo>
                    <a:pt x="22" y="1"/>
                  </a:lnTo>
                  <a:lnTo>
                    <a:pt x="0" y="1"/>
                  </a:lnTo>
                  <a:lnTo>
                    <a:pt x="3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57" name="Voľný tvar 105"/>
            <p:cNvSpPr>
              <a:spLocks/>
            </p:cNvSpPr>
            <p:nvPr/>
          </p:nvSpPr>
          <p:spPr bwMode="invGray">
            <a:xfrm>
              <a:off x="1724025" y="2805113"/>
              <a:ext cx="120650" cy="4762"/>
            </a:xfrm>
            <a:custGeom>
              <a:avLst/>
              <a:gdLst>
                <a:gd name="T0" fmla="*/ 0 w 63"/>
                <a:gd name="T1" fmla="*/ 0 h 2"/>
                <a:gd name="T2" fmla="*/ 0 w 63"/>
                <a:gd name="T3" fmla="*/ 0 h 2"/>
                <a:gd name="T4" fmla="*/ 63 w 63"/>
                <a:gd name="T5" fmla="*/ 0 h 2"/>
                <a:gd name="T6" fmla="*/ 0 w 6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2">
                  <a:moveTo>
                    <a:pt x="0" y="0"/>
                  </a:moveTo>
                  <a:lnTo>
                    <a:pt x="0" y="0"/>
                  </a:lnTo>
                  <a:cubicBezTo>
                    <a:pt x="18" y="2"/>
                    <a:pt x="52" y="1"/>
                    <a:pt x="63" y="0"/>
                  </a:cubicBezTo>
                  <a:cubicBezTo>
                    <a:pt x="24" y="0"/>
                    <a:pt x="41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58" name="Voľný tvar 106"/>
            <p:cNvSpPr>
              <a:spLocks/>
            </p:cNvSpPr>
            <p:nvPr/>
          </p:nvSpPr>
          <p:spPr bwMode="invGray">
            <a:xfrm>
              <a:off x="1744662" y="2833688"/>
              <a:ext cx="73025" cy="3175"/>
            </a:xfrm>
            <a:custGeom>
              <a:avLst/>
              <a:gdLst>
                <a:gd name="T0" fmla="*/ 38 w 38"/>
                <a:gd name="T1" fmla="*/ 0 h 1"/>
                <a:gd name="T2" fmla="*/ 38 w 38"/>
                <a:gd name="T3" fmla="*/ 0 h 1"/>
                <a:gd name="T4" fmla="*/ 0 w 38"/>
                <a:gd name="T5" fmla="*/ 1 h 1"/>
                <a:gd name="T6" fmla="*/ 3 w 38"/>
                <a:gd name="T7" fmla="*/ 1 h 1"/>
                <a:gd name="T8" fmla="*/ 38 w 38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1">
                  <a:moveTo>
                    <a:pt x="38" y="0"/>
                  </a:moveTo>
                  <a:lnTo>
                    <a:pt x="38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3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59" name="Voľný tvar 107"/>
            <p:cNvSpPr>
              <a:spLocks/>
            </p:cNvSpPr>
            <p:nvPr/>
          </p:nvSpPr>
          <p:spPr bwMode="invGray">
            <a:xfrm>
              <a:off x="-474663" y="2741613"/>
              <a:ext cx="34925" cy="0"/>
            </a:xfrm>
            <a:custGeom>
              <a:avLst/>
              <a:gdLst>
                <a:gd name="T0" fmla="*/ 18 w 18"/>
                <a:gd name="T1" fmla="*/ 18 w 18"/>
                <a:gd name="T2" fmla="*/ 0 w 18"/>
                <a:gd name="T3" fmla="*/ 18 w 1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8">
                  <a:moveTo>
                    <a:pt x="18" y="0"/>
                  </a:moveTo>
                  <a:lnTo>
                    <a:pt x="18" y="0"/>
                  </a:lnTo>
                  <a:lnTo>
                    <a:pt x="0" y="0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60" name="Voľný tvar 108"/>
            <p:cNvSpPr>
              <a:spLocks/>
            </p:cNvSpPr>
            <p:nvPr/>
          </p:nvSpPr>
          <p:spPr bwMode="invGray">
            <a:xfrm>
              <a:off x="-947738" y="2725738"/>
              <a:ext cx="1239838" cy="19050"/>
            </a:xfrm>
            <a:custGeom>
              <a:avLst/>
              <a:gdLst>
                <a:gd name="T0" fmla="*/ 588 w 647"/>
                <a:gd name="T1" fmla="*/ 5 h 8"/>
                <a:gd name="T2" fmla="*/ 588 w 647"/>
                <a:gd name="T3" fmla="*/ 5 h 8"/>
                <a:gd name="T4" fmla="*/ 619 w 647"/>
                <a:gd name="T5" fmla="*/ 0 h 8"/>
                <a:gd name="T6" fmla="*/ 570 w 647"/>
                <a:gd name="T7" fmla="*/ 1 h 8"/>
                <a:gd name="T8" fmla="*/ 574 w 647"/>
                <a:gd name="T9" fmla="*/ 0 h 8"/>
                <a:gd name="T10" fmla="*/ 515 w 647"/>
                <a:gd name="T11" fmla="*/ 1 h 8"/>
                <a:gd name="T12" fmla="*/ 533 w 647"/>
                <a:gd name="T13" fmla="*/ 3 h 8"/>
                <a:gd name="T14" fmla="*/ 450 w 647"/>
                <a:gd name="T15" fmla="*/ 0 h 8"/>
                <a:gd name="T16" fmla="*/ 361 w 647"/>
                <a:gd name="T17" fmla="*/ 0 h 8"/>
                <a:gd name="T18" fmla="*/ 368 w 647"/>
                <a:gd name="T19" fmla="*/ 0 h 8"/>
                <a:gd name="T20" fmla="*/ 355 w 647"/>
                <a:gd name="T21" fmla="*/ 0 h 8"/>
                <a:gd name="T22" fmla="*/ 55 w 647"/>
                <a:gd name="T23" fmla="*/ 1 h 8"/>
                <a:gd name="T24" fmla="*/ 45 w 647"/>
                <a:gd name="T25" fmla="*/ 6 h 8"/>
                <a:gd name="T26" fmla="*/ 207 w 647"/>
                <a:gd name="T27" fmla="*/ 5 h 8"/>
                <a:gd name="T28" fmla="*/ 214 w 647"/>
                <a:gd name="T29" fmla="*/ 6 h 8"/>
                <a:gd name="T30" fmla="*/ 250 w 647"/>
                <a:gd name="T31" fmla="*/ 4 h 8"/>
                <a:gd name="T32" fmla="*/ 216 w 647"/>
                <a:gd name="T33" fmla="*/ 3 h 8"/>
                <a:gd name="T34" fmla="*/ 393 w 647"/>
                <a:gd name="T35" fmla="*/ 3 h 8"/>
                <a:gd name="T36" fmla="*/ 265 w 647"/>
                <a:gd name="T37" fmla="*/ 5 h 8"/>
                <a:gd name="T38" fmla="*/ 265 w 647"/>
                <a:gd name="T39" fmla="*/ 7 h 8"/>
                <a:gd name="T40" fmla="*/ 588 w 647"/>
                <a:gd name="T41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47" h="8">
                  <a:moveTo>
                    <a:pt x="588" y="5"/>
                  </a:moveTo>
                  <a:lnTo>
                    <a:pt x="588" y="5"/>
                  </a:lnTo>
                  <a:cubicBezTo>
                    <a:pt x="499" y="3"/>
                    <a:pt x="647" y="3"/>
                    <a:pt x="619" y="0"/>
                  </a:cubicBezTo>
                  <a:lnTo>
                    <a:pt x="570" y="1"/>
                  </a:lnTo>
                  <a:lnTo>
                    <a:pt x="574" y="0"/>
                  </a:lnTo>
                  <a:lnTo>
                    <a:pt x="515" y="1"/>
                  </a:lnTo>
                  <a:cubicBezTo>
                    <a:pt x="527" y="2"/>
                    <a:pt x="536" y="2"/>
                    <a:pt x="533" y="3"/>
                  </a:cubicBezTo>
                  <a:cubicBezTo>
                    <a:pt x="454" y="3"/>
                    <a:pt x="508" y="2"/>
                    <a:pt x="450" y="0"/>
                  </a:cubicBezTo>
                  <a:lnTo>
                    <a:pt x="361" y="0"/>
                  </a:lnTo>
                  <a:lnTo>
                    <a:pt x="368" y="0"/>
                  </a:lnTo>
                  <a:cubicBezTo>
                    <a:pt x="361" y="0"/>
                    <a:pt x="357" y="0"/>
                    <a:pt x="355" y="0"/>
                  </a:cubicBezTo>
                  <a:lnTo>
                    <a:pt x="55" y="1"/>
                  </a:lnTo>
                  <a:cubicBezTo>
                    <a:pt x="0" y="3"/>
                    <a:pt x="85" y="4"/>
                    <a:pt x="45" y="6"/>
                  </a:cubicBezTo>
                  <a:cubicBezTo>
                    <a:pt x="108" y="6"/>
                    <a:pt x="202" y="8"/>
                    <a:pt x="207" y="5"/>
                  </a:cubicBezTo>
                  <a:cubicBezTo>
                    <a:pt x="205" y="5"/>
                    <a:pt x="201" y="6"/>
                    <a:pt x="214" y="6"/>
                  </a:cubicBezTo>
                  <a:lnTo>
                    <a:pt x="250" y="4"/>
                  </a:lnTo>
                  <a:lnTo>
                    <a:pt x="216" y="3"/>
                  </a:lnTo>
                  <a:cubicBezTo>
                    <a:pt x="252" y="1"/>
                    <a:pt x="371" y="1"/>
                    <a:pt x="393" y="3"/>
                  </a:cubicBezTo>
                  <a:cubicBezTo>
                    <a:pt x="325" y="4"/>
                    <a:pt x="359" y="6"/>
                    <a:pt x="265" y="5"/>
                  </a:cubicBezTo>
                  <a:cubicBezTo>
                    <a:pt x="269" y="6"/>
                    <a:pt x="286" y="7"/>
                    <a:pt x="265" y="7"/>
                  </a:cubicBezTo>
                  <a:cubicBezTo>
                    <a:pt x="375" y="6"/>
                    <a:pt x="474" y="8"/>
                    <a:pt x="588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61" name="Voľný tvar 109"/>
            <p:cNvSpPr>
              <a:spLocks/>
            </p:cNvSpPr>
            <p:nvPr/>
          </p:nvSpPr>
          <p:spPr bwMode="invGray">
            <a:xfrm>
              <a:off x="-1944688" y="2741613"/>
              <a:ext cx="4763" cy="0"/>
            </a:xfrm>
            <a:custGeom>
              <a:avLst/>
              <a:gdLst>
                <a:gd name="T0" fmla="*/ 1 w 2"/>
                <a:gd name="T1" fmla="*/ 1 w 2"/>
                <a:gd name="T2" fmla="*/ 2 w 2"/>
                <a:gd name="T3" fmla="*/ 1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">
                  <a:moveTo>
                    <a:pt x="1" y="0"/>
                  </a:moveTo>
                  <a:lnTo>
                    <a:pt x="1" y="0"/>
                  </a:lnTo>
                  <a:lnTo>
                    <a:pt x="2" y="0"/>
                  </a:lnTo>
                  <a:cubicBezTo>
                    <a:pt x="0" y="0"/>
                    <a:pt x="0" y="0"/>
                    <a:pt x="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62" name="Voľný tvar 110"/>
            <p:cNvSpPr>
              <a:spLocks/>
            </p:cNvSpPr>
            <p:nvPr/>
          </p:nvSpPr>
          <p:spPr bwMode="invGray">
            <a:xfrm>
              <a:off x="-1939925" y="2735263"/>
              <a:ext cx="173038" cy="6350"/>
            </a:xfrm>
            <a:custGeom>
              <a:avLst/>
              <a:gdLst>
                <a:gd name="T0" fmla="*/ 36 w 90"/>
                <a:gd name="T1" fmla="*/ 3 h 3"/>
                <a:gd name="T2" fmla="*/ 36 w 90"/>
                <a:gd name="T3" fmla="*/ 3 h 3"/>
                <a:gd name="T4" fmla="*/ 90 w 90"/>
                <a:gd name="T5" fmla="*/ 0 h 3"/>
                <a:gd name="T6" fmla="*/ 6 w 90"/>
                <a:gd name="T7" fmla="*/ 1 h 3"/>
                <a:gd name="T8" fmla="*/ 0 w 90"/>
                <a:gd name="T9" fmla="*/ 3 h 3"/>
                <a:gd name="T10" fmla="*/ 48 w 90"/>
                <a:gd name="T11" fmla="*/ 2 h 3"/>
                <a:gd name="T12" fmla="*/ 36 w 90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3">
                  <a:moveTo>
                    <a:pt x="36" y="3"/>
                  </a:moveTo>
                  <a:lnTo>
                    <a:pt x="36" y="3"/>
                  </a:lnTo>
                  <a:lnTo>
                    <a:pt x="90" y="0"/>
                  </a:lnTo>
                  <a:lnTo>
                    <a:pt x="6" y="1"/>
                  </a:lnTo>
                  <a:lnTo>
                    <a:pt x="0" y="3"/>
                  </a:lnTo>
                  <a:cubicBezTo>
                    <a:pt x="8" y="2"/>
                    <a:pt x="37" y="1"/>
                    <a:pt x="48" y="2"/>
                  </a:cubicBezTo>
                  <a:lnTo>
                    <a:pt x="36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63" name="Voľný tvar 111"/>
            <p:cNvSpPr>
              <a:spLocks/>
            </p:cNvSpPr>
            <p:nvPr/>
          </p:nvSpPr>
          <p:spPr bwMode="invGray">
            <a:xfrm>
              <a:off x="-1773238" y="2733675"/>
              <a:ext cx="123825" cy="12700"/>
            </a:xfrm>
            <a:custGeom>
              <a:avLst/>
              <a:gdLst>
                <a:gd name="T0" fmla="*/ 65 w 65"/>
                <a:gd name="T1" fmla="*/ 0 h 6"/>
                <a:gd name="T2" fmla="*/ 65 w 65"/>
                <a:gd name="T3" fmla="*/ 0 h 6"/>
                <a:gd name="T4" fmla="*/ 48 w 65"/>
                <a:gd name="T5" fmla="*/ 4 h 6"/>
                <a:gd name="T6" fmla="*/ 0 w 65"/>
                <a:gd name="T7" fmla="*/ 4 h 6"/>
                <a:gd name="T8" fmla="*/ 61 w 65"/>
                <a:gd name="T9" fmla="*/ 4 h 6"/>
                <a:gd name="T10" fmla="*/ 65 w 65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5" h="6">
                  <a:moveTo>
                    <a:pt x="65" y="0"/>
                  </a:moveTo>
                  <a:lnTo>
                    <a:pt x="65" y="0"/>
                  </a:lnTo>
                  <a:cubicBezTo>
                    <a:pt x="22" y="1"/>
                    <a:pt x="25" y="3"/>
                    <a:pt x="48" y="4"/>
                  </a:cubicBezTo>
                  <a:cubicBezTo>
                    <a:pt x="8" y="5"/>
                    <a:pt x="27" y="1"/>
                    <a:pt x="0" y="4"/>
                  </a:cubicBezTo>
                  <a:cubicBezTo>
                    <a:pt x="1" y="6"/>
                    <a:pt x="50" y="5"/>
                    <a:pt x="61" y="4"/>
                  </a:cubicBezTo>
                  <a:lnTo>
                    <a:pt x="6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64" name="Voľný tvar 112"/>
            <p:cNvSpPr>
              <a:spLocks/>
            </p:cNvSpPr>
            <p:nvPr/>
          </p:nvSpPr>
          <p:spPr bwMode="invGray">
            <a:xfrm>
              <a:off x="-1057275" y="2735263"/>
              <a:ext cx="57150" cy="3175"/>
            </a:xfrm>
            <a:custGeom>
              <a:avLst/>
              <a:gdLst>
                <a:gd name="T0" fmla="*/ 12 w 30"/>
                <a:gd name="T1" fmla="*/ 0 h 1"/>
                <a:gd name="T2" fmla="*/ 12 w 30"/>
                <a:gd name="T3" fmla="*/ 0 h 1"/>
                <a:gd name="T4" fmla="*/ 0 w 30"/>
                <a:gd name="T5" fmla="*/ 1 h 1"/>
                <a:gd name="T6" fmla="*/ 30 w 30"/>
                <a:gd name="T7" fmla="*/ 1 h 1"/>
                <a:gd name="T8" fmla="*/ 12 w 30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1">
                  <a:moveTo>
                    <a:pt x="12" y="0"/>
                  </a:moveTo>
                  <a:lnTo>
                    <a:pt x="12" y="0"/>
                  </a:lnTo>
                  <a:lnTo>
                    <a:pt x="0" y="1"/>
                  </a:lnTo>
                  <a:lnTo>
                    <a:pt x="30" y="1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65" name="Voľný tvar 113"/>
            <p:cNvSpPr>
              <a:spLocks/>
            </p:cNvSpPr>
            <p:nvPr/>
          </p:nvSpPr>
          <p:spPr bwMode="invGray">
            <a:xfrm>
              <a:off x="-1116013" y="2738438"/>
              <a:ext cx="58738" cy="3175"/>
            </a:xfrm>
            <a:custGeom>
              <a:avLst/>
              <a:gdLst>
                <a:gd name="T0" fmla="*/ 30 w 30"/>
                <a:gd name="T1" fmla="*/ 0 h 2"/>
                <a:gd name="T2" fmla="*/ 30 w 30"/>
                <a:gd name="T3" fmla="*/ 0 h 2"/>
                <a:gd name="T4" fmla="*/ 0 w 30"/>
                <a:gd name="T5" fmla="*/ 0 h 2"/>
                <a:gd name="T6" fmla="*/ 9 w 30"/>
                <a:gd name="T7" fmla="*/ 2 h 2"/>
                <a:gd name="T8" fmla="*/ 30 w 30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2">
                  <a:moveTo>
                    <a:pt x="30" y="0"/>
                  </a:moveTo>
                  <a:lnTo>
                    <a:pt x="30" y="0"/>
                  </a:lnTo>
                  <a:lnTo>
                    <a:pt x="0" y="0"/>
                  </a:lnTo>
                  <a:cubicBezTo>
                    <a:pt x="2" y="0"/>
                    <a:pt x="4" y="1"/>
                    <a:pt x="9" y="2"/>
                  </a:cubicBezTo>
                  <a:lnTo>
                    <a:pt x="3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66" name="Voľný tvar 114"/>
            <p:cNvSpPr>
              <a:spLocks/>
            </p:cNvSpPr>
            <p:nvPr/>
          </p:nvSpPr>
          <p:spPr bwMode="invGray">
            <a:xfrm>
              <a:off x="-1349375" y="2735263"/>
              <a:ext cx="84138" cy="0"/>
            </a:xfrm>
            <a:custGeom>
              <a:avLst/>
              <a:gdLst>
                <a:gd name="T0" fmla="*/ 44 w 44"/>
                <a:gd name="T1" fmla="*/ 44 w 44"/>
                <a:gd name="T2" fmla="*/ 0 w 44"/>
                <a:gd name="T3" fmla="*/ 44 w 4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44">
                  <a:moveTo>
                    <a:pt x="44" y="0"/>
                  </a:moveTo>
                  <a:lnTo>
                    <a:pt x="44" y="0"/>
                  </a:lnTo>
                  <a:lnTo>
                    <a:pt x="0" y="0"/>
                  </a:lnTo>
                  <a:lnTo>
                    <a:pt x="4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67" name="Voľný tvar 115"/>
            <p:cNvSpPr>
              <a:spLocks/>
            </p:cNvSpPr>
            <p:nvPr/>
          </p:nvSpPr>
          <p:spPr bwMode="invGray">
            <a:xfrm>
              <a:off x="-1265238" y="2735263"/>
              <a:ext cx="65088" cy="3175"/>
            </a:xfrm>
            <a:custGeom>
              <a:avLst/>
              <a:gdLst>
                <a:gd name="T0" fmla="*/ 34 w 34"/>
                <a:gd name="T1" fmla="*/ 1 h 1"/>
                <a:gd name="T2" fmla="*/ 34 w 34"/>
                <a:gd name="T3" fmla="*/ 1 h 1"/>
                <a:gd name="T4" fmla="*/ 33 w 34"/>
                <a:gd name="T5" fmla="*/ 0 h 1"/>
                <a:gd name="T6" fmla="*/ 0 w 34"/>
                <a:gd name="T7" fmla="*/ 0 h 1"/>
                <a:gd name="T8" fmla="*/ 34 w 3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1">
                  <a:moveTo>
                    <a:pt x="34" y="1"/>
                  </a:moveTo>
                  <a:lnTo>
                    <a:pt x="34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34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68" name="Voľný tvar 116"/>
            <p:cNvSpPr>
              <a:spLocks/>
            </p:cNvSpPr>
            <p:nvPr/>
          </p:nvSpPr>
          <p:spPr bwMode="invGray">
            <a:xfrm>
              <a:off x="-1219200" y="2728913"/>
              <a:ext cx="103188" cy="9525"/>
            </a:xfrm>
            <a:custGeom>
              <a:avLst/>
              <a:gdLst>
                <a:gd name="T0" fmla="*/ 54 w 54"/>
                <a:gd name="T1" fmla="*/ 4 h 4"/>
                <a:gd name="T2" fmla="*/ 54 w 54"/>
                <a:gd name="T3" fmla="*/ 4 h 4"/>
                <a:gd name="T4" fmla="*/ 0 w 54"/>
                <a:gd name="T5" fmla="*/ 1 h 4"/>
                <a:gd name="T6" fmla="*/ 9 w 54"/>
                <a:gd name="T7" fmla="*/ 3 h 4"/>
                <a:gd name="T8" fmla="*/ 54 w 5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" h="4">
                  <a:moveTo>
                    <a:pt x="54" y="4"/>
                  </a:moveTo>
                  <a:lnTo>
                    <a:pt x="54" y="4"/>
                  </a:lnTo>
                  <a:cubicBezTo>
                    <a:pt x="49" y="2"/>
                    <a:pt x="43" y="0"/>
                    <a:pt x="0" y="1"/>
                  </a:cubicBezTo>
                  <a:lnTo>
                    <a:pt x="9" y="3"/>
                  </a:lnTo>
                  <a:lnTo>
                    <a:pt x="54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69" name="Voľný tvar 117"/>
            <p:cNvSpPr>
              <a:spLocks/>
            </p:cNvSpPr>
            <p:nvPr/>
          </p:nvSpPr>
          <p:spPr bwMode="invGray">
            <a:xfrm>
              <a:off x="1225550" y="2830513"/>
              <a:ext cx="73025" cy="3175"/>
            </a:xfrm>
            <a:custGeom>
              <a:avLst/>
              <a:gdLst>
                <a:gd name="T0" fmla="*/ 34 w 38"/>
                <a:gd name="T1" fmla="*/ 0 h 2"/>
                <a:gd name="T2" fmla="*/ 34 w 38"/>
                <a:gd name="T3" fmla="*/ 0 h 2"/>
                <a:gd name="T4" fmla="*/ 0 w 38"/>
                <a:gd name="T5" fmla="*/ 1 h 2"/>
                <a:gd name="T6" fmla="*/ 4 w 38"/>
                <a:gd name="T7" fmla="*/ 2 h 2"/>
                <a:gd name="T8" fmla="*/ 38 w 38"/>
                <a:gd name="T9" fmla="*/ 1 h 2"/>
                <a:gd name="T10" fmla="*/ 34 w 38"/>
                <a:gd name="T11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2">
                  <a:moveTo>
                    <a:pt x="34" y="0"/>
                  </a:moveTo>
                  <a:lnTo>
                    <a:pt x="34" y="0"/>
                  </a:lnTo>
                  <a:lnTo>
                    <a:pt x="0" y="1"/>
                  </a:lnTo>
                  <a:lnTo>
                    <a:pt x="4" y="2"/>
                  </a:lnTo>
                  <a:lnTo>
                    <a:pt x="38" y="1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70" name="Voľný tvar 118"/>
            <p:cNvSpPr>
              <a:spLocks/>
            </p:cNvSpPr>
            <p:nvPr/>
          </p:nvSpPr>
          <p:spPr bwMode="invGray">
            <a:xfrm>
              <a:off x="874712" y="2827338"/>
              <a:ext cx="39688" cy="3175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9" y="1"/>
                    <a:pt x="16" y="1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71" name="Voľný tvar 119"/>
            <p:cNvSpPr>
              <a:spLocks/>
            </p:cNvSpPr>
            <p:nvPr/>
          </p:nvSpPr>
          <p:spPr bwMode="invGray">
            <a:xfrm>
              <a:off x="417512" y="2827338"/>
              <a:ext cx="457200" cy="31750"/>
            </a:xfrm>
            <a:custGeom>
              <a:avLst/>
              <a:gdLst>
                <a:gd name="T0" fmla="*/ 113 w 238"/>
                <a:gd name="T1" fmla="*/ 12 h 14"/>
                <a:gd name="T2" fmla="*/ 113 w 238"/>
                <a:gd name="T3" fmla="*/ 12 h 14"/>
                <a:gd name="T4" fmla="*/ 94 w 238"/>
                <a:gd name="T5" fmla="*/ 9 h 14"/>
                <a:gd name="T6" fmla="*/ 157 w 238"/>
                <a:gd name="T7" fmla="*/ 6 h 14"/>
                <a:gd name="T8" fmla="*/ 145 w 238"/>
                <a:gd name="T9" fmla="*/ 8 h 14"/>
                <a:gd name="T10" fmla="*/ 169 w 238"/>
                <a:gd name="T11" fmla="*/ 6 h 14"/>
                <a:gd name="T12" fmla="*/ 238 w 238"/>
                <a:gd name="T13" fmla="*/ 1 h 14"/>
                <a:gd name="T14" fmla="*/ 32 w 238"/>
                <a:gd name="T15" fmla="*/ 3 h 14"/>
                <a:gd name="T16" fmla="*/ 19 w 238"/>
                <a:gd name="T17" fmla="*/ 13 h 14"/>
                <a:gd name="T18" fmla="*/ 113 w 238"/>
                <a:gd name="T19" fmla="*/ 12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38" h="14">
                  <a:moveTo>
                    <a:pt x="113" y="12"/>
                  </a:moveTo>
                  <a:lnTo>
                    <a:pt x="113" y="12"/>
                  </a:lnTo>
                  <a:cubicBezTo>
                    <a:pt x="73" y="10"/>
                    <a:pt x="168" y="9"/>
                    <a:pt x="94" y="9"/>
                  </a:cubicBezTo>
                  <a:cubicBezTo>
                    <a:pt x="88" y="7"/>
                    <a:pt x="122" y="5"/>
                    <a:pt x="157" y="6"/>
                  </a:cubicBezTo>
                  <a:cubicBezTo>
                    <a:pt x="155" y="7"/>
                    <a:pt x="123" y="7"/>
                    <a:pt x="145" y="8"/>
                  </a:cubicBezTo>
                  <a:cubicBezTo>
                    <a:pt x="168" y="7"/>
                    <a:pt x="177" y="8"/>
                    <a:pt x="169" y="6"/>
                  </a:cubicBezTo>
                  <a:cubicBezTo>
                    <a:pt x="208" y="4"/>
                    <a:pt x="212" y="3"/>
                    <a:pt x="238" y="1"/>
                  </a:cubicBezTo>
                  <a:cubicBezTo>
                    <a:pt x="191" y="2"/>
                    <a:pt x="92" y="0"/>
                    <a:pt x="32" y="3"/>
                  </a:cubicBezTo>
                  <a:cubicBezTo>
                    <a:pt x="0" y="6"/>
                    <a:pt x="20" y="9"/>
                    <a:pt x="19" y="13"/>
                  </a:cubicBezTo>
                  <a:cubicBezTo>
                    <a:pt x="24" y="14"/>
                    <a:pt x="110" y="14"/>
                    <a:pt x="113" y="1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72" name="Voľný tvar 120"/>
            <p:cNvSpPr>
              <a:spLocks/>
            </p:cNvSpPr>
            <p:nvPr/>
          </p:nvSpPr>
          <p:spPr bwMode="invGray">
            <a:xfrm>
              <a:off x="755650" y="2859087"/>
              <a:ext cx="68263" cy="4762"/>
            </a:xfrm>
            <a:custGeom>
              <a:avLst/>
              <a:gdLst>
                <a:gd name="T0" fmla="*/ 0 w 36"/>
                <a:gd name="T1" fmla="*/ 1 h 2"/>
                <a:gd name="T2" fmla="*/ 0 w 36"/>
                <a:gd name="T3" fmla="*/ 1 h 2"/>
                <a:gd name="T4" fmla="*/ 36 w 36"/>
                <a:gd name="T5" fmla="*/ 1 h 2"/>
                <a:gd name="T6" fmla="*/ 0 w 36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2">
                  <a:moveTo>
                    <a:pt x="0" y="1"/>
                  </a:moveTo>
                  <a:lnTo>
                    <a:pt x="0" y="1"/>
                  </a:lnTo>
                  <a:cubicBezTo>
                    <a:pt x="19" y="2"/>
                    <a:pt x="24" y="1"/>
                    <a:pt x="36" y="1"/>
                  </a:cubicBezTo>
                  <a:cubicBezTo>
                    <a:pt x="33" y="0"/>
                    <a:pt x="15" y="1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73" name="Voľný tvar 121"/>
            <p:cNvSpPr>
              <a:spLocks/>
            </p:cNvSpPr>
            <p:nvPr/>
          </p:nvSpPr>
          <p:spPr bwMode="invGray">
            <a:xfrm>
              <a:off x="-133350" y="2798763"/>
              <a:ext cx="111125" cy="4762"/>
            </a:xfrm>
            <a:custGeom>
              <a:avLst/>
              <a:gdLst>
                <a:gd name="T0" fmla="*/ 37 w 58"/>
                <a:gd name="T1" fmla="*/ 0 h 2"/>
                <a:gd name="T2" fmla="*/ 37 w 58"/>
                <a:gd name="T3" fmla="*/ 0 h 2"/>
                <a:gd name="T4" fmla="*/ 7 w 58"/>
                <a:gd name="T5" fmla="*/ 2 h 2"/>
                <a:gd name="T6" fmla="*/ 58 w 58"/>
                <a:gd name="T7" fmla="*/ 2 h 2"/>
                <a:gd name="T8" fmla="*/ 37 w 58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" h="2">
                  <a:moveTo>
                    <a:pt x="37" y="0"/>
                  </a:moveTo>
                  <a:lnTo>
                    <a:pt x="37" y="0"/>
                  </a:lnTo>
                  <a:cubicBezTo>
                    <a:pt x="34" y="1"/>
                    <a:pt x="0" y="1"/>
                    <a:pt x="7" y="2"/>
                  </a:cubicBezTo>
                  <a:lnTo>
                    <a:pt x="58" y="2"/>
                  </a:lnTo>
                  <a:cubicBezTo>
                    <a:pt x="46" y="2"/>
                    <a:pt x="42" y="1"/>
                    <a:pt x="37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74" name="Voľný tvar 122"/>
            <p:cNvSpPr>
              <a:spLocks/>
            </p:cNvSpPr>
            <p:nvPr/>
          </p:nvSpPr>
          <p:spPr bwMode="invGray">
            <a:xfrm>
              <a:off x="-22225" y="2800350"/>
              <a:ext cx="44450" cy="3175"/>
            </a:xfrm>
            <a:custGeom>
              <a:avLst/>
              <a:gdLst>
                <a:gd name="T0" fmla="*/ 23 w 23"/>
                <a:gd name="T1" fmla="*/ 0 h 1"/>
                <a:gd name="T2" fmla="*/ 23 w 23"/>
                <a:gd name="T3" fmla="*/ 0 h 1"/>
                <a:gd name="T4" fmla="*/ 0 w 23"/>
                <a:gd name="T5" fmla="*/ 1 h 1"/>
                <a:gd name="T6" fmla="*/ 23 w 2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1">
                  <a:moveTo>
                    <a:pt x="23" y="0"/>
                  </a:moveTo>
                  <a:lnTo>
                    <a:pt x="23" y="0"/>
                  </a:lnTo>
                  <a:lnTo>
                    <a:pt x="0" y="1"/>
                  </a:lnTo>
                  <a:cubicBezTo>
                    <a:pt x="6" y="1"/>
                    <a:pt x="13" y="1"/>
                    <a:pt x="2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75" name="Voľný tvar 123"/>
            <p:cNvSpPr>
              <a:spLocks/>
            </p:cNvSpPr>
            <p:nvPr/>
          </p:nvSpPr>
          <p:spPr bwMode="invGray">
            <a:xfrm>
              <a:off x="-66675" y="2798763"/>
              <a:ext cx="6350" cy="0"/>
            </a:xfrm>
            <a:custGeom>
              <a:avLst/>
              <a:gdLst>
                <a:gd name="T0" fmla="*/ 0 w 3"/>
                <a:gd name="T1" fmla="*/ 0 w 3"/>
                <a:gd name="T2" fmla="*/ 2 w 3"/>
                <a:gd name="T3" fmla="*/ 0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cubicBezTo>
                    <a:pt x="3" y="0"/>
                    <a:pt x="3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76" name="Voľný tvar 124"/>
            <p:cNvSpPr>
              <a:spLocks/>
            </p:cNvSpPr>
            <p:nvPr/>
          </p:nvSpPr>
          <p:spPr bwMode="invGray">
            <a:xfrm>
              <a:off x="-1566863" y="2730500"/>
              <a:ext cx="65088" cy="3175"/>
            </a:xfrm>
            <a:custGeom>
              <a:avLst/>
              <a:gdLst>
                <a:gd name="T0" fmla="*/ 33 w 34"/>
                <a:gd name="T1" fmla="*/ 1 h 1"/>
                <a:gd name="T2" fmla="*/ 33 w 34"/>
                <a:gd name="T3" fmla="*/ 1 h 1"/>
                <a:gd name="T4" fmla="*/ 0 w 34"/>
                <a:gd name="T5" fmla="*/ 1 h 1"/>
                <a:gd name="T6" fmla="*/ 33 w 3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" h="1">
                  <a:moveTo>
                    <a:pt x="33" y="1"/>
                  </a:moveTo>
                  <a:lnTo>
                    <a:pt x="33" y="1"/>
                  </a:lnTo>
                  <a:cubicBezTo>
                    <a:pt x="34" y="0"/>
                    <a:pt x="12" y="1"/>
                    <a:pt x="0" y="1"/>
                  </a:cubicBezTo>
                  <a:cubicBezTo>
                    <a:pt x="9" y="1"/>
                    <a:pt x="22" y="1"/>
                    <a:pt x="3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77" name="Voľný tvar 125"/>
            <p:cNvSpPr>
              <a:spLocks/>
            </p:cNvSpPr>
            <p:nvPr/>
          </p:nvSpPr>
          <p:spPr bwMode="invGray">
            <a:xfrm>
              <a:off x="-3175000" y="2740025"/>
              <a:ext cx="38100" cy="0"/>
            </a:xfrm>
            <a:custGeom>
              <a:avLst/>
              <a:gdLst>
                <a:gd name="T0" fmla="*/ 20 w 20"/>
                <a:gd name="T1" fmla="*/ 20 w 20"/>
                <a:gd name="T2" fmla="*/ 0 w 20"/>
                <a:gd name="T3" fmla="*/ 20 w 2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0">
                  <a:moveTo>
                    <a:pt x="20" y="0"/>
                  </a:moveTo>
                  <a:lnTo>
                    <a:pt x="20" y="0"/>
                  </a:lnTo>
                  <a:lnTo>
                    <a:pt x="0" y="0"/>
                  </a:lnTo>
                  <a:cubicBezTo>
                    <a:pt x="7" y="0"/>
                    <a:pt x="11" y="0"/>
                    <a:pt x="2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78" name="Voľný tvar 126"/>
            <p:cNvSpPr>
              <a:spLocks/>
            </p:cNvSpPr>
            <p:nvPr/>
          </p:nvSpPr>
          <p:spPr bwMode="invGray">
            <a:xfrm>
              <a:off x="-3735388" y="2803525"/>
              <a:ext cx="6350" cy="1587"/>
            </a:xfrm>
            <a:custGeom>
              <a:avLst/>
              <a:gdLst>
                <a:gd name="T0" fmla="*/ 4 w 4"/>
                <a:gd name="T1" fmla="*/ 0 h 1"/>
                <a:gd name="T2" fmla="*/ 4 w 4"/>
                <a:gd name="T3" fmla="*/ 0 h 1"/>
                <a:gd name="T4" fmla="*/ 0 w 4"/>
                <a:gd name="T5" fmla="*/ 1 h 1"/>
                <a:gd name="T6" fmla="*/ 4 w 4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1">
                  <a:moveTo>
                    <a:pt x="4" y="0"/>
                  </a:moveTo>
                  <a:lnTo>
                    <a:pt x="4" y="0"/>
                  </a:lnTo>
                  <a:cubicBezTo>
                    <a:pt x="3" y="0"/>
                    <a:pt x="2" y="1"/>
                    <a:pt x="0" y="1"/>
                  </a:cubicBezTo>
                  <a:cubicBezTo>
                    <a:pt x="2" y="1"/>
                    <a:pt x="3" y="1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79" name="Voľný tvar 127"/>
            <p:cNvSpPr>
              <a:spLocks/>
            </p:cNvSpPr>
            <p:nvPr/>
          </p:nvSpPr>
          <p:spPr bwMode="invGray">
            <a:xfrm>
              <a:off x="-3924300" y="2803525"/>
              <a:ext cx="188913" cy="3175"/>
            </a:xfrm>
            <a:custGeom>
              <a:avLst/>
              <a:gdLst>
                <a:gd name="T0" fmla="*/ 98 w 98"/>
                <a:gd name="T1" fmla="*/ 1 h 2"/>
                <a:gd name="T2" fmla="*/ 98 w 98"/>
                <a:gd name="T3" fmla="*/ 1 h 2"/>
                <a:gd name="T4" fmla="*/ 26 w 98"/>
                <a:gd name="T5" fmla="*/ 1 h 2"/>
                <a:gd name="T6" fmla="*/ 28 w 98"/>
                <a:gd name="T7" fmla="*/ 1 h 2"/>
                <a:gd name="T8" fmla="*/ 0 w 98"/>
                <a:gd name="T9" fmla="*/ 2 h 2"/>
                <a:gd name="T10" fmla="*/ 98 w 98"/>
                <a:gd name="T11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8" h="2">
                  <a:moveTo>
                    <a:pt x="98" y="1"/>
                  </a:moveTo>
                  <a:lnTo>
                    <a:pt x="98" y="1"/>
                  </a:lnTo>
                  <a:cubicBezTo>
                    <a:pt x="84" y="2"/>
                    <a:pt x="42" y="0"/>
                    <a:pt x="26" y="1"/>
                  </a:cubicBezTo>
                  <a:lnTo>
                    <a:pt x="28" y="1"/>
                  </a:lnTo>
                  <a:lnTo>
                    <a:pt x="0" y="2"/>
                  </a:lnTo>
                  <a:cubicBezTo>
                    <a:pt x="27" y="2"/>
                    <a:pt x="82" y="2"/>
                    <a:pt x="9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</p:grp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1522413" y="5105400"/>
            <a:ext cx="9143999" cy="1066800"/>
          </a:xfrm>
        </p:spPr>
        <p:txBody>
          <a:bodyPr rtlCol="0"/>
          <a:lstStyle>
            <a:lvl1pPr marL="0" indent="0" algn="l">
              <a:spcBef>
                <a:spcPts val="0"/>
              </a:spcBef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sk-SK"/>
              <a:t>Kliknutím upravte štýl predlohy podnadpisu</a:t>
            </a: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674356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 hasCustomPrompt="1"/>
          </p:nvPr>
        </p:nvSpPr>
        <p:spPr>
          <a:xfrm>
            <a:off x="1522414" y="274638"/>
            <a:ext cx="9143998" cy="1020762"/>
          </a:xfrm>
        </p:spPr>
        <p:txBody>
          <a:bodyPr rtlCol="0"/>
          <a:lstStyle>
            <a:lvl1pPr rtl="0">
              <a:defRPr/>
            </a:lvl1pPr>
          </a:lstStyle>
          <a:p>
            <a:pPr rtl="0"/>
            <a:r>
              <a:rPr lang="sk-SK" dirty="0"/>
              <a:t>Kliknite sem a upravte štýl predlohy nadpisov</a:t>
            </a:r>
          </a:p>
        </p:txBody>
      </p:sp>
      <p:grpSp>
        <p:nvGrpSpPr>
          <p:cNvPr id="167" name="čiara" descr="Grafika čiary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</p:grpSpPr>
        <p:sp>
          <p:nvSpPr>
            <p:cNvPr id="168" name="Voľný tvar 1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69" name="Voľný tvar 1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70" name="Voľný tvar 1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71" name="Voľný tvar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72" name="Voľný tvar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73" name="Voľný tvar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74" name="Voľný tvar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75" name="Voľný tvar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76" name="Voľný tvar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77" name="Voľný tvar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78" name="Voľný tvar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79" name="Voľný tvar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80" name="Voľný tvar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81" name="Voľný tvar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82" name="Voľný tvar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83" name="Voľný tvar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84" name="Voľný tvar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85" name="Voľný tvar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86" name="Voľný tvar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87" name="Voľný tvar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88" name="Voľný tvar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89" name="Voľný tvar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90" name="Voľný tvar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91" name="Voľný tvar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92" name="Voľný tvar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93" name="Voľný tvar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94" name="Voľný tvar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95" name="Voľný tvar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96" name="Voľný tvar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97" name="Voľný tvar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98" name="Voľný tvar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99" name="Voľný tvar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00" name="Voľný tvar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01" name="Voľný tvar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02" name="Voľný tvar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03" name="Voľný tvar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04" name="Voľný tvar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05" name="Voľný tvar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06" name="Voľný tvar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07" name="Voľný tvar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08" name="Voľný tvar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09" name="Voľný tvar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10" name="Voľný tvar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11" name="Voľný tvar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12" name="Voľný tvar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13" name="Voľný tvar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14" name="Voľný tvar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15" name="Voľný tvar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16" name="Voľný tvar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17" name="Voľný tvar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18" name="Voľný tvar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19" name="Voľný tvar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20" name="Voľný tvar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21" name="Voľný tvar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22" name="Voľný tvar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23" name="Voľný tvar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24" name="Voľný tvar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25" name="Voľný tvar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26" name="Voľný tvar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27" name="Voľný tvar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28" name="Voľný tvar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29" name="Voľný tvar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30" name="Voľný tvar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31" name="Voľný tvar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32" name="Voľný tvar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33" name="Voľný tvar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34" name="Voľný tvar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35" name="Voľný tvar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36" name="Voľný tvar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37" name="Voľný tvar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38" name="Voľný tvar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39" name="Voľný tvar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40" name="Voľný tvar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41" name="Voľný tvar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</p:grpSp>
      <p:sp>
        <p:nvSpPr>
          <p:cNvPr id="3" name="Zástupný obsah 2"/>
          <p:cNvSpPr>
            <a:spLocks noGrp="1"/>
          </p:cNvSpPr>
          <p:nvPr>
            <p:ph idx="1"/>
          </p:nvPr>
        </p:nvSpPr>
        <p:spPr/>
        <p:txBody>
          <a:bodyPr rtlCol="0"/>
          <a:lstStyle>
            <a:lvl2pPr marL="548640">
              <a:defRPr/>
            </a:lvl2pPr>
            <a:lvl3pPr marL="777240">
              <a:defRPr/>
            </a:lvl3pPr>
            <a:lvl4pPr marL="1005840">
              <a:defRPr/>
            </a:lvl4pPr>
            <a:lvl5pPr marL="1234440">
              <a:defRPr/>
            </a:lvl5pPr>
            <a:lvl6pPr marL="1463040">
              <a:defRPr baseline="0"/>
            </a:lvl6pPr>
            <a:lvl7pPr marL="1691640">
              <a:defRPr baseline="0"/>
            </a:lvl7pPr>
            <a:lvl8pPr marL="1920240">
              <a:defRPr baseline="0"/>
            </a:lvl8pPr>
            <a:lvl9pPr marL="2148840">
              <a:defRPr baseline="0"/>
            </a:lvl9pPr>
          </a:lstStyle>
          <a:p>
            <a:pPr lvl="0" rtl="0"/>
            <a:r>
              <a:rPr lang="sk-SK"/>
              <a:t>Kliknite sem a upravte štýly predlohy textu</a:t>
            </a:r>
          </a:p>
          <a:p>
            <a:pPr lvl="1" rtl="0"/>
            <a:r>
              <a:rPr lang="sk-SK"/>
              <a:t>Druhá úroveň</a:t>
            </a:r>
          </a:p>
          <a:p>
            <a:pPr lvl="2" rtl="0"/>
            <a:r>
              <a:rPr lang="sk-SK"/>
              <a:t>Tretia úroveň</a:t>
            </a:r>
          </a:p>
          <a:p>
            <a:pPr lvl="3" rtl="0"/>
            <a:r>
              <a:rPr lang="sk-SK"/>
              <a:t>Štvrtá úroveň</a:t>
            </a:r>
          </a:p>
          <a:p>
            <a:pPr lvl="4" rtl="0"/>
            <a:r>
              <a:rPr lang="sk-SK"/>
              <a:t>Piata úroveň</a:t>
            </a:r>
            <a:endParaRPr lang="sk-SK" dirty="0"/>
          </a:p>
        </p:txBody>
      </p:sp>
      <p:sp>
        <p:nvSpPr>
          <p:cNvPr id="5" name="Zástupná pät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sk-SK" dirty="0"/>
          </a:p>
        </p:txBody>
      </p:sp>
      <p:sp>
        <p:nvSpPr>
          <p:cNvPr id="4" name="Zástupný dátum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BFB33C0-3605-42B8-A1F1-3A1BB58F9C12}" type="datetime1">
              <a:rPr lang="sk-SK" smtClean="0"/>
              <a:t>3. 3. 2025</a:t>
            </a:fld>
            <a:endParaRPr lang="sk-SK" dirty="0"/>
          </a:p>
        </p:txBody>
      </p:sp>
      <p:sp>
        <p:nvSpPr>
          <p:cNvPr id="6" name="Zástupné číslo snímky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5BA54BD-C84D-46CE-8B72-31BFB26ABA43}" type="slidenum">
              <a:rPr lang="sk-SK" smtClean="0"/>
              <a:t>‹#›</a:t>
            </a:fld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26144726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Hlavička sekc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 hasCustomPrompt="1"/>
          </p:nvPr>
        </p:nvSpPr>
        <p:spPr>
          <a:xfrm>
            <a:off x="1522413" y="1905000"/>
            <a:ext cx="9144000" cy="2667000"/>
          </a:xfrm>
        </p:spPr>
        <p:txBody>
          <a:bodyPr rtlCol="0" anchor="b">
            <a:noAutofit/>
          </a:bodyPr>
          <a:lstStyle>
            <a:lvl1pPr algn="l" rtl="0">
              <a:defRPr sz="4400" b="0" cap="none" baseline="0"/>
            </a:lvl1pPr>
          </a:lstStyle>
          <a:p>
            <a:pPr rtl="0"/>
            <a:r>
              <a:rPr lang="sk-SK" dirty="0"/>
              <a:t>Kliknite sem a upravte štýl predlohy nadpisov</a:t>
            </a:r>
          </a:p>
        </p:txBody>
      </p:sp>
      <p:grpSp>
        <p:nvGrpSpPr>
          <p:cNvPr id="255" name="čiara" descr="Grafika čiary"/>
          <p:cNvGrpSpPr/>
          <p:nvPr/>
        </p:nvGrpSpPr>
        <p:grpSpPr bwMode="invGray">
          <a:xfrm>
            <a:off x="1584896" y="4724400"/>
            <a:ext cx="8631936" cy="64008"/>
            <a:chOff x="-4110038" y="2703513"/>
            <a:chExt cx="17394239" cy="160336"/>
          </a:xfrm>
          <a:solidFill>
            <a:schemeClr val="accent1"/>
          </a:solidFill>
        </p:grpSpPr>
        <p:sp>
          <p:nvSpPr>
            <p:cNvPr id="256" name="Voľný tvar 5"/>
            <p:cNvSpPr>
              <a:spLocks/>
            </p:cNvSpPr>
            <p:nvPr/>
          </p:nvSpPr>
          <p:spPr bwMode="invGray">
            <a:xfrm>
              <a:off x="12815888" y="2768600"/>
              <a:ext cx="468313" cy="19050"/>
            </a:xfrm>
            <a:custGeom>
              <a:avLst/>
              <a:gdLst>
                <a:gd name="T0" fmla="*/ 21 w 244"/>
                <a:gd name="T1" fmla="*/ 5 h 8"/>
                <a:gd name="T2" fmla="*/ 21 w 244"/>
                <a:gd name="T3" fmla="*/ 5 h 8"/>
                <a:gd name="T4" fmla="*/ 52 w 244"/>
                <a:gd name="T5" fmla="*/ 7 h 8"/>
                <a:gd name="T6" fmla="*/ 100 w 244"/>
                <a:gd name="T7" fmla="*/ 5 h 8"/>
                <a:gd name="T8" fmla="*/ 125 w 244"/>
                <a:gd name="T9" fmla="*/ 7 h 8"/>
                <a:gd name="T10" fmla="*/ 202 w 244"/>
                <a:gd name="T11" fmla="*/ 6 h 8"/>
                <a:gd name="T12" fmla="*/ 156 w 244"/>
                <a:gd name="T13" fmla="*/ 5 h 8"/>
                <a:gd name="T14" fmla="*/ 244 w 244"/>
                <a:gd name="T15" fmla="*/ 3 h 8"/>
                <a:gd name="T16" fmla="*/ 161 w 244"/>
                <a:gd name="T17" fmla="*/ 3 h 8"/>
                <a:gd name="T18" fmla="*/ 165 w 244"/>
                <a:gd name="T19" fmla="*/ 2 h 8"/>
                <a:gd name="T20" fmla="*/ 96 w 244"/>
                <a:gd name="T21" fmla="*/ 2 h 8"/>
                <a:gd name="T22" fmla="*/ 111 w 244"/>
                <a:gd name="T23" fmla="*/ 1 h 8"/>
                <a:gd name="T24" fmla="*/ 0 w 244"/>
                <a:gd name="T25" fmla="*/ 5 h 8"/>
                <a:gd name="T26" fmla="*/ 21 w 244"/>
                <a:gd name="T27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44" h="8">
                  <a:moveTo>
                    <a:pt x="21" y="5"/>
                  </a:moveTo>
                  <a:lnTo>
                    <a:pt x="21" y="5"/>
                  </a:lnTo>
                  <a:cubicBezTo>
                    <a:pt x="42" y="5"/>
                    <a:pt x="59" y="7"/>
                    <a:pt x="52" y="7"/>
                  </a:cubicBezTo>
                  <a:cubicBezTo>
                    <a:pt x="94" y="6"/>
                    <a:pt x="94" y="8"/>
                    <a:pt x="100" y="5"/>
                  </a:cubicBezTo>
                  <a:cubicBezTo>
                    <a:pt x="127" y="4"/>
                    <a:pt x="155" y="6"/>
                    <a:pt x="125" y="7"/>
                  </a:cubicBezTo>
                  <a:lnTo>
                    <a:pt x="202" y="6"/>
                  </a:lnTo>
                  <a:lnTo>
                    <a:pt x="156" y="5"/>
                  </a:lnTo>
                  <a:cubicBezTo>
                    <a:pt x="168" y="2"/>
                    <a:pt x="230" y="6"/>
                    <a:pt x="244" y="3"/>
                  </a:cubicBezTo>
                  <a:lnTo>
                    <a:pt x="161" y="3"/>
                  </a:lnTo>
                  <a:lnTo>
                    <a:pt x="165" y="2"/>
                  </a:lnTo>
                  <a:cubicBezTo>
                    <a:pt x="146" y="3"/>
                    <a:pt x="109" y="2"/>
                    <a:pt x="96" y="2"/>
                  </a:cubicBezTo>
                  <a:cubicBezTo>
                    <a:pt x="98" y="1"/>
                    <a:pt x="97" y="1"/>
                    <a:pt x="111" y="1"/>
                  </a:cubicBezTo>
                  <a:cubicBezTo>
                    <a:pt x="10" y="0"/>
                    <a:pt x="84" y="5"/>
                    <a:pt x="0" y="5"/>
                  </a:cubicBezTo>
                  <a:cubicBezTo>
                    <a:pt x="5" y="5"/>
                    <a:pt x="12" y="5"/>
                    <a:pt x="21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257" name="Voľný tvar 6"/>
            <p:cNvSpPr>
              <a:spLocks/>
            </p:cNvSpPr>
            <p:nvPr/>
          </p:nvSpPr>
          <p:spPr bwMode="invGray">
            <a:xfrm>
              <a:off x="12380913" y="2755900"/>
              <a:ext cx="461963" cy="26987"/>
            </a:xfrm>
            <a:custGeom>
              <a:avLst/>
              <a:gdLst>
                <a:gd name="T0" fmla="*/ 162 w 241"/>
                <a:gd name="T1" fmla="*/ 4 h 12"/>
                <a:gd name="T2" fmla="*/ 162 w 241"/>
                <a:gd name="T3" fmla="*/ 4 h 12"/>
                <a:gd name="T4" fmla="*/ 127 w 241"/>
                <a:gd name="T5" fmla="*/ 7 h 12"/>
                <a:gd name="T6" fmla="*/ 68 w 241"/>
                <a:gd name="T7" fmla="*/ 6 h 12"/>
                <a:gd name="T8" fmla="*/ 53 w 241"/>
                <a:gd name="T9" fmla="*/ 9 h 12"/>
                <a:gd name="T10" fmla="*/ 79 w 241"/>
                <a:gd name="T11" fmla="*/ 9 h 12"/>
                <a:gd name="T12" fmla="*/ 18 w 241"/>
                <a:gd name="T13" fmla="*/ 11 h 12"/>
                <a:gd name="T14" fmla="*/ 101 w 241"/>
                <a:gd name="T15" fmla="*/ 10 h 12"/>
                <a:gd name="T16" fmla="*/ 195 w 241"/>
                <a:gd name="T17" fmla="*/ 12 h 12"/>
                <a:gd name="T18" fmla="*/ 226 w 241"/>
                <a:gd name="T19" fmla="*/ 11 h 12"/>
                <a:gd name="T20" fmla="*/ 215 w 241"/>
                <a:gd name="T21" fmla="*/ 11 h 12"/>
                <a:gd name="T22" fmla="*/ 213 w 241"/>
                <a:gd name="T23" fmla="*/ 7 h 12"/>
                <a:gd name="T24" fmla="*/ 172 w 241"/>
                <a:gd name="T25" fmla="*/ 7 h 12"/>
                <a:gd name="T26" fmla="*/ 241 w 241"/>
                <a:gd name="T27" fmla="*/ 4 h 12"/>
                <a:gd name="T28" fmla="*/ 123 w 241"/>
                <a:gd name="T29" fmla="*/ 0 h 12"/>
                <a:gd name="T30" fmla="*/ 162 w 241"/>
                <a:gd name="T31" fmla="*/ 4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41" h="12">
                  <a:moveTo>
                    <a:pt x="162" y="4"/>
                  </a:moveTo>
                  <a:lnTo>
                    <a:pt x="162" y="4"/>
                  </a:lnTo>
                  <a:lnTo>
                    <a:pt x="127" y="7"/>
                  </a:lnTo>
                  <a:lnTo>
                    <a:pt x="68" y="6"/>
                  </a:lnTo>
                  <a:cubicBezTo>
                    <a:pt x="67" y="7"/>
                    <a:pt x="24" y="8"/>
                    <a:pt x="53" y="9"/>
                  </a:cubicBezTo>
                  <a:cubicBezTo>
                    <a:pt x="59" y="9"/>
                    <a:pt x="70" y="8"/>
                    <a:pt x="79" y="9"/>
                  </a:cubicBezTo>
                  <a:cubicBezTo>
                    <a:pt x="73" y="11"/>
                    <a:pt x="0" y="9"/>
                    <a:pt x="18" y="11"/>
                  </a:cubicBezTo>
                  <a:cubicBezTo>
                    <a:pt x="65" y="11"/>
                    <a:pt x="72" y="12"/>
                    <a:pt x="101" y="10"/>
                  </a:cubicBezTo>
                  <a:cubicBezTo>
                    <a:pt x="144" y="11"/>
                    <a:pt x="175" y="11"/>
                    <a:pt x="195" y="12"/>
                  </a:cubicBezTo>
                  <a:cubicBezTo>
                    <a:pt x="208" y="12"/>
                    <a:pt x="209" y="11"/>
                    <a:pt x="226" y="11"/>
                  </a:cubicBezTo>
                  <a:lnTo>
                    <a:pt x="215" y="11"/>
                  </a:lnTo>
                  <a:lnTo>
                    <a:pt x="213" y="7"/>
                  </a:lnTo>
                  <a:cubicBezTo>
                    <a:pt x="199" y="8"/>
                    <a:pt x="187" y="7"/>
                    <a:pt x="172" y="7"/>
                  </a:cubicBezTo>
                  <a:lnTo>
                    <a:pt x="241" y="4"/>
                  </a:lnTo>
                  <a:cubicBezTo>
                    <a:pt x="219" y="1"/>
                    <a:pt x="151" y="2"/>
                    <a:pt x="123" y="0"/>
                  </a:cubicBezTo>
                  <a:cubicBezTo>
                    <a:pt x="157" y="4"/>
                    <a:pt x="96" y="2"/>
                    <a:pt x="162" y="4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258" name="Voľný tvar 7"/>
            <p:cNvSpPr>
              <a:spLocks/>
            </p:cNvSpPr>
            <p:nvPr/>
          </p:nvSpPr>
          <p:spPr bwMode="invGray">
            <a:xfrm>
              <a:off x="12814300" y="2779713"/>
              <a:ext cx="1588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259" name="Voľný tvar 8"/>
            <p:cNvSpPr>
              <a:spLocks/>
            </p:cNvSpPr>
            <p:nvPr/>
          </p:nvSpPr>
          <p:spPr bwMode="invGray">
            <a:xfrm>
              <a:off x="2738437" y="2795588"/>
              <a:ext cx="425450" cy="15875"/>
            </a:xfrm>
            <a:custGeom>
              <a:avLst/>
              <a:gdLst>
                <a:gd name="T0" fmla="*/ 77 w 222"/>
                <a:gd name="T1" fmla="*/ 5 h 7"/>
                <a:gd name="T2" fmla="*/ 77 w 222"/>
                <a:gd name="T3" fmla="*/ 5 h 7"/>
                <a:gd name="T4" fmla="*/ 56 w 222"/>
                <a:gd name="T5" fmla="*/ 6 h 7"/>
                <a:gd name="T6" fmla="*/ 222 w 222"/>
                <a:gd name="T7" fmla="*/ 5 h 7"/>
                <a:gd name="T8" fmla="*/ 200 w 222"/>
                <a:gd name="T9" fmla="*/ 3 h 7"/>
                <a:gd name="T10" fmla="*/ 137 w 222"/>
                <a:gd name="T11" fmla="*/ 4 h 7"/>
                <a:gd name="T12" fmla="*/ 149 w 222"/>
                <a:gd name="T13" fmla="*/ 3 h 7"/>
                <a:gd name="T14" fmla="*/ 109 w 222"/>
                <a:gd name="T15" fmla="*/ 0 h 7"/>
                <a:gd name="T16" fmla="*/ 106 w 222"/>
                <a:gd name="T17" fmla="*/ 0 h 7"/>
                <a:gd name="T18" fmla="*/ 0 w 222"/>
                <a:gd name="T19" fmla="*/ 7 h 7"/>
                <a:gd name="T20" fmla="*/ 77 w 222"/>
                <a:gd name="T21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2" h="7">
                  <a:moveTo>
                    <a:pt x="77" y="5"/>
                  </a:moveTo>
                  <a:lnTo>
                    <a:pt x="77" y="5"/>
                  </a:lnTo>
                  <a:cubicBezTo>
                    <a:pt x="62" y="5"/>
                    <a:pt x="58" y="5"/>
                    <a:pt x="56" y="6"/>
                  </a:cubicBezTo>
                  <a:lnTo>
                    <a:pt x="222" y="5"/>
                  </a:lnTo>
                  <a:cubicBezTo>
                    <a:pt x="216" y="5"/>
                    <a:pt x="169" y="4"/>
                    <a:pt x="200" y="3"/>
                  </a:cubicBezTo>
                  <a:cubicBezTo>
                    <a:pt x="186" y="2"/>
                    <a:pt x="143" y="3"/>
                    <a:pt x="137" y="4"/>
                  </a:cubicBezTo>
                  <a:lnTo>
                    <a:pt x="149" y="3"/>
                  </a:lnTo>
                  <a:cubicBezTo>
                    <a:pt x="110" y="5"/>
                    <a:pt x="84" y="1"/>
                    <a:pt x="109" y="0"/>
                  </a:cubicBezTo>
                  <a:lnTo>
                    <a:pt x="106" y="0"/>
                  </a:lnTo>
                  <a:lnTo>
                    <a:pt x="0" y="7"/>
                  </a:lnTo>
                  <a:cubicBezTo>
                    <a:pt x="39" y="7"/>
                    <a:pt x="30" y="5"/>
                    <a:pt x="77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260" name="Voľný tvar 9"/>
            <p:cNvSpPr>
              <a:spLocks/>
            </p:cNvSpPr>
            <p:nvPr/>
          </p:nvSpPr>
          <p:spPr bwMode="invGray">
            <a:xfrm>
              <a:off x="-3646488" y="2800350"/>
              <a:ext cx="46038" cy="3175"/>
            </a:xfrm>
            <a:custGeom>
              <a:avLst/>
              <a:gdLst>
                <a:gd name="T0" fmla="*/ 0 w 24"/>
                <a:gd name="T1" fmla="*/ 1 h 1"/>
                <a:gd name="T2" fmla="*/ 0 w 24"/>
                <a:gd name="T3" fmla="*/ 1 h 1"/>
                <a:gd name="T4" fmla="*/ 21 w 24"/>
                <a:gd name="T5" fmla="*/ 0 h 1"/>
                <a:gd name="T6" fmla="*/ 0 w 2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" h="1">
                  <a:moveTo>
                    <a:pt x="0" y="1"/>
                  </a:moveTo>
                  <a:lnTo>
                    <a:pt x="0" y="1"/>
                  </a:lnTo>
                  <a:cubicBezTo>
                    <a:pt x="21" y="0"/>
                    <a:pt x="24" y="0"/>
                    <a:pt x="21" y="0"/>
                  </a:cubicBez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261" name="Voľný tvar 10"/>
            <p:cNvSpPr>
              <a:spLocks/>
            </p:cNvSpPr>
            <p:nvPr/>
          </p:nvSpPr>
          <p:spPr bwMode="invGray">
            <a:xfrm>
              <a:off x="2627312" y="2816225"/>
              <a:ext cx="63500" cy="4762"/>
            </a:xfrm>
            <a:custGeom>
              <a:avLst/>
              <a:gdLst>
                <a:gd name="T0" fmla="*/ 33 w 33"/>
                <a:gd name="T1" fmla="*/ 0 h 2"/>
                <a:gd name="T2" fmla="*/ 33 w 33"/>
                <a:gd name="T3" fmla="*/ 0 h 2"/>
                <a:gd name="T4" fmla="*/ 0 w 33"/>
                <a:gd name="T5" fmla="*/ 2 h 2"/>
                <a:gd name="T6" fmla="*/ 33 w 3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2">
                  <a:moveTo>
                    <a:pt x="33" y="0"/>
                  </a:moveTo>
                  <a:lnTo>
                    <a:pt x="33" y="0"/>
                  </a:lnTo>
                  <a:lnTo>
                    <a:pt x="0" y="2"/>
                  </a:lnTo>
                  <a:cubicBezTo>
                    <a:pt x="14" y="1"/>
                    <a:pt x="25" y="1"/>
                    <a:pt x="3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262" name="Voľný tvar 11"/>
            <p:cNvSpPr>
              <a:spLocks/>
            </p:cNvSpPr>
            <p:nvPr/>
          </p:nvSpPr>
          <p:spPr bwMode="invGray">
            <a:xfrm>
              <a:off x="3103562" y="2741613"/>
              <a:ext cx="28575" cy="3175"/>
            </a:xfrm>
            <a:custGeom>
              <a:avLst/>
              <a:gdLst>
                <a:gd name="T0" fmla="*/ 15 w 15"/>
                <a:gd name="T1" fmla="*/ 0 h 1"/>
                <a:gd name="T2" fmla="*/ 15 w 15"/>
                <a:gd name="T3" fmla="*/ 0 h 1"/>
                <a:gd name="T4" fmla="*/ 15 w 15"/>
                <a:gd name="T5" fmla="*/ 0 h 1"/>
                <a:gd name="T6" fmla="*/ 0 w 15"/>
                <a:gd name="T7" fmla="*/ 1 h 1"/>
                <a:gd name="T8" fmla="*/ 0 w 15"/>
                <a:gd name="T9" fmla="*/ 1 h 1"/>
                <a:gd name="T10" fmla="*/ 15 w 15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" h="1">
                  <a:moveTo>
                    <a:pt x="15" y="0"/>
                  </a:moveTo>
                  <a:lnTo>
                    <a:pt x="15" y="0"/>
                  </a:lnTo>
                  <a:cubicBezTo>
                    <a:pt x="15" y="0"/>
                    <a:pt x="15" y="0"/>
                    <a:pt x="15" y="0"/>
                  </a:cubicBezTo>
                  <a:lnTo>
                    <a:pt x="0" y="1"/>
                  </a:lnTo>
                  <a:lnTo>
                    <a:pt x="0" y="1"/>
                  </a:lnTo>
                  <a:lnTo>
                    <a:pt x="1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263" name="Voľný tvar 12"/>
            <p:cNvSpPr>
              <a:spLocks/>
            </p:cNvSpPr>
            <p:nvPr/>
          </p:nvSpPr>
          <p:spPr bwMode="invGray">
            <a:xfrm>
              <a:off x="1227137" y="2836863"/>
              <a:ext cx="20638" cy="0"/>
            </a:xfrm>
            <a:custGeom>
              <a:avLst/>
              <a:gdLst>
                <a:gd name="T0" fmla="*/ 11 w 11"/>
                <a:gd name="T1" fmla="*/ 11 w 11"/>
                <a:gd name="T2" fmla="*/ 0 w 11"/>
                <a:gd name="T3" fmla="*/ 11 w 1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1">
                  <a:moveTo>
                    <a:pt x="11" y="0"/>
                  </a:moveTo>
                  <a:lnTo>
                    <a:pt x="11" y="0"/>
                  </a:lnTo>
                  <a:lnTo>
                    <a:pt x="0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264" name="Voľný tvar 13"/>
            <p:cNvSpPr>
              <a:spLocks/>
            </p:cNvSpPr>
            <p:nvPr/>
          </p:nvSpPr>
          <p:spPr bwMode="invGray">
            <a:xfrm>
              <a:off x="3660775" y="2713038"/>
              <a:ext cx="331788" cy="20637"/>
            </a:xfrm>
            <a:custGeom>
              <a:avLst/>
              <a:gdLst>
                <a:gd name="T0" fmla="*/ 173 w 173"/>
                <a:gd name="T1" fmla="*/ 0 h 9"/>
                <a:gd name="T2" fmla="*/ 173 w 173"/>
                <a:gd name="T3" fmla="*/ 0 h 9"/>
                <a:gd name="T4" fmla="*/ 99 w 173"/>
                <a:gd name="T5" fmla="*/ 2 h 9"/>
                <a:gd name="T6" fmla="*/ 89 w 173"/>
                <a:gd name="T7" fmla="*/ 1 h 9"/>
                <a:gd name="T8" fmla="*/ 64 w 173"/>
                <a:gd name="T9" fmla="*/ 2 h 9"/>
                <a:gd name="T10" fmla="*/ 79 w 173"/>
                <a:gd name="T11" fmla="*/ 2 h 9"/>
                <a:gd name="T12" fmla="*/ 0 w 173"/>
                <a:gd name="T13" fmla="*/ 8 h 9"/>
                <a:gd name="T14" fmla="*/ 78 w 173"/>
                <a:gd name="T15" fmla="*/ 7 h 9"/>
                <a:gd name="T16" fmla="*/ 98 w 173"/>
                <a:gd name="T17" fmla="*/ 6 h 9"/>
                <a:gd name="T18" fmla="*/ 159 w 173"/>
                <a:gd name="T19" fmla="*/ 2 h 9"/>
                <a:gd name="T20" fmla="*/ 173 w 173"/>
                <a:gd name="T2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73" h="9">
                  <a:moveTo>
                    <a:pt x="173" y="0"/>
                  </a:moveTo>
                  <a:lnTo>
                    <a:pt x="173" y="0"/>
                  </a:lnTo>
                  <a:lnTo>
                    <a:pt x="99" y="2"/>
                  </a:lnTo>
                  <a:cubicBezTo>
                    <a:pt x="109" y="2"/>
                    <a:pt x="74" y="2"/>
                    <a:pt x="89" y="1"/>
                  </a:cubicBezTo>
                  <a:cubicBezTo>
                    <a:pt x="84" y="1"/>
                    <a:pt x="57" y="1"/>
                    <a:pt x="64" y="2"/>
                  </a:cubicBezTo>
                  <a:lnTo>
                    <a:pt x="79" y="2"/>
                  </a:lnTo>
                  <a:cubicBezTo>
                    <a:pt x="41" y="5"/>
                    <a:pt x="64" y="6"/>
                    <a:pt x="0" y="8"/>
                  </a:cubicBezTo>
                  <a:cubicBezTo>
                    <a:pt x="40" y="9"/>
                    <a:pt x="57" y="8"/>
                    <a:pt x="78" y="7"/>
                  </a:cubicBezTo>
                  <a:lnTo>
                    <a:pt x="98" y="6"/>
                  </a:lnTo>
                  <a:lnTo>
                    <a:pt x="159" y="2"/>
                  </a:lnTo>
                  <a:lnTo>
                    <a:pt x="17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265" name="Voľný tvar 14"/>
            <p:cNvSpPr>
              <a:spLocks/>
            </p:cNvSpPr>
            <p:nvPr/>
          </p:nvSpPr>
          <p:spPr bwMode="invGray">
            <a:xfrm>
              <a:off x="-1674813" y="2768600"/>
              <a:ext cx="1588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266" name="Voľný tvar 15"/>
            <p:cNvSpPr>
              <a:spLocks/>
            </p:cNvSpPr>
            <p:nvPr/>
          </p:nvSpPr>
          <p:spPr bwMode="invGray">
            <a:xfrm>
              <a:off x="-1673225" y="2767013"/>
              <a:ext cx="36513" cy="1587"/>
            </a:xfrm>
            <a:custGeom>
              <a:avLst/>
              <a:gdLst>
                <a:gd name="T0" fmla="*/ 3 w 19"/>
                <a:gd name="T1" fmla="*/ 0 h 1"/>
                <a:gd name="T2" fmla="*/ 3 w 19"/>
                <a:gd name="T3" fmla="*/ 0 h 1"/>
                <a:gd name="T4" fmla="*/ 0 w 19"/>
                <a:gd name="T5" fmla="*/ 1 h 1"/>
                <a:gd name="T6" fmla="*/ 3 w 1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1">
                  <a:moveTo>
                    <a:pt x="3" y="0"/>
                  </a:moveTo>
                  <a:lnTo>
                    <a:pt x="3" y="0"/>
                  </a:lnTo>
                  <a:lnTo>
                    <a:pt x="0" y="1"/>
                  </a:lnTo>
                  <a:cubicBezTo>
                    <a:pt x="4" y="0"/>
                    <a:pt x="19" y="0"/>
                    <a:pt x="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267" name="Voľný tvar 16"/>
            <p:cNvSpPr>
              <a:spLocks/>
            </p:cNvSpPr>
            <p:nvPr/>
          </p:nvSpPr>
          <p:spPr bwMode="invGray">
            <a:xfrm>
              <a:off x="2690812" y="2811463"/>
              <a:ext cx="47625" cy="4762"/>
            </a:xfrm>
            <a:custGeom>
              <a:avLst/>
              <a:gdLst>
                <a:gd name="T0" fmla="*/ 13 w 25"/>
                <a:gd name="T1" fmla="*/ 0 h 2"/>
                <a:gd name="T2" fmla="*/ 13 w 25"/>
                <a:gd name="T3" fmla="*/ 0 h 2"/>
                <a:gd name="T4" fmla="*/ 0 w 25"/>
                <a:gd name="T5" fmla="*/ 2 h 2"/>
                <a:gd name="T6" fmla="*/ 25 w 25"/>
                <a:gd name="T7" fmla="*/ 0 h 2"/>
                <a:gd name="T8" fmla="*/ 13 w 25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2">
                  <a:moveTo>
                    <a:pt x="13" y="0"/>
                  </a:moveTo>
                  <a:lnTo>
                    <a:pt x="13" y="0"/>
                  </a:lnTo>
                  <a:cubicBezTo>
                    <a:pt x="12" y="0"/>
                    <a:pt x="7" y="1"/>
                    <a:pt x="0" y="2"/>
                  </a:cubicBezTo>
                  <a:lnTo>
                    <a:pt x="25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268" name="Voľný tvar 17"/>
            <p:cNvSpPr>
              <a:spLocks/>
            </p:cNvSpPr>
            <p:nvPr/>
          </p:nvSpPr>
          <p:spPr bwMode="invGray">
            <a:xfrm>
              <a:off x="2822575" y="2794000"/>
              <a:ext cx="163513" cy="4762"/>
            </a:xfrm>
            <a:custGeom>
              <a:avLst/>
              <a:gdLst>
                <a:gd name="T0" fmla="*/ 0 w 85"/>
                <a:gd name="T1" fmla="*/ 2 h 2"/>
                <a:gd name="T2" fmla="*/ 0 w 85"/>
                <a:gd name="T3" fmla="*/ 2 h 2"/>
                <a:gd name="T4" fmla="*/ 62 w 85"/>
                <a:gd name="T5" fmla="*/ 1 h 2"/>
                <a:gd name="T6" fmla="*/ 85 w 85"/>
                <a:gd name="T7" fmla="*/ 0 h 2"/>
                <a:gd name="T8" fmla="*/ 0 w 85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5" h="2">
                  <a:moveTo>
                    <a:pt x="0" y="2"/>
                  </a:moveTo>
                  <a:lnTo>
                    <a:pt x="0" y="2"/>
                  </a:lnTo>
                  <a:lnTo>
                    <a:pt x="62" y="1"/>
                  </a:lnTo>
                  <a:lnTo>
                    <a:pt x="85" y="0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269" name="Voľný tvar 18"/>
            <p:cNvSpPr>
              <a:spLocks/>
            </p:cNvSpPr>
            <p:nvPr/>
          </p:nvSpPr>
          <p:spPr bwMode="invGray">
            <a:xfrm>
              <a:off x="715962" y="2809875"/>
              <a:ext cx="1911350" cy="50800"/>
            </a:xfrm>
            <a:custGeom>
              <a:avLst/>
              <a:gdLst>
                <a:gd name="T0" fmla="*/ 375 w 996"/>
                <a:gd name="T1" fmla="*/ 13 h 23"/>
                <a:gd name="T2" fmla="*/ 375 w 996"/>
                <a:gd name="T3" fmla="*/ 13 h 23"/>
                <a:gd name="T4" fmla="*/ 348 w 996"/>
                <a:gd name="T5" fmla="*/ 9 h 23"/>
                <a:gd name="T6" fmla="*/ 277 w 996"/>
                <a:gd name="T7" fmla="*/ 12 h 23"/>
                <a:gd name="T8" fmla="*/ 366 w 996"/>
                <a:gd name="T9" fmla="*/ 16 h 23"/>
                <a:gd name="T10" fmla="*/ 257 w 996"/>
                <a:gd name="T11" fmla="*/ 19 h 23"/>
                <a:gd name="T12" fmla="*/ 301 w 996"/>
                <a:gd name="T13" fmla="*/ 14 h 23"/>
                <a:gd name="T14" fmla="*/ 249 w 996"/>
                <a:gd name="T15" fmla="*/ 16 h 23"/>
                <a:gd name="T16" fmla="*/ 76 w 996"/>
                <a:gd name="T17" fmla="*/ 16 h 23"/>
                <a:gd name="T18" fmla="*/ 5 w 996"/>
                <a:gd name="T19" fmla="*/ 20 h 23"/>
                <a:gd name="T20" fmla="*/ 93 w 996"/>
                <a:gd name="T21" fmla="*/ 23 h 23"/>
                <a:gd name="T22" fmla="*/ 84 w 996"/>
                <a:gd name="T23" fmla="*/ 22 h 23"/>
                <a:gd name="T24" fmla="*/ 125 w 996"/>
                <a:gd name="T25" fmla="*/ 23 h 23"/>
                <a:gd name="T26" fmla="*/ 151 w 996"/>
                <a:gd name="T27" fmla="*/ 20 h 23"/>
                <a:gd name="T28" fmla="*/ 191 w 996"/>
                <a:gd name="T29" fmla="*/ 20 h 23"/>
                <a:gd name="T30" fmla="*/ 168 w 996"/>
                <a:gd name="T31" fmla="*/ 21 h 23"/>
                <a:gd name="T32" fmla="*/ 264 w 996"/>
                <a:gd name="T33" fmla="*/ 20 h 23"/>
                <a:gd name="T34" fmla="*/ 252 w 996"/>
                <a:gd name="T35" fmla="*/ 22 h 23"/>
                <a:gd name="T36" fmla="*/ 371 w 996"/>
                <a:gd name="T37" fmla="*/ 18 h 23"/>
                <a:gd name="T38" fmla="*/ 341 w 996"/>
                <a:gd name="T39" fmla="*/ 21 h 23"/>
                <a:gd name="T40" fmla="*/ 539 w 996"/>
                <a:gd name="T41" fmla="*/ 20 h 23"/>
                <a:gd name="T42" fmla="*/ 527 w 996"/>
                <a:gd name="T43" fmla="*/ 19 h 23"/>
                <a:gd name="T44" fmla="*/ 575 w 996"/>
                <a:gd name="T45" fmla="*/ 21 h 23"/>
                <a:gd name="T46" fmla="*/ 766 w 996"/>
                <a:gd name="T47" fmla="*/ 20 h 23"/>
                <a:gd name="T48" fmla="*/ 996 w 996"/>
                <a:gd name="T49" fmla="*/ 5 h 23"/>
                <a:gd name="T50" fmla="*/ 969 w 996"/>
                <a:gd name="T51" fmla="*/ 6 h 23"/>
                <a:gd name="T52" fmla="*/ 973 w 996"/>
                <a:gd name="T53" fmla="*/ 1 h 23"/>
                <a:gd name="T54" fmla="*/ 897 w 996"/>
                <a:gd name="T55" fmla="*/ 5 h 23"/>
                <a:gd name="T56" fmla="*/ 872 w 996"/>
                <a:gd name="T57" fmla="*/ 0 h 23"/>
                <a:gd name="T58" fmla="*/ 535 w 996"/>
                <a:gd name="T59" fmla="*/ 14 h 23"/>
                <a:gd name="T60" fmla="*/ 389 w 996"/>
                <a:gd name="T61" fmla="*/ 13 h 23"/>
                <a:gd name="T62" fmla="*/ 476 w 996"/>
                <a:gd name="T63" fmla="*/ 9 h 23"/>
                <a:gd name="T64" fmla="*/ 387 w 996"/>
                <a:gd name="T65" fmla="*/ 9 h 23"/>
                <a:gd name="T66" fmla="*/ 375 w 996"/>
                <a:gd name="T67" fmla="*/ 1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996" h="23">
                  <a:moveTo>
                    <a:pt x="375" y="13"/>
                  </a:moveTo>
                  <a:lnTo>
                    <a:pt x="375" y="13"/>
                  </a:lnTo>
                  <a:cubicBezTo>
                    <a:pt x="247" y="14"/>
                    <a:pt x="407" y="10"/>
                    <a:pt x="348" y="9"/>
                  </a:cubicBezTo>
                  <a:cubicBezTo>
                    <a:pt x="312" y="10"/>
                    <a:pt x="299" y="11"/>
                    <a:pt x="277" y="12"/>
                  </a:cubicBezTo>
                  <a:cubicBezTo>
                    <a:pt x="379" y="10"/>
                    <a:pt x="263" y="17"/>
                    <a:pt x="366" y="16"/>
                  </a:cubicBezTo>
                  <a:cubicBezTo>
                    <a:pt x="352" y="19"/>
                    <a:pt x="292" y="19"/>
                    <a:pt x="257" y="19"/>
                  </a:cubicBezTo>
                  <a:cubicBezTo>
                    <a:pt x="218" y="16"/>
                    <a:pt x="292" y="17"/>
                    <a:pt x="301" y="14"/>
                  </a:cubicBezTo>
                  <a:cubicBezTo>
                    <a:pt x="259" y="14"/>
                    <a:pt x="267" y="15"/>
                    <a:pt x="249" y="16"/>
                  </a:cubicBezTo>
                  <a:cubicBezTo>
                    <a:pt x="184" y="16"/>
                    <a:pt x="115" y="20"/>
                    <a:pt x="76" y="16"/>
                  </a:cubicBezTo>
                  <a:cubicBezTo>
                    <a:pt x="29" y="17"/>
                    <a:pt x="32" y="18"/>
                    <a:pt x="5" y="20"/>
                  </a:cubicBezTo>
                  <a:cubicBezTo>
                    <a:pt x="0" y="23"/>
                    <a:pt x="75" y="21"/>
                    <a:pt x="93" y="23"/>
                  </a:cubicBezTo>
                  <a:cubicBezTo>
                    <a:pt x="89" y="23"/>
                    <a:pt x="82" y="23"/>
                    <a:pt x="84" y="22"/>
                  </a:cubicBezTo>
                  <a:lnTo>
                    <a:pt x="125" y="23"/>
                  </a:lnTo>
                  <a:cubicBezTo>
                    <a:pt x="86" y="22"/>
                    <a:pt x="130" y="20"/>
                    <a:pt x="151" y="20"/>
                  </a:cubicBezTo>
                  <a:cubicBezTo>
                    <a:pt x="165" y="20"/>
                    <a:pt x="195" y="19"/>
                    <a:pt x="191" y="20"/>
                  </a:cubicBezTo>
                  <a:lnTo>
                    <a:pt x="168" y="21"/>
                  </a:lnTo>
                  <a:cubicBezTo>
                    <a:pt x="198" y="22"/>
                    <a:pt x="233" y="19"/>
                    <a:pt x="264" y="20"/>
                  </a:cubicBezTo>
                  <a:cubicBezTo>
                    <a:pt x="265" y="21"/>
                    <a:pt x="254" y="21"/>
                    <a:pt x="252" y="22"/>
                  </a:cubicBezTo>
                  <a:cubicBezTo>
                    <a:pt x="286" y="20"/>
                    <a:pt x="320" y="20"/>
                    <a:pt x="371" y="18"/>
                  </a:cubicBezTo>
                  <a:lnTo>
                    <a:pt x="341" y="21"/>
                  </a:lnTo>
                  <a:cubicBezTo>
                    <a:pt x="382" y="18"/>
                    <a:pt x="475" y="19"/>
                    <a:pt x="539" y="20"/>
                  </a:cubicBezTo>
                  <a:cubicBezTo>
                    <a:pt x="532" y="20"/>
                    <a:pt x="519" y="19"/>
                    <a:pt x="527" y="19"/>
                  </a:cubicBezTo>
                  <a:cubicBezTo>
                    <a:pt x="564" y="18"/>
                    <a:pt x="593" y="20"/>
                    <a:pt x="575" y="21"/>
                  </a:cubicBezTo>
                  <a:cubicBezTo>
                    <a:pt x="612" y="19"/>
                    <a:pt x="716" y="23"/>
                    <a:pt x="766" y="20"/>
                  </a:cubicBezTo>
                  <a:lnTo>
                    <a:pt x="996" y="5"/>
                  </a:lnTo>
                  <a:cubicBezTo>
                    <a:pt x="988" y="5"/>
                    <a:pt x="978" y="6"/>
                    <a:pt x="969" y="6"/>
                  </a:cubicBezTo>
                  <a:cubicBezTo>
                    <a:pt x="948" y="3"/>
                    <a:pt x="937" y="4"/>
                    <a:pt x="973" y="1"/>
                  </a:cubicBezTo>
                  <a:cubicBezTo>
                    <a:pt x="937" y="3"/>
                    <a:pt x="951" y="5"/>
                    <a:pt x="897" y="5"/>
                  </a:cubicBezTo>
                  <a:cubicBezTo>
                    <a:pt x="918" y="3"/>
                    <a:pt x="924" y="0"/>
                    <a:pt x="872" y="0"/>
                  </a:cubicBezTo>
                  <a:cubicBezTo>
                    <a:pt x="742" y="3"/>
                    <a:pt x="656" y="10"/>
                    <a:pt x="535" y="14"/>
                  </a:cubicBezTo>
                  <a:cubicBezTo>
                    <a:pt x="530" y="12"/>
                    <a:pt x="435" y="13"/>
                    <a:pt x="389" y="13"/>
                  </a:cubicBezTo>
                  <a:cubicBezTo>
                    <a:pt x="406" y="11"/>
                    <a:pt x="441" y="10"/>
                    <a:pt x="476" y="9"/>
                  </a:cubicBezTo>
                  <a:lnTo>
                    <a:pt x="387" y="9"/>
                  </a:lnTo>
                  <a:lnTo>
                    <a:pt x="375" y="1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270" name="Voľný tvar 19"/>
            <p:cNvSpPr>
              <a:spLocks/>
            </p:cNvSpPr>
            <p:nvPr/>
          </p:nvSpPr>
          <p:spPr bwMode="invGray">
            <a:xfrm>
              <a:off x="1995487" y="2822575"/>
              <a:ext cx="20638" cy="0"/>
            </a:xfrm>
            <a:custGeom>
              <a:avLst/>
              <a:gdLst>
                <a:gd name="T0" fmla="*/ 10 w 10"/>
                <a:gd name="T1" fmla="*/ 10 w 10"/>
                <a:gd name="T2" fmla="*/ 0 w 10"/>
                <a:gd name="T3" fmla="*/ 10 w 1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0">
                  <a:moveTo>
                    <a:pt x="10" y="0"/>
                  </a:moveTo>
                  <a:lnTo>
                    <a:pt x="10" y="0"/>
                  </a:lnTo>
                  <a:lnTo>
                    <a:pt x="0" y="0"/>
                  </a:lnTo>
                  <a:cubicBezTo>
                    <a:pt x="1" y="0"/>
                    <a:pt x="4" y="0"/>
                    <a:pt x="1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271" name="Voľný tvar 20"/>
            <p:cNvSpPr>
              <a:spLocks/>
            </p:cNvSpPr>
            <p:nvPr/>
          </p:nvSpPr>
          <p:spPr bwMode="invGray">
            <a:xfrm>
              <a:off x="1630362" y="2830513"/>
              <a:ext cx="22225" cy="0"/>
            </a:xfrm>
            <a:custGeom>
              <a:avLst/>
              <a:gdLst>
                <a:gd name="T0" fmla="*/ 11 w 12"/>
                <a:gd name="T1" fmla="*/ 11 w 12"/>
                <a:gd name="T2" fmla="*/ 12 w 12"/>
                <a:gd name="T3" fmla="*/ 0 w 12"/>
                <a:gd name="T4" fmla="*/ 11 w 1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12">
                  <a:moveTo>
                    <a:pt x="11" y="0"/>
                  </a:moveTo>
                  <a:lnTo>
                    <a:pt x="11" y="0"/>
                  </a:lnTo>
                  <a:cubicBezTo>
                    <a:pt x="12" y="0"/>
                    <a:pt x="11" y="0"/>
                    <a:pt x="12" y="0"/>
                  </a:cubicBezTo>
                  <a:lnTo>
                    <a:pt x="0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272" name="Voľný tvar 21"/>
            <p:cNvSpPr>
              <a:spLocks/>
            </p:cNvSpPr>
            <p:nvPr/>
          </p:nvSpPr>
          <p:spPr bwMode="invGray">
            <a:xfrm>
              <a:off x="2651125" y="2798763"/>
              <a:ext cx="46038" cy="1587"/>
            </a:xfrm>
            <a:custGeom>
              <a:avLst/>
              <a:gdLst>
                <a:gd name="T0" fmla="*/ 3 w 24"/>
                <a:gd name="T1" fmla="*/ 1 h 1"/>
                <a:gd name="T2" fmla="*/ 3 w 24"/>
                <a:gd name="T3" fmla="*/ 1 h 1"/>
                <a:gd name="T4" fmla="*/ 24 w 24"/>
                <a:gd name="T5" fmla="*/ 0 h 1"/>
                <a:gd name="T6" fmla="*/ 8 w 24"/>
                <a:gd name="T7" fmla="*/ 1 h 1"/>
                <a:gd name="T8" fmla="*/ 3 w 2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1">
                  <a:moveTo>
                    <a:pt x="3" y="1"/>
                  </a:moveTo>
                  <a:lnTo>
                    <a:pt x="3" y="1"/>
                  </a:lnTo>
                  <a:lnTo>
                    <a:pt x="24" y="0"/>
                  </a:lnTo>
                  <a:lnTo>
                    <a:pt x="8" y="1"/>
                  </a:lnTo>
                  <a:cubicBezTo>
                    <a:pt x="2" y="1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273" name="Voľný tvar 22"/>
            <p:cNvSpPr>
              <a:spLocks/>
            </p:cNvSpPr>
            <p:nvPr/>
          </p:nvSpPr>
          <p:spPr bwMode="invGray">
            <a:xfrm>
              <a:off x="2698750" y="2809875"/>
              <a:ext cx="19050" cy="1587"/>
            </a:xfrm>
            <a:custGeom>
              <a:avLst/>
              <a:gdLst>
                <a:gd name="T0" fmla="*/ 4 w 10"/>
                <a:gd name="T1" fmla="*/ 0 h 1"/>
                <a:gd name="T2" fmla="*/ 4 w 10"/>
                <a:gd name="T3" fmla="*/ 0 h 1"/>
                <a:gd name="T4" fmla="*/ 0 w 10"/>
                <a:gd name="T5" fmla="*/ 1 h 1"/>
                <a:gd name="T6" fmla="*/ 9 w 10"/>
                <a:gd name="T7" fmla="*/ 1 h 1"/>
                <a:gd name="T8" fmla="*/ 4 w 10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1">
                  <a:moveTo>
                    <a:pt x="4" y="0"/>
                  </a:moveTo>
                  <a:lnTo>
                    <a:pt x="4" y="0"/>
                  </a:lnTo>
                  <a:lnTo>
                    <a:pt x="0" y="1"/>
                  </a:lnTo>
                  <a:lnTo>
                    <a:pt x="9" y="1"/>
                  </a:lnTo>
                  <a:cubicBezTo>
                    <a:pt x="10" y="0"/>
                    <a:pt x="9" y="0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274" name="Voľný tvar 23"/>
            <p:cNvSpPr>
              <a:spLocks/>
            </p:cNvSpPr>
            <p:nvPr/>
          </p:nvSpPr>
          <p:spPr bwMode="invGray">
            <a:xfrm>
              <a:off x="469900" y="2800350"/>
              <a:ext cx="23813" cy="3175"/>
            </a:xfrm>
            <a:custGeom>
              <a:avLst/>
              <a:gdLst>
                <a:gd name="T0" fmla="*/ 13 w 13"/>
                <a:gd name="T1" fmla="*/ 0 h 1"/>
                <a:gd name="T2" fmla="*/ 13 w 13"/>
                <a:gd name="T3" fmla="*/ 0 h 1"/>
                <a:gd name="T4" fmla="*/ 0 w 13"/>
                <a:gd name="T5" fmla="*/ 1 h 1"/>
                <a:gd name="T6" fmla="*/ 13 w 1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">
                  <a:moveTo>
                    <a:pt x="13" y="0"/>
                  </a:moveTo>
                  <a:lnTo>
                    <a:pt x="13" y="0"/>
                  </a:lnTo>
                  <a:lnTo>
                    <a:pt x="0" y="1"/>
                  </a:lnTo>
                  <a:cubicBezTo>
                    <a:pt x="8" y="1"/>
                    <a:pt x="11" y="1"/>
                    <a:pt x="1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275" name="Voľný tvar 24"/>
            <p:cNvSpPr>
              <a:spLocks/>
            </p:cNvSpPr>
            <p:nvPr/>
          </p:nvSpPr>
          <p:spPr bwMode="invGray">
            <a:xfrm>
              <a:off x="998537" y="2811463"/>
              <a:ext cx="1076325" cy="20637"/>
            </a:xfrm>
            <a:custGeom>
              <a:avLst/>
              <a:gdLst>
                <a:gd name="T0" fmla="*/ 85 w 561"/>
                <a:gd name="T1" fmla="*/ 9 h 9"/>
                <a:gd name="T2" fmla="*/ 85 w 561"/>
                <a:gd name="T3" fmla="*/ 9 h 9"/>
                <a:gd name="T4" fmla="*/ 154 w 561"/>
                <a:gd name="T5" fmla="*/ 6 h 9"/>
                <a:gd name="T6" fmla="*/ 135 w 561"/>
                <a:gd name="T7" fmla="*/ 6 h 9"/>
                <a:gd name="T8" fmla="*/ 314 w 561"/>
                <a:gd name="T9" fmla="*/ 5 h 9"/>
                <a:gd name="T10" fmla="*/ 341 w 561"/>
                <a:gd name="T11" fmla="*/ 8 h 9"/>
                <a:gd name="T12" fmla="*/ 433 w 561"/>
                <a:gd name="T13" fmla="*/ 5 h 9"/>
                <a:gd name="T14" fmla="*/ 520 w 561"/>
                <a:gd name="T15" fmla="*/ 5 h 9"/>
                <a:gd name="T16" fmla="*/ 490 w 561"/>
                <a:gd name="T17" fmla="*/ 3 h 9"/>
                <a:gd name="T18" fmla="*/ 498 w 561"/>
                <a:gd name="T19" fmla="*/ 2 h 9"/>
                <a:gd name="T20" fmla="*/ 395 w 561"/>
                <a:gd name="T21" fmla="*/ 3 h 9"/>
                <a:gd name="T22" fmla="*/ 411 w 561"/>
                <a:gd name="T23" fmla="*/ 1 h 9"/>
                <a:gd name="T24" fmla="*/ 261 w 561"/>
                <a:gd name="T25" fmla="*/ 4 h 9"/>
                <a:gd name="T26" fmla="*/ 210 w 561"/>
                <a:gd name="T27" fmla="*/ 3 h 9"/>
                <a:gd name="T28" fmla="*/ 1 w 561"/>
                <a:gd name="T29" fmla="*/ 7 h 9"/>
                <a:gd name="T30" fmla="*/ 85 w 561"/>
                <a:gd name="T31" fmla="*/ 6 h 9"/>
                <a:gd name="T32" fmla="*/ 85 w 561"/>
                <a:gd name="T33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61" h="9">
                  <a:moveTo>
                    <a:pt x="85" y="9"/>
                  </a:moveTo>
                  <a:lnTo>
                    <a:pt x="85" y="9"/>
                  </a:lnTo>
                  <a:cubicBezTo>
                    <a:pt x="130" y="9"/>
                    <a:pt x="90" y="6"/>
                    <a:pt x="154" y="6"/>
                  </a:cubicBezTo>
                  <a:lnTo>
                    <a:pt x="135" y="6"/>
                  </a:lnTo>
                  <a:cubicBezTo>
                    <a:pt x="180" y="5"/>
                    <a:pt x="260" y="5"/>
                    <a:pt x="314" y="5"/>
                  </a:cubicBezTo>
                  <a:cubicBezTo>
                    <a:pt x="308" y="6"/>
                    <a:pt x="347" y="6"/>
                    <a:pt x="341" y="8"/>
                  </a:cubicBezTo>
                  <a:cubicBezTo>
                    <a:pt x="377" y="8"/>
                    <a:pt x="414" y="7"/>
                    <a:pt x="433" y="5"/>
                  </a:cubicBezTo>
                  <a:cubicBezTo>
                    <a:pt x="456" y="6"/>
                    <a:pt x="491" y="4"/>
                    <a:pt x="520" y="5"/>
                  </a:cubicBezTo>
                  <a:cubicBezTo>
                    <a:pt x="507" y="4"/>
                    <a:pt x="561" y="1"/>
                    <a:pt x="490" y="3"/>
                  </a:cubicBezTo>
                  <a:cubicBezTo>
                    <a:pt x="496" y="3"/>
                    <a:pt x="492" y="2"/>
                    <a:pt x="498" y="2"/>
                  </a:cubicBezTo>
                  <a:cubicBezTo>
                    <a:pt x="452" y="1"/>
                    <a:pt x="434" y="3"/>
                    <a:pt x="395" y="3"/>
                  </a:cubicBezTo>
                  <a:cubicBezTo>
                    <a:pt x="372" y="2"/>
                    <a:pt x="433" y="2"/>
                    <a:pt x="411" y="1"/>
                  </a:cubicBezTo>
                  <a:cubicBezTo>
                    <a:pt x="362" y="2"/>
                    <a:pt x="258" y="0"/>
                    <a:pt x="261" y="4"/>
                  </a:cubicBezTo>
                  <a:cubicBezTo>
                    <a:pt x="225" y="5"/>
                    <a:pt x="220" y="4"/>
                    <a:pt x="210" y="3"/>
                  </a:cubicBezTo>
                  <a:cubicBezTo>
                    <a:pt x="153" y="7"/>
                    <a:pt x="0" y="1"/>
                    <a:pt x="1" y="7"/>
                  </a:cubicBezTo>
                  <a:cubicBezTo>
                    <a:pt x="21" y="7"/>
                    <a:pt x="55" y="7"/>
                    <a:pt x="85" y="6"/>
                  </a:cubicBezTo>
                  <a:lnTo>
                    <a:pt x="85" y="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276" name="Voľný tvar 25"/>
            <p:cNvSpPr>
              <a:spLocks/>
            </p:cNvSpPr>
            <p:nvPr/>
          </p:nvSpPr>
          <p:spPr bwMode="invGray">
            <a:xfrm>
              <a:off x="2495550" y="2803525"/>
              <a:ext cx="17463" cy="0"/>
            </a:xfrm>
            <a:custGeom>
              <a:avLst/>
              <a:gdLst>
                <a:gd name="T0" fmla="*/ 9 w 9"/>
                <a:gd name="T1" fmla="*/ 9 w 9"/>
                <a:gd name="T2" fmla="*/ 0 w 9"/>
                <a:gd name="T3" fmla="*/ 9 w 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9">
                  <a:moveTo>
                    <a:pt x="9" y="0"/>
                  </a:moveTo>
                  <a:lnTo>
                    <a:pt x="9" y="0"/>
                  </a:lnTo>
                  <a:lnTo>
                    <a:pt x="0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277" name="Voľný tvar 26"/>
            <p:cNvSpPr>
              <a:spLocks noEditPoints="1"/>
            </p:cNvSpPr>
            <p:nvPr/>
          </p:nvSpPr>
          <p:spPr bwMode="invGray">
            <a:xfrm>
              <a:off x="2538412" y="2816225"/>
              <a:ext cx="1057275" cy="31750"/>
            </a:xfrm>
            <a:custGeom>
              <a:avLst/>
              <a:gdLst>
                <a:gd name="T0" fmla="*/ 495 w 551"/>
                <a:gd name="T1" fmla="*/ 10 h 14"/>
                <a:gd name="T2" fmla="*/ 495 w 551"/>
                <a:gd name="T3" fmla="*/ 10 h 14"/>
                <a:gd name="T4" fmla="*/ 461 w 551"/>
                <a:gd name="T5" fmla="*/ 9 h 14"/>
                <a:gd name="T6" fmla="*/ 495 w 551"/>
                <a:gd name="T7" fmla="*/ 10 h 14"/>
                <a:gd name="T8" fmla="*/ 551 w 551"/>
                <a:gd name="T9" fmla="*/ 9 h 14"/>
                <a:gd name="T10" fmla="*/ 551 w 551"/>
                <a:gd name="T11" fmla="*/ 9 h 14"/>
                <a:gd name="T12" fmla="*/ 532 w 551"/>
                <a:gd name="T13" fmla="*/ 13 h 14"/>
                <a:gd name="T14" fmla="*/ 294 w 551"/>
                <a:gd name="T15" fmla="*/ 13 h 14"/>
                <a:gd name="T16" fmla="*/ 304 w 551"/>
                <a:gd name="T17" fmla="*/ 12 h 14"/>
                <a:gd name="T18" fmla="*/ 93 w 551"/>
                <a:gd name="T19" fmla="*/ 14 h 14"/>
                <a:gd name="T20" fmla="*/ 38 w 551"/>
                <a:gd name="T21" fmla="*/ 12 h 14"/>
                <a:gd name="T22" fmla="*/ 4 w 551"/>
                <a:gd name="T23" fmla="*/ 12 h 14"/>
                <a:gd name="T24" fmla="*/ 31 w 551"/>
                <a:gd name="T25" fmla="*/ 11 h 14"/>
                <a:gd name="T26" fmla="*/ 16 w 551"/>
                <a:gd name="T27" fmla="*/ 11 h 14"/>
                <a:gd name="T28" fmla="*/ 73 w 551"/>
                <a:gd name="T29" fmla="*/ 6 h 14"/>
                <a:gd name="T30" fmla="*/ 39 w 551"/>
                <a:gd name="T31" fmla="*/ 10 h 14"/>
                <a:gd name="T32" fmla="*/ 62 w 551"/>
                <a:gd name="T33" fmla="*/ 8 h 14"/>
                <a:gd name="T34" fmla="*/ 90 w 551"/>
                <a:gd name="T35" fmla="*/ 10 h 14"/>
                <a:gd name="T36" fmla="*/ 157 w 551"/>
                <a:gd name="T37" fmla="*/ 9 h 14"/>
                <a:gd name="T38" fmla="*/ 193 w 551"/>
                <a:gd name="T39" fmla="*/ 11 h 14"/>
                <a:gd name="T40" fmla="*/ 215 w 551"/>
                <a:gd name="T41" fmla="*/ 8 h 14"/>
                <a:gd name="T42" fmla="*/ 280 w 551"/>
                <a:gd name="T43" fmla="*/ 8 h 14"/>
                <a:gd name="T44" fmla="*/ 373 w 551"/>
                <a:gd name="T45" fmla="*/ 0 h 14"/>
                <a:gd name="T46" fmla="*/ 452 w 551"/>
                <a:gd name="T47" fmla="*/ 6 h 14"/>
                <a:gd name="T48" fmla="*/ 329 w 551"/>
                <a:gd name="T49" fmla="*/ 7 h 14"/>
                <a:gd name="T50" fmla="*/ 282 w 551"/>
                <a:gd name="T51" fmla="*/ 11 h 14"/>
                <a:gd name="T52" fmla="*/ 389 w 551"/>
                <a:gd name="T53" fmla="*/ 9 h 14"/>
                <a:gd name="T54" fmla="*/ 377 w 551"/>
                <a:gd name="T55" fmla="*/ 10 h 14"/>
                <a:gd name="T56" fmla="*/ 494 w 551"/>
                <a:gd name="T57" fmla="*/ 8 h 14"/>
                <a:gd name="T58" fmla="*/ 510 w 551"/>
                <a:gd name="T59" fmla="*/ 9 h 14"/>
                <a:gd name="T60" fmla="*/ 551 w 551"/>
                <a:gd name="T61" fmla="*/ 9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51" h="14">
                  <a:moveTo>
                    <a:pt x="495" y="10"/>
                  </a:moveTo>
                  <a:lnTo>
                    <a:pt x="495" y="10"/>
                  </a:lnTo>
                  <a:lnTo>
                    <a:pt x="461" y="9"/>
                  </a:lnTo>
                  <a:cubicBezTo>
                    <a:pt x="469" y="10"/>
                    <a:pt x="482" y="10"/>
                    <a:pt x="495" y="10"/>
                  </a:cubicBezTo>
                  <a:close/>
                  <a:moveTo>
                    <a:pt x="551" y="9"/>
                  </a:moveTo>
                  <a:lnTo>
                    <a:pt x="551" y="9"/>
                  </a:lnTo>
                  <a:lnTo>
                    <a:pt x="532" y="13"/>
                  </a:lnTo>
                  <a:cubicBezTo>
                    <a:pt x="425" y="14"/>
                    <a:pt x="387" y="13"/>
                    <a:pt x="294" y="13"/>
                  </a:cubicBezTo>
                  <a:cubicBezTo>
                    <a:pt x="287" y="12"/>
                    <a:pt x="298" y="12"/>
                    <a:pt x="304" y="12"/>
                  </a:cubicBezTo>
                  <a:cubicBezTo>
                    <a:pt x="238" y="13"/>
                    <a:pt x="140" y="12"/>
                    <a:pt x="93" y="14"/>
                  </a:cubicBezTo>
                  <a:cubicBezTo>
                    <a:pt x="72" y="14"/>
                    <a:pt x="17" y="13"/>
                    <a:pt x="38" y="12"/>
                  </a:cubicBezTo>
                  <a:cubicBezTo>
                    <a:pt x="28" y="12"/>
                    <a:pt x="16" y="12"/>
                    <a:pt x="4" y="12"/>
                  </a:cubicBezTo>
                  <a:cubicBezTo>
                    <a:pt x="1" y="11"/>
                    <a:pt x="30" y="12"/>
                    <a:pt x="31" y="11"/>
                  </a:cubicBezTo>
                  <a:cubicBezTo>
                    <a:pt x="22" y="11"/>
                    <a:pt x="18" y="10"/>
                    <a:pt x="16" y="11"/>
                  </a:cubicBezTo>
                  <a:cubicBezTo>
                    <a:pt x="32" y="10"/>
                    <a:pt x="0" y="6"/>
                    <a:pt x="73" y="6"/>
                  </a:cubicBezTo>
                  <a:cubicBezTo>
                    <a:pt x="101" y="9"/>
                    <a:pt x="22" y="7"/>
                    <a:pt x="39" y="10"/>
                  </a:cubicBezTo>
                  <a:cubicBezTo>
                    <a:pt x="63" y="10"/>
                    <a:pt x="60" y="9"/>
                    <a:pt x="62" y="8"/>
                  </a:cubicBezTo>
                  <a:cubicBezTo>
                    <a:pt x="93" y="8"/>
                    <a:pt x="92" y="9"/>
                    <a:pt x="90" y="10"/>
                  </a:cubicBezTo>
                  <a:cubicBezTo>
                    <a:pt x="102" y="9"/>
                    <a:pt x="141" y="10"/>
                    <a:pt x="157" y="9"/>
                  </a:cubicBezTo>
                  <a:cubicBezTo>
                    <a:pt x="216" y="8"/>
                    <a:pt x="154" y="11"/>
                    <a:pt x="193" y="11"/>
                  </a:cubicBezTo>
                  <a:lnTo>
                    <a:pt x="215" y="8"/>
                  </a:lnTo>
                  <a:lnTo>
                    <a:pt x="280" y="8"/>
                  </a:lnTo>
                  <a:cubicBezTo>
                    <a:pt x="373" y="7"/>
                    <a:pt x="266" y="2"/>
                    <a:pt x="373" y="0"/>
                  </a:cubicBezTo>
                  <a:cubicBezTo>
                    <a:pt x="359" y="2"/>
                    <a:pt x="402" y="5"/>
                    <a:pt x="452" y="6"/>
                  </a:cubicBezTo>
                  <a:cubicBezTo>
                    <a:pt x="422" y="6"/>
                    <a:pt x="367" y="8"/>
                    <a:pt x="329" y="7"/>
                  </a:cubicBezTo>
                  <a:cubicBezTo>
                    <a:pt x="383" y="10"/>
                    <a:pt x="254" y="8"/>
                    <a:pt x="282" y="11"/>
                  </a:cubicBezTo>
                  <a:cubicBezTo>
                    <a:pt x="309" y="9"/>
                    <a:pt x="354" y="9"/>
                    <a:pt x="389" y="9"/>
                  </a:cubicBezTo>
                  <a:lnTo>
                    <a:pt x="377" y="10"/>
                  </a:lnTo>
                  <a:cubicBezTo>
                    <a:pt x="414" y="10"/>
                    <a:pt x="442" y="7"/>
                    <a:pt x="494" y="8"/>
                  </a:cubicBezTo>
                  <a:cubicBezTo>
                    <a:pt x="519" y="8"/>
                    <a:pt x="514" y="9"/>
                    <a:pt x="510" y="9"/>
                  </a:cubicBezTo>
                  <a:cubicBezTo>
                    <a:pt x="531" y="9"/>
                    <a:pt x="551" y="8"/>
                    <a:pt x="551" y="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278" name="Voľný tvar 27"/>
            <p:cNvSpPr>
              <a:spLocks/>
            </p:cNvSpPr>
            <p:nvPr/>
          </p:nvSpPr>
          <p:spPr bwMode="invGray">
            <a:xfrm>
              <a:off x="11777663" y="2757488"/>
              <a:ext cx="19050" cy="3175"/>
            </a:xfrm>
            <a:custGeom>
              <a:avLst/>
              <a:gdLst>
                <a:gd name="T0" fmla="*/ 0 w 10"/>
                <a:gd name="T1" fmla="*/ 0 h 1"/>
                <a:gd name="T2" fmla="*/ 0 w 10"/>
                <a:gd name="T3" fmla="*/ 0 h 1"/>
                <a:gd name="T4" fmla="*/ 10 w 10"/>
                <a:gd name="T5" fmla="*/ 1 h 1"/>
                <a:gd name="T6" fmla="*/ 0 w 10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1">
                  <a:moveTo>
                    <a:pt x="0" y="0"/>
                  </a:moveTo>
                  <a:lnTo>
                    <a:pt x="0" y="0"/>
                  </a:lnTo>
                  <a:lnTo>
                    <a:pt x="10" y="1"/>
                  </a:lnTo>
                  <a:cubicBezTo>
                    <a:pt x="8" y="1"/>
                    <a:pt x="4" y="1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279" name="Voľný tvar 28"/>
            <p:cNvSpPr>
              <a:spLocks/>
            </p:cNvSpPr>
            <p:nvPr/>
          </p:nvSpPr>
          <p:spPr bwMode="invGray">
            <a:xfrm>
              <a:off x="5983288" y="2741613"/>
              <a:ext cx="38100" cy="0"/>
            </a:xfrm>
            <a:custGeom>
              <a:avLst/>
              <a:gdLst>
                <a:gd name="T0" fmla="*/ 0 w 20"/>
                <a:gd name="T1" fmla="*/ 0 w 20"/>
                <a:gd name="T2" fmla="*/ 20 w 20"/>
                <a:gd name="T3" fmla="*/ 0 w 2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0">
                  <a:moveTo>
                    <a:pt x="0" y="0"/>
                  </a:moveTo>
                  <a:lnTo>
                    <a:pt x="0" y="0"/>
                  </a:lnTo>
                  <a:lnTo>
                    <a:pt x="2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280" name="Voľný tvar 29"/>
            <p:cNvSpPr>
              <a:spLocks/>
            </p:cNvSpPr>
            <p:nvPr/>
          </p:nvSpPr>
          <p:spPr bwMode="invGray">
            <a:xfrm>
              <a:off x="6832600" y="2713038"/>
              <a:ext cx="53975" cy="1587"/>
            </a:xfrm>
            <a:custGeom>
              <a:avLst/>
              <a:gdLst>
                <a:gd name="T0" fmla="*/ 0 w 28"/>
                <a:gd name="T1" fmla="*/ 1 h 1"/>
                <a:gd name="T2" fmla="*/ 0 w 28"/>
                <a:gd name="T3" fmla="*/ 1 h 1"/>
                <a:gd name="T4" fmla="*/ 28 w 28"/>
                <a:gd name="T5" fmla="*/ 0 h 1"/>
                <a:gd name="T6" fmla="*/ 0 w 2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8" h="1">
                  <a:moveTo>
                    <a:pt x="0" y="1"/>
                  </a:moveTo>
                  <a:lnTo>
                    <a:pt x="0" y="1"/>
                  </a:lnTo>
                  <a:lnTo>
                    <a:pt x="28" y="0"/>
                  </a:lnTo>
                  <a:cubicBezTo>
                    <a:pt x="17" y="0"/>
                    <a:pt x="8" y="1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281" name="Voľný tvar 30"/>
            <p:cNvSpPr>
              <a:spLocks/>
            </p:cNvSpPr>
            <p:nvPr/>
          </p:nvSpPr>
          <p:spPr bwMode="invGray">
            <a:xfrm>
              <a:off x="11317288" y="2755900"/>
              <a:ext cx="9525" cy="0"/>
            </a:xfrm>
            <a:custGeom>
              <a:avLst/>
              <a:gdLst>
                <a:gd name="T0" fmla="*/ 5 w 5"/>
                <a:gd name="T1" fmla="*/ 5 w 5"/>
                <a:gd name="T2" fmla="*/ 4 w 5"/>
                <a:gd name="T3" fmla="*/ 0 w 5"/>
                <a:gd name="T4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4" y="0"/>
                  </a:lnTo>
                  <a:lnTo>
                    <a:pt x="0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282" name="Voľný tvar 31"/>
            <p:cNvSpPr>
              <a:spLocks/>
            </p:cNvSpPr>
            <p:nvPr/>
          </p:nvSpPr>
          <p:spPr bwMode="invGray">
            <a:xfrm>
              <a:off x="8534400" y="2735263"/>
              <a:ext cx="30163" cy="0"/>
            </a:xfrm>
            <a:custGeom>
              <a:avLst/>
              <a:gdLst>
                <a:gd name="T0" fmla="*/ 0 w 16"/>
                <a:gd name="T1" fmla="*/ 0 w 16"/>
                <a:gd name="T2" fmla="*/ 16 w 16"/>
                <a:gd name="T3" fmla="*/ 0 w 1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6">
                  <a:moveTo>
                    <a:pt x="0" y="0"/>
                  </a:moveTo>
                  <a:lnTo>
                    <a:pt x="0" y="0"/>
                  </a:lnTo>
                  <a:cubicBezTo>
                    <a:pt x="4" y="0"/>
                    <a:pt x="9" y="0"/>
                    <a:pt x="16" y="0"/>
                  </a:cubicBezTo>
                  <a:cubicBezTo>
                    <a:pt x="15" y="0"/>
                    <a:pt x="9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283" name="Voľný tvar 32"/>
            <p:cNvSpPr>
              <a:spLocks/>
            </p:cNvSpPr>
            <p:nvPr/>
          </p:nvSpPr>
          <p:spPr bwMode="invGray">
            <a:xfrm>
              <a:off x="6821488" y="2714625"/>
              <a:ext cx="9525" cy="0"/>
            </a:xfrm>
            <a:custGeom>
              <a:avLst/>
              <a:gdLst>
                <a:gd name="T0" fmla="*/ 0 w 5"/>
                <a:gd name="T1" fmla="*/ 0 w 5"/>
                <a:gd name="T2" fmla="*/ 2 w 5"/>
                <a:gd name="T3" fmla="*/ 5 w 5"/>
                <a:gd name="T4" fmla="*/ 0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284" name="Voľný tvar 33"/>
            <p:cNvSpPr>
              <a:spLocks/>
            </p:cNvSpPr>
            <p:nvPr/>
          </p:nvSpPr>
          <p:spPr bwMode="invGray">
            <a:xfrm>
              <a:off x="5583238" y="2719388"/>
              <a:ext cx="25400" cy="0"/>
            </a:xfrm>
            <a:custGeom>
              <a:avLst/>
              <a:gdLst>
                <a:gd name="T0" fmla="*/ 13 w 13"/>
                <a:gd name="T1" fmla="*/ 13 w 13"/>
                <a:gd name="T2" fmla="*/ 0 w 13"/>
                <a:gd name="T3" fmla="*/ 13 w 1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3">
                  <a:moveTo>
                    <a:pt x="13" y="0"/>
                  </a:moveTo>
                  <a:lnTo>
                    <a:pt x="13" y="0"/>
                  </a:lnTo>
                  <a:lnTo>
                    <a:pt x="0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285" name="Voľný tvar 34"/>
            <p:cNvSpPr>
              <a:spLocks/>
            </p:cNvSpPr>
            <p:nvPr/>
          </p:nvSpPr>
          <p:spPr bwMode="invGray">
            <a:xfrm>
              <a:off x="5638800" y="2740025"/>
              <a:ext cx="23813" cy="1587"/>
            </a:xfrm>
            <a:custGeom>
              <a:avLst/>
              <a:gdLst>
                <a:gd name="T0" fmla="*/ 12 w 12"/>
                <a:gd name="T1" fmla="*/ 0 h 1"/>
                <a:gd name="T2" fmla="*/ 12 w 12"/>
                <a:gd name="T3" fmla="*/ 0 h 1"/>
                <a:gd name="T4" fmla="*/ 0 w 12"/>
                <a:gd name="T5" fmla="*/ 1 h 1"/>
                <a:gd name="T6" fmla="*/ 12 w 12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1">
                  <a:moveTo>
                    <a:pt x="12" y="0"/>
                  </a:moveTo>
                  <a:lnTo>
                    <a:pt x="12" y="0"/>
                  </a:lnTo>
                  <a:lnTo>
                    <a:pt x="0" y="1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286" name="Voľný tvar 35"/>
            <p:cNvSpPr>
              <a:spLocks/>
            </p:cNvSpPr>
            <p:nvPr/>
          </p:nvSpPr>
          <p:spPr bwMode="invGray">
            <a:xfrm>
              <a:off x="4303712" y="2728913"/>
              <a:ext cx="50800" cy="0"/>
            </a:xfrm>
            <a:custGeom>
              <a:avLst/>
              <a:gdLst>
                <a:gd name="T0" fmla="*/ 26 w 26"/>
                <a:gd name="T1" fmla="*/ 26 w 26"/>
                <a:gd name="T2" fmla="*/ 0 w 26"/>
                <a:gd name="T3" fmla="*/ 26 w 2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6">
                  <a:moveTo>
                    <a:pt x="26" y="0"/>
                  </a:moveTo>
                  <a:lnTo>
                    <a:pt x="26" y="0"/>
                  </a:lnTo>
                  <a:lnTo>
                    <a:pt x="0" y="0"/>
                  </a:lnTo>
                  <a:cubicBezTo>
                    <a:pt x="13" y="0"/>
                    <a:pt x="20" y="0"/>
                    <a:pt x="2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287" name="Voľný tvar 36"/>
            <p:cNvSpPr>
              <a:spLocks/>
            </p:cNvSpPr>
            <p:nvPr/>
          </p:nvSpPr>
          <p:spPr bwMode="invGray">
            <a:xfrm>
              <a:off x="5519738" y="2735263"/>
              <a:ext cx="9525" cy="3175"/>
            </a:xfrm>
            <a:custGeom>
              <a:avLst/>
              <a:gdLst>
                <a:gd name="T0" fmla="*/ 4 w 5"/>
                <a:gd name="T1" fmla="*/ 0 h 1"/>
                <a:gd name="T2" fmla="*/ 4 w 5"/>
                <a:gd name="T3" fmla="*/ 0 h 1"/>
                <a:gd name="T4" fmla="*/ 0 w 5"/>
                <a:gd name="T5" fmla="*/ 1 h 1"/>
                <a:gd name="T6" fmla="*/ 4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4" y="0"/>
                  </a:moveTo>
                  <a:lnTo>
                    <a:pt x="4" y="0"/>
                  </a:lnTo>
                  <a:lnTo>
                    <a:pt x="0" y="1"/>
                  </a:lnTo>
                  <a:cubicBezTo>
                    <a:pt x="3" y="1"/>
                    <a:pt x="5" y="1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288" name="Voľný tvar 37"/>
            <p:cNvSpPr>
              <a:spLocks/>
            </p:cNvSpPr>
            <p:nvPr/>
          </p:nvSpPr>
          <p:spPr bwMode="invGray">
            <a:xfrm>
              <a:off x="12096750" y="2784475"/>
              <a:ext cx="6350" cy="0"/>
            </a:xfrm>
            <a:custGeom>
              <a:avLst/>
              <a:gdLst>
                <a:gd name="T0" fmla="*/ 3 w 3"/>
                <a:gd name="T1" fmla="*/ 3 w 3"/>
                <a:gd name="T2" fmla="*/ 1 w 3"/>
                <a:gd name="T3" fmla="*/ 0 w 3"/>
                <a:gd name="T4" fmla="*/ 3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3">
                  <a:moveTo>
                    <a:pt x="3" y="0"/>
                  </a:moveTo>
                  <a:lnTo>
                    <a:pt x="3" y="0"/>
                  </a:lnTo>
                  <a:lnTo>
                    <a:pt x="1" y="0"/>
                  </a:ln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289" name="Voľný tvar 38"/>
            <p:cNvSpPr>
              <a:spLocks/>
            </p:cNvSpPr>
            <p:nvPr/>
          </p:nvSpPr>
          <p:spPr bwMode="invGray">
            <a:xfrm>
              <a:off x="12225338" y="2773363"/>
              <a:ext cx="46038" cy="0"/>
            </a:xfrm>
            <a:custGeom>
              <a:avLst/>
              <a:gdLst>
                <a:gd name="T0" fmla="*/ 0 w 24"/>
                <a:gd name="T1" fmla="*/ 0 w 24"/>
                <a:gd name="T2" fmla="*/ 24 w 24"/>
                <a:gd name="T3" fmla="*/ 0 w 2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4">
                  <a:moveTo>
                    <a:pt x="0" y="0"/>
                  </a:moveTo>
                  <a:lnTo>
                    <a:pt x="0" y="0"/>
                  </a:lnTo>
                  <a:lnTo>
                    <a:pt x="24" y="0"/>
                  </a:lnTo>
                  <a:cubicBezTo>
                    <a:pt x="15" y="0"/>
                    <a:pt x="6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290" name="Voľný tvar 39"/>
            <p:cNvSpPr>
              <a:spLocks/>
            </p:cNvSpPr>
            <p:nvPr/>
          </p:nvSpPr>
          <p:spPr bwMode="invGray">
            <a:xfrm>
              <a:off x="9274175" y="2746375"/>
              <a:ext cx="55563" cy="4762"/>
            </a:xfrm>
            <a:custGeom>
              <a:avLst/>
              <a:gdLst>
                <a:gd name="T0" fmla="*/ 0 w 29"/>
                <a:gd name="T1" fmla="*/ 1 h 2"/>
                <a:gd name="T2" fmla="*/ 0 w 29"/>
                <a:gd name="T3" fmla="*/ 1 h 2"/>
                <a:gd name="T4" fmla="*/ 15 w 29"/>
                <a:gd name="T5" fmla="*/ 2 h 2"/>
                <a:gd name="T6" fmla="*/ 0 w 29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" h="2">
                  <a:moveTo>
                    <a:pt x="0" y="1"/>
                  </a:moveTo>
                  <a:lnTo>
                    <a:pt x="0" y="1"/>
                  </a:lnTo>
                  <a:cubicBezTo>
                    <a:pt x="7" y="1"/>
                    <a:pt x="23" y="2"/>
                    <a:pt x="15" y="2"/>
                  </a:cubicBezTo>
                  <a:cubicBezTo>
                    <a:pt x="29" y="2"/>
                    <a:pt x="28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291" name="Voľný tvar 40"/>
            <p:cNvSpPr>
              <a:spLocks/>
            </p:cNvSpPr>
            <p:nvPr/>
          </p:nvSpPr>
          <p:spPr bwMode="invGray">
            <a:xfrm>
              <a:off x="11847513" y="2827338"/>
              <a:ext cx="34925" cy="3175"/>
            </a:xfrm>
            <a:custGeom>
              <a:avLst/>
              <a:gdLst>
                <a:gd name="T0" fmla="*/ 3 w 18"/>
                <a:gd name="T1" fmla="*/ 1 h 1"/>
                <a:gd name="T2" fmla="*/ 3 w 18"/>
                <a:gd name="T3" fmla="*/ 1 h 1"/>
                <a:gd name="T4" fmla="*/ 18 w 18"/>
                <a:gd name="T5" fmla="*/ 0 h 1"/>
                <a:gd name="T6" fmla="*/ 3 w 1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1">
                  <a:moveTo>
                    <a:pt x="3" y="1"/>
                  </a:moveTo>
                  <a:lnTo>
                    <a:pt x="3" y="1"/>
                  </a:lnTo>
                  <a:cubicBezTo>
                    <a:pt x="7" y="1"/>
                    <a:pt x="13" y="0"/>
                    <a:pt x="18" y="0"/>
                  </a:cubicBezTo>
                  <a:cubicBezTo>
                    <a:pt x="8" y="0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292" name="Voľný tvar 41"/>
            <p:cNvSpPr>
              <a:spLocks/>
            </p:cNvSpPr>
            <p:nvPr/>
          </p:nvSpPr>
          <p:spPr bwMode="invGray">
            <a:xfrm>
              <a:off x="11882438" y="2825750"/>
              <a:ext cx="25400" cy="1587"/>
            </a:xfrm>
            <a:custGeom>
              <a:avLst/>
              <a:gdLst>
                <a:gd name="T0" fmla="*/ 0 w 14"/>
                <a:gd name="T1" fmla="*/ 1 h 1"/>
                <a:gd name="T2" fmla="*/ 0 w 14"/>
                <a:gd name="T3" fmla="*/ 1 h 1"/>
                <a:gd name="T4" fmla="*/ 14 w 14"/>
                <a:gd name="T5" fmla="*/ 0 h 1"/>
                <a:gd name="T6" fmla="*/ 0 w 1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">
                  <a:moveTo>
                    <a:pt x="0" y="1"/>
                  </a:moveTo>
                  <a:lnTo>
                    <a:pt x="0" y="1"/>
                  </a:lnTo>
                  <a:lnTo>
                    <a:pt x="14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293" name="Voľný tvar 42"/>
            <p:cNvSpPr>
              <a:spLocks/>
            </p:cNvSpPr>
            <p:nvPr/>
          </p:nvSpPr>
          <p:spPr bwMode="invGray">
            <a:xfrm>
              <a:off x="8915400" y="2809875"/>
              <a:ext cx="15875" cy="1587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0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cubicBezTo>
                    <a:pt x="6" y="0"/>
                    <a:pt x="3" y="0"/>
                    <a:pt x="0" y="0"/>
                  </a:cubicBezTo>
                  <a:cubicBezTo>
                    <a:pt x="1" y="0"/>
                    <a:pt x="4" y="1"/>
                    <a:pt x="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294" name="Voľný tvar 43"/>
            <p:cNvSpPr>
              <a:spLocks/>
            </p:cNvSpPr>
            <p:nvPr/>
          </p:nvSpPr>
          <p:spPr bwMode="invGray">
            <a:xfrm>
              <a:off x="12109450" y="2752725"/>
              <a:ext cx="454025" cy="23812"/>
            </a:xfrm>
            <a:custGeom>
              <a:avLst/>
              <a:gdLst>
                <a:gd name="T0" fmla="*/ 102 w 236"/>
                <a:gd name="T1" fmla="*/ 10 h 10"/>
                <a:gd name="T2" fmla="*/ 102 w 236"/>
                <a:gd name="T3" fmla="*/ 10 h 10"/>
                <a:gd name="T4" fmla="*/ 123 w 236"/>
                <a:gd name="T5" fmla="*/ 7 h 10"/>
                <a:gd name="T6" fmla="*/ 200 w 236"/>
                <a:gd name="T7" fmla="*/ 6 h 10"/>
                <a:gd name="T8" fmla="*/ 203 w 236"/>
                <a:gd name="T9" fmla="*/ 3 h 10"/>
                <a:gd name="T10" fmla="*/ 160 w 236"/>
                <a:gd name="T11" fmla="*/ 4 h 10"/>
                <a:gd name="T12" fmla="*/ 202 w 236"/>
                <a:gd name="T13" fmla="*/ 3 h 10"/>
                <a:gd name="T14" fmla="*/ 198 w 236"/>
                <a:gd name="T15" fmla="*/ 0 h 10"/>
                <a:gd name="T16" fmla="*/ 0 w 236"/>
                <a:gd name="T17" fmla="*/ 4 h 10"/>
                <a:gd name="T18" fmla="*/ 137 w 236"/>
                <a:gd name="T19" fmla="*/ 4 h 10"/>
                <a:gd name="T20" fmla="*/ 121 w 236"/>
                <a:gd name="T21" fmla="*/ 6 h 10"/>
                <a:gd name="T22" fmla="*/ 8 w 236"/>
                <a:gd name="T23" fmla="*/ 5 h 10"/>
                <a:gd name="T24" fmla="*/ 104 w 236"/>
                <a:gd name="T25" fmla="*/ 7 h 10"/>
                <a:gd name="T26" fmla="*/ 84 w 236"/>
                <a:gd name="T27" fmla="*/ 9 h 10"/>
                <a:gd name="T28" fmla="*/ 102 w 236"/>
                <a:gd name="T2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36" h="10">
                  <a:moveTo>
                    <a:pt x="102" y="10"/>
                  </a:moveTo>
                  <a:lnTo>
                    <a:pt x="102" y="10"/>
                  </a:lnTo>
                  <a:cubicBezTo>
                    <a:pt x="107" y="9"/>
                    <a:pt x="208" y="8"/>
                    <a:pt x="123" y="7"/>
                  </a:cubicBezTo>
                  <a:cubicBezTo>
                    <a:pt x="126" y="4"/>
                    <a:pt x="177" y="6"/>
                    <a:pt x="200" y="6"/>
                  </a:cubicBezTo>
                  <a:cubicBezTo>
                    <a:pt x="184" y="5"/>
                    <a:pt x="208" y="4"/>
                    <a:pt x="203" y="3"/>
                  </a:cubicBezTo>
                  <a:cubicBezTo>
                    <a:pt x="192" y="4"/>
                    <a:pt x="179" y="4"/>
                    <a:pt x="160" y="4"/>
                  </a:cubicBezTo>
                  <a:cubicBezTo>
                    <a:pt x="152" y="3"/>
                    <a:pt x="180" y="2"/>
                    <a:pt x="202" y="3"/>
                  </a:cubicBezTo>
                  <a:cubicBezTo>
                    <a:pt x="175" y="1"/>
                    <a:pt x="236" y="1"/>
                    <a:pt x="198" y="0"/>
                  </a:cubicBezTo>
                  <a:cubicBezTo>
                    <a:pt x="116" y="0"/>
                    <a:pt x="57" y="0"/>
                    <a:pt x="0" y="4"/>
                  </a:cubicBezTo>
                  <a:cubicBezTo>
                    <a:pt x="46" y="3"/>
                    <a:pt x="99" y="3"/>
                    <a:pt x="137" y="4"/>
                  </a:cubicBezTo>
                  <a:lnTo>
                    <a:pt x="121" y="6"/>
                  </a:lnTo>
                  <a:cubicBezTo>
                    <a:pt x="78" y="4"/>
                    <a:pt x="51" y="5"/>
                    <a:pt x="8" y="5"/>
                  </a:cubicBezTo>
                  <a:lnTo>
                    <a:pt x="104" y="7"/>
                  </a:lnTo>
                  <a:cubicBezTo>
                    <a:pt x="149" y="9"/>
                    <a:pt x="119" y="9"/>
                    <a:pt x="84" y="9"/>
                  </a:cubicBezTo>
                  <a:cubicBezTo>
                    <a:pt x="92" y="9"/>
                    <a:pt x="100" y="9"/>
                    <a:pt x="102" y="1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295" name="Voľný tvar 44"/>
            <p:cNvSpPr>
              <a:spLocks/>
            </p:cNvSpPr>
            <p:nvPr/>
          </p:nvSpPr>
          <p:spPr bwMode="invGray">
            <a:xfrm>
              <a:off x="12182475" y="2816225"/>
              <a:ext cx="9525" cy="0"/>
            </a:xfrm>
            <a:custGeom>
              <a:avLst/>
              <a:gdLst>
                <a:gd name="T0" fmla="*/ 0 w 5"/>
                <a:gd name="T1" fmla="*/ 0 w 5"/>
                <a:gd name="T2" fmla="*/ 1 w 5"/>
                <a:gd name="T3" fmla="*/ 5 w 5"/>
                <a:gd name="T4" fmla="*/ 0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296" name="Voľný tvar 45"/>
            <p:cNvSpPr>
              <a:spLocks/>
            </p:cNvSpPr>
            <p:nvPr/>
          </p:nvSpPr>
          <p:spPr bwMode="invGray">
            <a:xfrm>
              <a:off x="4348162" y="2827338"/>
              <a:ext cx="17463" cy="3175"/>
            </a:xfrm>
            <a:custGeom>
              <a:avLst/>
              <a:gdLst>
                <a:gd name="T0" fmla="*/ 8 w 9"/>
                <a:gd name="T1" fmla="*/ 0 h 1"/>
                <a:gd name="T2" fmla="*/ 8 w 9"/>
                <a:gd name="T3" fmla="*/ 0 h 1"/>
                <a:gd name="T4" fmla="*/ 0 w 9"/>
                <a:gd name="T5" fmla="*/ 1 h 1"/>
                <a:gd name="T6" fmla="*/ 8 w 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1">
                  <a:moveTo>
                    <a:pt x="8" y="0"/>
                  </a:moveTo>
                  <a:lnTo>
                    <a:pt x="8" y="0"/>
                  </a:lnTo>
                  <a:lnTo>
                    <a:pt x="0" y="1"/>
                  </a:lnTo>
                  <a:cubicBezTo>
                    <a:pt x="7" y="0"/>
                    <a:pt x="9" y="0"/>
                    <a:pt x="8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297" name="Voľný tvar 46"/>
            <p:cNvSpPr>
              <a:spLocks/>
            </p:cNvSpPr>
            <p:nvPr/>
          </p:nvSpPr>
          <p:spPr bwMode="invGray">
            <a:xfrm>
              <a:off x="12071350" y="2790825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298" name="Voľný tvar 47"/>
            <p:cNvSpPr>
              <a:spLocks/>
            </p:cNvSpPr>
            <p:nvPr/>
          </p:nvSpPr>
          <p:spPr bwMode="invGray">
            <a:xfrm>
              <a:off x="4754563" y="2827338"/>
              <a:ext cx="4763" cy="0"/>
            </a:xfrm>
            <a:custGeom>
              <a:avLst/>
              <a:gdLst>
                <a:gd name="T0" fmla="*/ 2 w 2"/>
                <a:gd name="T1" fmla="*/ 2 w 2"/>
                <a:gd name="T2" fmla="*/ 0 w 2"/>
                <a:gd name="T3" fmla="*/ 2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">
                  <a:moveTo>
                    <a:pt x="2" y="0"/>
                  </a:moveTo>
                  <a:lnTo>
                    <a:pt x="2" y="0"/>
                  </a:lnTo>
                  <a:lnTo>
                    <a:pt x="0" y="0"/>
                  </a:lnTo>
                  <a:cubicBezTo>
                    <a:pt x="1" y="0"/>
                    <a:pt x="1" y="0"/>
                    <a:pt x="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299" name="Voľný tvar 48"/>
            <p:cNvSpPr>
              <a:spLocks/>
            </p:cNvSpPr>
            <p:nvPr/>
          </p:nvSpPr>
          <p:spPr bwMode="invGray">
            <a:xfrm>
              <a:off x="4852988" y="2719388"/>
              <a:ext cx="9525" cy="3175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4 w 5"/>
                <a:gd name="T5" fmla="*/ 0 h 1"/>
                <a:gd name="T6" fmla="*/ 5 w 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cubicBezTo>
                    <a:pt x="5" y="1"/>
                    <a:pt x="5" y="1"/>
                    <a:pt x="4" y="0"/>
                  </a:cubicBezTo>
                  <a:cubicBezTo>
                    <a:pt x="0" y="1"/>
                    <a:pt x="2" y="1"/>
                    <a:pt x="5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00" name="Voľný tvar 49"/>
            <p:cNvSpPr>
              <a:spLocks/>
            </p:cNvSpPr>
            <p:nvPr/>
          </p:nvSpPr>
          <p:spPr bwMode="invGray">
            <a:xfrm>
              <a:off x="4759325" y="2827338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01" name="Voľný tvar 50"/>
            <p:cNvSpPr>
              <a:spLocks/>
            </p:cNvSpPr>
            <p:nvPr/>
          </p:nvSpPr>
          <p:spPr bwMode="invGray">
            <a:xfrm>
              <a:off x="6654800" y="2805113"/>
              <a:ext cx="19050" cy="1587"/>
            </a:xfrm>
            <a:custGeom>
              <a:avLst/>
              <a:gdLst>
                <a:gd name="T0" fmla="*/ 10 w 10"/>
                <a:gd name="T1" fmla="*/ 1 h 1"/>
                <a:gd name="T2" fmla="*/ 10 w 10"/>
                <a:gd name="T3" fmla="*/ 1 h 1"/>
                <a:gd name="T4" fmla="*/ 2 w 10"/>
                <a:gd name="T5" fmla="*/ 0 h 1"/>
                <a:gd name="T6" fmla="*/ 10 w 1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1">
                  <a:moveTo>
                    <a:pt x="10" y="1"/>
                  </a:moveTo>
                  <a:lnTo>
                    <a:pt x="10" y="1"/>
                  </a:lnTo>
                  <a:lnTo>
                    <a:pt x="2" y="0"/>
                  </a:lnTo>
                  <a:cubicBezTo>
                    <a:pt x="0" y="0"/>
                    <a:pt x="2" y="0"/>
                    <a:pt x="1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02" name="Voľný tvar 51"/>
            <p:cNvSpPr>
              <a:spLocks/>
            </p:cNvSpPr>
            <p:nvPr/>
          </p:nvSpPr>
          <p:spPr bwMode="invGray">
            <a:xfrm>
              <a:off x="6289675" y="2798763"/>
              <a:ext cx="6350" cy="0"/>
            </a:xfrm>
            <a:custGeom>
              <a:avLst/>
              <a:gdLst>
                <a:gd name="T0" fmla="*/ 3 w 3"/>
                <a:gd name="T1" fmla="*/ 3 w 3"/>
                <a:gd name="T2" fmla="*/ 0 w 3"/>
                <a:gd name="T3" fmla="*/ 3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">
                  <a:moveTo>
                    <a:pt x="3" y="0"/>
                  </a:moveTo>
                  <a:lnTo>
                    <a:pt x="3" y="0"/>
                  </a:ln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03" name="Voľný tvar 52"/>
            <p:cNvSpPr>
              <a:spLocks/>
            </p:cNvSpPr>
            <p:nvPr/>
          </p:nvSpPr>
          <p:spPr bwMode="invGray">
            <a:xfrm>
              <a:off x="9140825" y="2725738"/>
              <a:ext cx="44450" cy="0"/>
            </a:xfrm>
            <a:custGeom>
              <a:avLst/>
              <a:gdLst>
                <a:gd name="T0" fmla="*/ 23 w 23"/>
                <a:gd name="T1" fmla="*/ 23 w 23"/>
                <a:gd name="T2" fmla="*/ 0 w 23"/>
                <a:gd name="T3" fmla="*/ 23 w 2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3">
                  <a:moveTo>
                    <a:pt x="23" y="0"/>
                  </a:moveTo>
                  <a:lnTo>
                    <a:pt x="23" y="0"/>
                  </a:lnTo>
                  <a:lnTo>
                    <a:pt x="0" y="0"/>
                  </a:lnTo>
                  <a:lnTo>
                    <a:pt x="2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04" name="Voľný tvar 53"/>
            <p:cNvSpPr>
              <a:spLocks/>
            </p:cNvSpPr>
            <p:nvPr/>
          </p:nvSpPr>
          <p:spPr bwMode="invGray">
            <a:xfrm>
              <a:off x="4737100" y="2827338"/>
              <a:ext cx="17463" cy="3175"/>
            </a:xfrm>
            <a:custGeom>
              <a:avLst/>
              <a:gdLst>
                <a:gd name="T0" fmla="*/ 9 w 9"/>
                <a:gd name="T1" fmla="*/ 0 h 1"/>
                <a:gd name="T2" fmla="*/ 9 w 9"/>
                <a:gd name="T3" fmla="*/ 0 h 1"/>
                <a:gd name="T4" fmla="*/ 0 w 9"/>
                <a:gd name="T5" fmla="*/ 1 h 1"/>
                <a:gd name="T6" fmla="*/ 9 w 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1">
                  <a:moveTo>
                    <a:pt x="9" y="0"/>
                  </a:moveTo>
                  <a:lnTo>
                    <a:pt x="9" y="0"/>
                  </a:lnTo>
                  <a:lnTo>
                    <a:pt x="0" y="1"/>
                  </a:lnTo>
                  <a:cubicBezTo>
                    <a:pt x="5" y="0"/>
                    <a:pt x="8" y="0"/>
                    <a:pt x="9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05" name="Voľný tvar 54"/>
            <p:cNvSpPr>
              <a:spLocks/>
            </p:cNvSpPr>
            <p:nvPr/>
          </p:nvSpPr>
          <p:spPr bwMode="invGray">
            <a:xfrm>
              <a:off x="7239000" y="2779713"/>
              <a:ext cx="11113" cy="3175"/>
            </a:xfrm>
            <a:custGeom>
              <a:avLst/>
              <a:gdLst>
                <a:gd name="T0" fmla="*/ 6 w 6"/>
                <a:gd name="T1" fmla="*/ 0 h 1"/>
                <a:gd name="T2" fmla="*/ 6 w 6"/>
                <a:gd name="T3" fmla="*/ 0 h 1"/>
                <a:gd name="T4" fmla="*/ 0 w 6"/>
                <a:gd name="T5" fmla="*/ 1 h 1"/>
                <a:gd name="T6" fmla="*/ 4 w 6"/>
                <a:gd name="T7" fmla="*/ 1 h 1"/>
                <a:gd name="T8" fmla="*/ 6 w 6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1">
                  <a:moveTo>
                    <a:pt x="6" y="0"/>
                  </a:moveTo>
                  <a:lnTo>
                    <a:pt x="6" y="0"/>
                  </a:lnTo>
                  <a:lnTo>
                    <a:pt x="0" y="1"/>
                  </a:lnTo>
                  <a:lnTo>
                    <a:pt x="4" y="1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06" name="Voľný tvar 55"/>
            <p:cNvSpPr>
              <a:spLocks/>
            </p:cNvSpPr>
            <p:nvPr/>
          </p:nvSpPr>
          <p:spPr bwMode="invGray">
            <a:xfrm>
              <a:off x="7181850" y="2773363"/>
              <a:ext cx="468313" cy="15875"/>
            </a:xfrm>
            <a:custGeom>
              <a:avLst/>
              <a:gdLst>
                <a:gd name="T0" fmla="*/ 139 w 244"/>
                <a:gd name="T1" fmla="*/ 5 h 7"/>
                <a:gd name="T2" fmla="*/ 139 w 244"/>
                <a:gd name="T3" fmla="*/ 5 h 7"/>
                <a:gd name="T4" fmla="*/ 132 w 244"/>
                <a:gd name="T5" fmla="*/ 6 h 7"/>
                <a:gd name="T6" fmla="*/ 244 w 244"/>
                <a:gd name="T7" fmla="*/ 4 h 7"/>
                <a:gd name="T8" fmla="*/ 178 w 244"/>
                <a:gd name="T9" fmla="*/ 1 h 7"/>
                <a:gd name="T10" fmla="*/ 101 w 244"/>
                <a:gd name="T11" fmla="*/ 0 h 7"/>
                <a:gd name="T12" fmla="*/ 77 w 244"/>
                <a:gd name="T13" fmla="*/ 3 h 7"/>
                <a:gd name="T14" fmla="*/ 60 w 244"/>
                <a:gd name="T15" fmla="*/ 1 h 7"/>
                <a:gd name="T16" fmla="*/ 0 w 244"/>
                <a:gd name="T17" fmla="*/ 1 h 7"/>
                <a:gd name="T18" fmla="*/ 52 w 244"/>
                <a:gd name="T19" fmla="*/ 1 h 7"/>
                <a:gd name="T20" fmla="*/ 36 w 244"/>
                <a:gd name="T21" fmla="*/ 3 h 7"/>
                <a:gd name="T22" fmla="*/ 41 w 244"/>
                <a:gd name="T23" fmla="*/ 3 h 7"/>
                <a:gd name="T24" fmla="*/ 139 w 244"/>
                <a:gd name="T25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44" h="7">
                  <a:moveTo>
                    <a:pt x="139" y="5"/>
                  </a:moveTo>
                  <a:lnTo>
                    <a:pt x="139" y="5"/>
                  </a:lnTo>
                  <a:cubicBezTo>
                    <a:pt x="135" y="5"/>
                    <a:pt x="134" y="6"/>
                    <a:pt x="132" y="6"/>
                  </a:cubicBezTo>
                  <a:cubicBezTo>
                    <a:pt x="169" y="5"/>
                    <a:pt x="236" y="6"/>
                    <a:pt x="244" y="4"/>
                  </a:cubicBezTo>
                  <a:cubicBezTo>
                    <a:pt x="232" y="4"/>
                    <a:pt x="167" y="2"/>
                    <a:pt x="178" y="1"/>
                  </a:cubicBezTo>
                  <a:cubicBezTo>
                    <a:pt x="152" y="2"/>
                    <a:pt x="115" y="0"/>
                    <a:pt x="101" y="0"/>
                  </a:cubicBezTo>
                  <a:cubicBezTo>
                    <a:pt x="143" y="2"/>
                    <a:pt x="105" y="2"/>
                    <a:pt x="77" y="3"/>
                  </a:cubicBezTo>
                  <a:cubicBezTo>
                    <a:pt x="51" y="2"/>
                    <a:pt x="82" y="1"/>
                    <a:pt x="60" y="1"/>
                  </a:cubicBezTo>
                  <a:lnTo>
                    <a:pt x="0" y="1"/>
                  </a:lnTo>
                  <a:lnTo>
                    <a:pt x="52" y="1"/>
                  </a:lnTo>
                  <a:lnTo>
                    <a:pt x="36" y="3"/>
                  </a:lnTo>
                  <a:lnTo>
                    <a:pt x="41" y="3"/>
                  </a:lnTo>
                  <a:cubicBezTo>
                    <a:pt x="129" y="2"/>
                    <a:pt x="49" y="7"/>
                    <a:pt x="139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07" name="Voľný tvar 56"/>
            <p:cNvSpPr>
              <a:spLocks/>
            </p:cNvSpPr>
            <p:nvPr/>
          </p:nvSpPr>
          <p:spPr bwMode="invGray">
            <a:xfrm>
              <a:off x="7407275" y="2787650"/>
              <a:ext cx="26988" cy="0"/>
            </a:xfrm>
            <a:custGeom>
              <a:avLst/>
              <a:gdLst>
                <a:gd name="T0" fmla="*/ 14 w 14"/>
                <a:gd name="T1" fmla="*/ 14 w 14"/>
                <a:gd name="T2" fmla="*/ 0 w 14"/>
                <a:gd name="T3" fmla="*/ 14 w 1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4">
                  <a:moveTo>
                    <a:pt x="14" y="0"/>
                  </a:moveTo>
                  <a:lnTo>
                    <a:pt x="14" y="0"/>
                  </a:lnTo>
                  <a:lnTo>
                    <a:pt x="0" y="0"/>
                  </a:lnTo>
                  <a:cubicBezTo>
                    <a:pt x="8" y="0"/>
                    <a:pt x="11" y="0"/>
                    <a:pt x="1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08" name="Voľný tvar 57"/>
            <p:cNvSpPr>
              <a:spLocks/>
            </p:cNvSpPr>
            <p:nvPr/>
          </p:nvSpPr>
          <p:spPr bwMode="invGray">
            <a:xfrm>
              <a:off x="8123238" y="2794000"/>
              <a:ext cx="31750" cy="1587"/>
            </a:xfrm>
            <a:custGeom>
              <a:avLst/>
              <a:gdLst>
                <a:gd name="T0" fmla="*/ 0 w 16"/>
                <a:gd name="T1" fmla="*/ 1 h 1"/>
                <a:gd name="T2" fmla="*/ 0 w 16"/>
                <a:gd name="T3" fmla="*/ 1 h 1"/>
                <a:gd name="T4" fmla="*/ 16 w 16"/>
                <a:gd name="T5" fmla="*/ 0 h 1"/>
                <a:gd name="T6" fmla="*/ 0 w 1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">
                  <a:moveTo>
                    <a:pt x="0" y="1"/>
                  </a:moveTo>
                  <a:lnTo>
                    <a:pt x="0" y="1"/>
                  </a:lnTo>
                  <a:lnTo>
                    <a:pt x="16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09" name="Voľný tvar 58"/>
            <p:cNvSpPr>
              <a:spLocks/>
            </p:cNvSpPr>
            <p:nvPr/>
          </p:nvSpPr>
          <p:spPr bwMode="invGray">
            <a:xfrm>
              <a:off x="3070225" y="2794000"/>
              <a:ext cx="101600" cy="4762"/>
            </a:xfrm>
            <a:custGeom>
              <a:avLst/>
              <a:gdLst>
                <a:gd name="T0" fmla="*/ 0 w 53"/>
                <a:gd name="T1" fmla="*/ 0 h 2"/>
                <a:gd name="T2" fmla="*/ 0 w 53"/>
                <a:gd name="T3" fmla="*/ 0 h 2"/>
                <a:gd name="T4" fmla="*/ 52 w 53"/>
                <a:gd name="T5" fmla="*/ 0 h 2"/>
                <a:gd name="T6" fmla="*/ 6 w 53"/>
                <a:gd name="T7" fmla="*/ 0 h 2"/>
                <a:gd name="T8" fmla="*/ 0 w 53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3" h="2">
                  <a:moveTo>
                    <a:pt x="0" y="0"/>
                  </a:moveTo>
                  <a:lnTo>
                    <a:pt x="0" y="0"/>
                  </a:lnTo>
                  <a:cubicBezTo>
                    <a:pt x="2" y="1"/>
                    <a:pt x="53" y="2"/>
                    <a:pt x="52" y="0"/>
                  </a:cubicBez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10" name="Voľný tvar 59"/>
            <p:cNvSpPr>
              <a:spLocks/>
            </p:cNvSpPr>
            <p:nvPr/>
          </p:nvSpPr>
          <p:spPr bwMode="invGray">
            <a:xfrm>
              <a:off x="9963150" y="2778125"/>
              <a:ext cx="41275" cy="0"/>
            </a:xfrm>
            <a:custGeom>
              <a:avLst/>
              <a:gdLst>
                <a:gd name="T0" fmla="*/ 21 w 21"/>
                <a:gd name="T1" fmla="*/ 21 w 21"/>
                <a:gd name="T2" fmla="*/ 3 w 21"/>
                <a:gd name="T3" fmla="*/ 0 w 21"/>
                <a:gd name="T4" fmla="*/ 21 w 2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21">
                  <a:moveTo>
                    <a:pt x="21" y="0"/>
                  </a:moveTo>
                  <a:lnTo>
                    <a:pt x="21" y="0"/>
                  </a:lnTo>
                  <a:lnTo>
                    <a:pt x="3" y="0"/>
                  </a:lnTo>
                  <a:lnTo>
                    <a:pt x="0" y="0"/>
                  </a:lnTo>
                  <a:cubicBezTo>
                    <a:pt x="4" y="0"/>
                    <a:pt x="15" y="0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11" name="Voľný tvar 60"/>
            <p:cNvSpPr>
              <a:spLocks/>
            </p:cNvSpPr>
            <p:nvPr/>
          </p:nvSpPr>
          <p:spPr bwMode="invGray">
            <a:xfrm>
              <a:off x="7523163" y="2773363"/>
              <a:ext cx="30163" cy="3175"/>
            </a:xfrm>
            <a:custGeom>
              <a:avLst/>
              <a:gdLst>
                <a:gd name="T0" fmla="*/ 16 w 16"/>
                <a:gd name="T1" fmla="*/ 0 h 1"/>
                <a:gd name="T2" fmla="*/ 16 w 16"/>
                <a:gd name="T3" fmla="*/ 0 h 1"/>
                <a:gd name="T4" fmla="*/ 0 w 16"/>
                <a:gd name="T5" fmla="*/ 1 h 1"/>
                <a:gd name="T6" fmla="*/ 16 w 16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">
                  <a:moveTo>
                    <a:pt x="16" y="0"/>
                  </a:moveTo>
                  <a:lnTo>
                    <a:pt x="16" y="0"/>
                  </a:lnTo>
                  <a:cubicBezTo>
                    <a:pt x="6" y="0"/>
                    <a:pt x="2" y="1"/>
                    <a:pt x="0" y="1"/>
                  </a:cubicBezTo>
                  <a:cubicBezTo>
                    <a:pt x="6" y="1"/>
                    <a:pt x="12" y="1"/>
                    <a:pt x="1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12" name="Voľný tvar 61"/>
            <p:cNvSpPr>
              <a:spLocks/>
            </p:cNvSpPr>
            <p:nvPr/>
          </p:nvSpPr>
          <p:spPr bwMode="invGray">
            <a:xfrm>
              <a:off x="10009188" y="2787650"/>
              <a:ext cx="115888" cy="3175"/>
            </a:xfrm>
            <a:custGeom>
              <a:avLst/>
              <a:gdLst>
                <a:gd name="T0" fmla="*/ 0 w 60"/>
                <a:gd name="T1" fmla="*/ 0 h 2"/>
                <a:gd name="T2" fmla="*/ 0 w 60"/>
                <a:gd name="T3" fmla="*/ 0 h 2"/>
                <a:gd name="T4" fmla="*/ 19 w 60"/>
                <a:gd name="T5" fmla="*/ 2 h 2"/>
                <a:gd name="T6" fmla="*/ 60 w 60"/>
                <a:gd name="T7" fmla="*/ 1 h 2"/>
                <a:gd name="T8" fmla="*/ 0 w 60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" h="2">
                  <a:moveTo>
                    <a:pt x="0" y="0"/>
                  </a:moveTo>
                  <a:lnTo>
                    <a:pt x="0" y="0"/>
                  </a:lnTo>
                  <a:cubicBezTo>
                    <a:pt x="7" y="0"/>
                    <a:pt x="18" y="1"/>
                    <a:pt x="19" y="2"/>
                  </a:cubicBezTo>
                  <a:cubicBezTo>
                    <a:pt x="34" y="2"/>
                    <a:pt x="45" y="1"/>
                    <a:pt x="60" y="1"/>
                  </a:cubicBezTo>
                  <a:cubicBezTo>
                    <a:pt x="43" y="1"/>
                    <a:pt x="23" y="1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13" name="Voľný tvar 62"/>
            <p:cNvSpPr>
              <a:spLocks/>
            </p:cNvSpPr>
            <p:nvPr/>
          </p:nvSpPr>
          <p:spPr bwMode="invGray">
            <a:xfrm>
              <a:off x="10125075" y="2789238"/>
              <a:ext cx="1588" cy="0"/>
            </a:xfrm>
            <a:custGeom>
              <a:avLst/>
              <a:gdLst>
                <a:gd name="T0" fmla="*/ 1 w 1"/>
                <a:gd name="T1" fmla="*/ 1 w 1"/>
                <a:gd name="T2" fmla="*/ 0 w 1"/>
                <a:gd name="T3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14" name="Voľný tvar 63"/>
            <p:cNvSpPr>
              <a:spLocks noEditPoints="1"/>
            </p:cNvSpPr>
            <p:nvPr/>
          </p:nvSpPr>
          <p:spPr bwMode="invGray">
            <a:xfrm>
              <a:off x="-4110038" y="2703513"/>
              <a:ext cx="16486188" cy="134937"/>
            </a:xfrm>
            <a:custGeom>
              <a:avLst/>
              <a:gdLst>
                <a:gd name="T0" fmla="*/ 5206 w 8594"/>
                <a:gd name="T1" fmla="*/ 34 h 60"/>
                <a:gd name="T2" fmla="*/ 4851 w 8594"/>
                <a:gd name="T3" fmla="*/ 37 h 60"/>
                <a:gd name="T4" fmla="*/ 5322 w 8594"/>
                <a:gd name="T5" fmla="*/ 35 h 60"/>
                <a:gd name="T6" fmla="*/ 5841 w 8594"/>
                <a:gd name="T7" fmla="*/ 43 h 60"/>
                <a:gd name="T8" fmla="*/ 5952 w 8594"/>
                <a:gd name="T9" fmla="*/ 46 h 60"/>
                <a:gd name="T10" fmla="*/ 6323 w 8594"/>
                <a:gd name="T11" fmla="*/ 40 h 60"/>
                <a:gd name="T12" fmla="*/ 6806 w 8594"/>
                <a:gd name="T13" fmla="*/ 32 h 60"/>
                <a:gd name="T14" fmla="*/ 6211 w 8594"/>
                <a:gd name="T15" fmla="*/ 34 h 60"/>
                <a:gd name="T16" fmla="*/ 5558 w 8594"/>
                <a:gd name="T17" fmla="*/ 29 h 60"/>
                <a:gd name="T18" fmla="*/ 7046 w 8594"/>
                <a:gd name="T19" fmla="*/ 41 h 60"/>
                <a:gd name="T20" fmla="*/ 7472 w 8594"/>
                <a:gd name="T21" fmla="*/ 40 h 60"/>
                <a:gd name="T22" fmla="*/ 7784 w 8594"/>
                <a:gd name="T23" fmla="*/ 39 h 60"/>
                <a:gd name="T24" fmla="*/ 4392 w 8594"/>
                <a:gd name="T25" fmla="*/ 36 h 60"/>
                <a:gd name="T26" fmla="*/ 4053 w 8594"/>
                <a:gd name="T27" fmla="*/ 35 h 60"/>
                <a:gd name="T28" fmla="*/ 4729 w 8594"/>
                <a:gd name="T29" fmla="*/ 29 h 60"/>
                <a:gd name="T30" fmla="*/ 348 w 8594"/>
                <a:gd name="T31" fmla="*/ 40 h 60"/>
                <a:gd name="T32" fmla="*/ 3365 w 8594"/>
                <a:gd name="T33" fmla="*/ 41 h 60"/>
                <a:gd name="T34" fmla="*/ 2626 w 8594"/>
                <a:gd name="T35" fmla="*/ 45 h 60"/>
                <a:gd name="T36" fmla="*/ 1989 w 8594"/>
                <a:gd name="T37" fmla="*/ 45 h 60"/>
                <a:gd name="T38" fmla="*/ 1241 w 8594"/>
                <a:gd name="T39" fmla="*/ 44 h 60"/>
                <a:gd name="T40" fmla="*/ 260 w 8594"/>
                <a:gd name="T41" fmla="*/ 41 h 60"/>
                <a:gd name="T42" fmla="*/ 403 w 8594"/>
                <a:gd name="T43" fmla="*/ 29 h 60"/>
                <a:gd name="T44" fmla="*/ 1235 w 8594"/>
                <a:gd name="T45" fmla="*/ 30 h 60"/>
                <a:gd name="T46" fmla="*/ 1695 w 8594"/>
                <a:gd name="T47" fmla="*/ 28 h 60"/>
                <a:gd name="T48" fmla="*/ 2516 w 8594"/>
                <a:gd name="T49" fmla="*/ 20 h 60"/>
                <a:gd name="T50" fmla="*/ 3096 w 8594"/>
                <a:gd name="T51" fmla="*/ 21 h 60"/>
                <a:gd name="T52" fmla="*/ 3775 w 8594"/>
                <a:gd name="T53" fmla="*/ 17 h 60"/>
                <a:gd name="T54" fmla="*/ 3608 w 8594"/>
                <a:gd name="T55" fmla="*/ 13 h 60"/>
                <a:gd name="T56" fmla="*/ 3472 w 8594"/>
                <a:gd name="T57" fmla="*/ 9 h 60"/>
                <a:gd name="T58" fmla="*/ 4061 w 8594"/>
                <a:gd name="T59" fmla="*/ 4 h 60"/>
                <a:gd name="T60" fmla="*/ 4257 w 8594"/>
                <a:gd name="T61" fmla="*/ 12 h 60"/>
                <a:gd name="T62" fmla="*/ 4645 w 8594"/>
                <a:gd name="T63" fmla="*/ 16 h 60"/>
                <a:gd name="T64" fmla="*/ 4373 w 8594"/>
                <a:gd name="T65" fmla="*/ 10 h 60"/>
                <a:gd name="T66" fmla="*/ 5119 w 8594"/>
                <a:gd name="T67" fmla="*/ 4 h 60"/>
                <a:gd name="T68" fmla="*/ 5193 w 8594"/>
                <a:gd name="T69" fmla="*/ 5 h 60"/>
                <a:gd name="T70" fmla="*/ 5134 w 8594"/>
                <a:gd name="T71" fmla="*/ 16 h 60"/>
                <a:gd name="T72" fmla="*/ 5438 w 8594"/>
                <a:gd name="T73" fmla="*/ 15 h 60"/>
                <a:gd name="T74" fmla="*/ 5834 w 8594"/>
                <a:gd name="T75" fmla="*/ 5 h 60"/>
                <a:gd name="T76" fmla="*/ 5843 w 8594"/>
                <a:gd name="T77" fmla="*/ 16 h 60"/>
                <a:gd name="T78" fmla="*/ 5967 w 8594"/>
                <a:gd name="T79" fmla="*/ 11 h 60"/>
                <a:gd name="T80" fmla="*/ 6226 w 8594"/>
                <a:gd name="T81" fmla="*/ 10 h 60"/>
                <a:gd name="T82" fmla="*/ 6261 w 8594"/>
                <a:gd name="T83" fmla="*/ 13 h 60"/>
                <a:gd name="T84" fmla="*/ 6697 w 8594"/>
                <a:gd name="T85" fmla="*/ 10 h 60"/>
                <a:gd name="T86" fmla="*/ 6837 w 8594"/>
                <a:gd name="T87" fmla="*/ 16 h 60"/>
                <a:gd name="T88" fmla="*/ 7682 w 8594"/>
                <a:gd name="T89" fmla="*/ 14 h 60"/>
                <a:gd name="T90" fmla="*/ 7802 w 8594"/>
                <a:gd name="T91" fmla="*/ 24 h 60"/>
                <a:gd name="T92" fmla="*/ 8182 w 8594"/>
                <a:gd name="T93" fmla="*/ 23 h 60"/>
                <a:gd name="T94" fmla="*/ 8315 w 8594"/>
                <a:gd name="T95" fmla="*/ 27 h 60"/>
                <a:gd name="T96" fmla="*/ 8441 w 8594"/>
                <a:gd name="T97" fmla="*/ 38 h 60"/>
                <a:gd name="T98" fmla="*/ 8077 w 8594"/>
                <a:gd name="T99" fmla="*/ 45 h 60"/>
                <a:gd name="T100" fmla="*/ 8594 w 8594"/>
                <a:gd name="T101" fmla="*/ 47 h 60"/>
                <a:gd name="T102" fmla="*/ 8205 w 8594"/>
                <a:gd name="T103" fmla="*/ 53 h 60"/>
                <a:gd name="T104" fmla="*/ 7779 w 8594"/>
                <a:gd name="T105" fmla="*/ 58 h 60"/>
                <a:gd name="T106" fmla="*/ 7358 w 8594"/>
                <a:gd name="T107" fmla="*/ 54 h 60"/>
                <a:gd name="T108" fmla="*/ 6692 w 8594"/>
                <a:gd name="T109" fmla="*/ 49 h 60"/>
                <a:gd name="T110" fmla="*/ 5792 w 8594"/>
                <a:gd name="T111" fmla="*/ 53 h 60"/>
                <a:gd name="T112" fmla="*/ 5390 w 8594"/>
                <a:gd name="T113" fmla="*/ 47 h 60"/>
                <a:gd name="T114" fmla="*/ 5194 w 8594"/>
                <a:gd name="T115" fmla="*/ 51 h 60"/>
                <a:gd name="T116" fmla="*/ 4559 w 8594"/>
                <a:gd name="T117" fmla="*/ 53 h 60"/>
                <a:gd name="T118" fmla="*/ 4226 w 8594"/>
                <a:gd name="T119" fmla="*/ 58 h 60"/>
                <a:gd name="T120" fmla="*/ 4010 w 8594"/>
                <a:gd name="T121" fmla="*/ 60 h 60"/>
                <a:gd name="T122" fmla="*/ 3858 w 8594"/>
                <a:gd name="T123" fmla="*/ 34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8594" h="60">
                  <a:moveTo>
                    <a:pt x="4248" y="14"/>
                  </a:moveTo>
                  <a:lnTo>
                    <a:pt x="4248" y="14"/>
                  </a:lnTo>
                  <a:lnTo>
                    <a:pt x="4246" y="14"/>
                  </a:lnTo>
                  <a:lnTo>
                    <a:pt x="4248" y="14"/>
                  </a:lnTo>
                  <a:lnTo>
                    <a:pt x="4248" y="14"/>
                  </a:lnTo>
                  <a:close/>
                  <a:moveTo>
                    <a:pt x="5299" y="30"/>
                  </a:moveTo>
                  <a:lnTo>
                    <a:pt x="5299" y="30"/>
                  </a:lnTo>
                  <a:lnTo>
                    <a:pt x="5241" y="31"/>
                  </a:lnTo>
                  <a:lnTo>
                    <a:pt x="5247" y="31"/>
                  </a:lnTo>
                  <a:lnTo>
                    <a:pt x="5190" y="32"/>
                  </a:lnTo>
                  <a:cubicBezTo>
                    <a:pt x="5225" y="33"/>
                    <a:pt x="5248" y="35"/>
                    <a:pt x="5199" y="36"/>
                  </a:cubicBezTo>
                  <a:cubicBezTo>
                    <a:pt x="5203" y="36"/>
                    <a:pt x="5189" y="35"/>
                    <a:pt x="5206" y="34"/>
                  </a:cubicBezTo>
                  <a:cubicBezTo>
                    <a:pt x="5173" y="33"/>
                    <a:pt x="5101" y="32"/>
                    <a:pt x="5120" y="35"/>
                  </a:cubicBezTo>
                  <a:cubicBezTo>
                    <a:pt x="5183" y="32"/>
                    <a:pt x="5134" y="39"/>
                    <a:pt x="5184" y="36"/>
                  </a:cubicBezTo>
                  <a:cubicBezTo>
                    <a:pt x="5157" y="38"/>
                    <a:pt x="5131" y="38"/>
                    <a:pt x="5106" y="38"/>
                  </a:cubicBezTo>
                  <a:cubicBezTo>
                    <a:pt x="5132" y="37"/>
                    <a:pt x="5100" y="35"/>
                    <a:pt x="5061" y="34"/>
                  </a:cubicBezTo>
                  <a:cubicBezTo>
                    <a:pt x="5044" y="35"/>
                    <a:pt x="4997" y="34"/>
                    <a:pt x="4969" y="35"/>
                  </a:cubicBezTo>
                  <a:cubicBezTo>
                    <a:pt x="4979" y="37"/>
                    <a:pt x="4954" y="38"/>
                    <a:pt x="5001" y="38"/>
                  </a:cubicBezTo>
                  <a:cubicBezTo>
                    <a:pt x="4984" y="39"/>
                    <a:pt x="4957" y="39"/>
                    <a:pt x="4928" y="38"/>
                  </a:cubicBezTo>
                  <a:cubicBezTo>
                    <a:pt x="4940" y="38"/>
                    <a:pt x="4960" y="38"/>
                    <a:pt x="4959" y="37"/>
                  </a:cubicBezTo>
                  <a:cubicBezTo>
                    <a:pt x="4940" y="35"/>
                    <a:pt x="4917" y="35"/>
                    <a:pt x="4905" y="35"/>
                  </a:cubicBezTo>
                  <a:lnTo>
                    <a:pt x="4876" y="35"/>
                  </a:lnTo>
                  <a:cubicBezTo>
                    <a:pt x="4879" y="35"/>
                    <a:pt x="4881" y="35"/>
                    <a:pt x="4883" y="36"/>
                  </a:cubicBezTo>
                  <a:lnTo>
                    <a:pt x="4851" y="37"/>
                  </a:lnTo>
                  <a:cubicBezTo>
                    <a:pt x="4894" y="36"/>
                    <a:pt x="4871" y="38"/>
                    <a:pt x="4870" y="39"/>
                  </a:cubicBezTo>
                  <a:cubicBezTo>
                    <a:pt x="4871" y="37"/>
                    <a:pt x="4842" y="39"/>
                    <a:pt x="4827" y="39"/>
                  </a:cubicBezTo>
                  <a:lnTo>
                    <a:pt x="4860" y="41"/>
                  </a:lnTo>
                  <a:cubicBezTo>
                    <a:pt x="4844" y="42"/>
                    <a:pt x="4805" y="40"/>
                    <a:pt x="4813" y="42"/>
                  </a:cubicBezTo>
                  <a:cubicBezTo>
                    <a:pt x="4881" y="43"/>
                    <a:pt x="4907" y="42"/>
                    <a:pt x="4969" y="42"/>
                  </a:cubicBezTo>
                  <a:lnTo>
                    <a:pt x="4944" y="40"/>
                  </a:lnTo>
                  <a:cubicBezTo>
                    <a:pt x="5014" y="39"/>
                    <a:pt x="4987" y="43"/>
                    <a:pt x="5065" y="43"/>
                  </a:cubicBezTo>
                  <a:cubicBezTo>
                    <a:pt x="5098" y="41"/>
                    <a:pt x="5183" y="42"/>
                    <a:pt x="5184" y="39"/>
                  </a:cubicBezTo>
                  <a:cubicBezTo>
                    <a:pt x="5174" y="40"/>
                    <a:pt x="5233" y="42"/>
                    <a:pt x="5260" y="40"/>
                  </a:cubicBezTo>
                  <a:cubicBezTo>
                    <a:pt x="5289" y="38"/>
                    <a:pt x="5379" y="37"/>
                    <a:pt x="5352" y="36"/>
                  </a:cubicBezTo>
                  <a:cubicBezTo>
                    <a:pt x="5328" y="36"/>
                    <a:pt x="5295" y="37"/>
                    <a:pt x="5276" y="36"/>
                  </a:cubicBezTo>
                  <a:lnTo>
                    <a:pt x="5322" y="35"/>
                  </a:lnTo>
                  <a:lnTo>
                    <a:pt x="5292" y="33"/>
                  </a:lnTo>
                  <a:cubicBezTo>
                    <a:pt x="5308" y="34"/>
                    <a:pt x="5306" y="32"/>
                    <a:pt x="5299" y="30"/>
                  </a:cubicBezTo>
                  <a:close/>
                  <a:moveTo>
                    <a:pt x="5493" y="27"/>
                  </a:moveTo>
                  <a:lnTo>
                    <a:pt x="5493" y="27"/>
                  </a:lnTo>
                  <a:cubicBezTo>
                    <a:pt x="5524" y="32"/>
                    <a:pt x="5557" y="36"/>
                    <a:pt x="5700" y="35"/>
                  </a:cubicBezTo>
                  <a:lnTo>
                    <a:pt x="5689" y="35"/>
                  </a:lnTo>
                  <a:cubicBezTo>
                    <a:pt x="5761" y="38"/>
                    <a:pt x="5829" y="32"/>
                    <a:pt x="5916" y="35"/>
                  </a:cubicBezTo>
                  <a:cubicBezTo>
                    <a:pt x="5874" y="36"/>
                    <a:pt x="5876" y="36"/>
                    <a:pt x="5829" y="40"/>
                  </a:cubicBezTo>
                  <a:lnTo>
                    <a:pt x="5875" y="39"/>
                  </a:lnTo>
                  <a:cubicBezTo>
                    <a:pt x="5862" y="41"/>
                    <a:pt x="5907" y="40"/>
                    <a:pt x="5941" y="40"/>
                  </a:cubicBezTo>
                  <a:lnTo>
                    <a:pt x="5911" y="43"/>
                  </a:lnTo>
                  <a:cubicBezTo>
                    <a:pt x="5891" y="42"/>
                    <a:pt x="5839" y="42"/>
                    <a:pt x="5841" y="43"/>
                  </a:cubicBezTo>
                  <a:cubicBezTo>
                    <a:pt x="5852" y="42"/>
                    <a:pt x="5772" y="39"/>
                    <a:pt x="5729" y="40"/>
                  </a:cubicBezTo>
                  <a:cubicBezTo>
                    <a:pt x="5733" y="42"/>
                    <a:pt x="5825" y="41"/>
                    <a:pt x="5784" y="44"/>
                  </a:cubicBezTo>
                  <a:cubicBezTo>
                    <a:pt x="5820" y="43"/>
                    <a:pt x="5825" y="45"/>
                    <a:pt x="5862" y="44"/>
                  </a:cubicBezTo>
                  <a:cubicBezTo>
                    <a:pt x="5826" y="45"/>
                    <a:pt x="5853" y="47"/>
                    <a:pt x="5827" y="48"/>
                  </a:cubicBezTo>
                  <a:lnTo>
                    <a:pt x="5888" y="47"/>
                  </a:lnTo>
                  <a:cubicBezTo>
                    <a:pt x="5890" y="48"/>
                    <a:pt x="5798" y="49"/>
                    <a:pt x="5849" y="51"/>
                  </a:cubicBezTo>
                  <a:cubicBezTo>
                    <a:pt x="5874" y="50"/>
                    <a:pt x="5940" y="52"/>
                    <a:pt x="5941" y="49"/>
                  </a:cubicBezTo>
                  <a:lnTo>
                    <a:pt x="5943" y="50"/>
                  </a:lnTo>
                  <a:cubicBezTo>
                    <a:pt x="5989" y="51"/>
                    <a:pt x="5963" y="47"/>
                    <a:pt x="6020" y="48"/>
                  </a:cubicBezTo>
                  <a:cubicBezTo>
                    <a:pt x="6021" y="47"/>
                    <a:pt x="6010" y="47"/>
                    <a:pt x="5989" y="47"/>
                  </a:cubicBezTo>
                  <a:cubicBezTo>
                    <a:pt x="5972" y="47"/>
                    <a:pt x="5969" y="49"/>
                    <a:pt x="5934" y="49"/>
                  </a:cubicBezTo>
                  <a:cubicBezTo>
                    <a:pt x="5918" y="47"/>
                    <a:pt x="5977" y="49"/>
                    <a:pt x="5952" y="46"/>
                  </a:cubicBezTo>
                  <a:cubicBezTo>
                    <a:pt x="5940" y="45"/>
                    <a:pt x="5858" y="48"/>
                    <a:pt x="5884" y="44"/>
                  </a:cubicBezTo>
                  <a:lnTo>
                    <a:pt x="5931" y="45"/>
                  </a:lnTo>
                  <a:cubicBezTo>
                    <a:pt x="5932" y="43"/>
                    <a:pt x="5965" y="43"/>
                    <a:pt x="5964" y="41"/>
                  </a:cubicBezTo>
                  <a:cubicBezTo>
                    <a:pt x="5993" y="40"/>
                    <a:pt x="6019" y="43"/>
                    <a:pt x="6048" y="41"/>
                  </a:cubicBezTo>
                  <a:cubicBezTo>
                    <a:pt x="6060" y="40"/>
                    <a:pt x="6039" y="37"/>
                    <a:pt x="6087" y="38"/>
                  </a:cubicBezTo>
                  <a:cubicBezTo>
                    <a:pt x="6124" y="41"/>
                    <a:pt x="6234" y="41"/>
                    <a:pt x="6276" y="40"/>
                  </a:cubicBezTo>
                  <a:lnTo>
                    <a:pt x="6312" y="39"/>
                  </a:lnTo>
                  <a:cubicBezTo>
                    <a:pt x="6309" y="38"/>
                    <a:pt x="6243" y="39"/>
                    <a:pt x="6266" y="38"/>
                  </a:cubicBezTo>
                  <a:lnTo>
                    <a:pt x="6322" y="37"/>
                  </a:lnTo>
                  <a:lnTo>
                    <a:pt x="6318" y="38"/>
                  </a:lnTo>
                  <a:cubicBezTo>
                    <a:pt x="6337" y="38"/>
                    <a:pt x="6356" y="37"/>
                    <a:pt x="6373" y="37"/>
                  </a:cubicBezTo>
                  <a:cubicBezTo>
                    <a:pt x="6355" y="38"/>
                    <a:pt x="6315" y="38"/>
                    <a:pt x="6323" y="40"/>
                  </a:cubicBezTo>
                  <a:cubicBezTo>
                    <a:pt x="6349" y="40"/>
                    <a:pt x="6353" y="41"/>
                    <a:pt x="6377" y="41"/>
                  </a:cubicBezTo>
                  <a:cubicBezTo>
                    <a:pt x="6372" y="41"/>
                    <a:pt x="6368" y="41"/>
                    <a:pt x="6368" y="41"/>
                  </a:cubicBezTo>
                  <a:cubicBezTo>
                    <a:pt x="6422" y="42"/>
                    <a:pt x="6420" y="39"/>
                    <a:pt x="6433" y="38"/>
                  </a:cubicBezTo>
                  <a:cubicBezTo>
                    <a:pt x="6487" y="36"/>
                    <a:pt x="6379" y="36"/>
                    <a:pt x="6386" y="33"/>
                  </a:cubicBezTo>
                  <a:lnTo>
                    <a:pt x="6543" y="32"/>
                  </a:lnTo>
                  <a:cubicBezTo>
                    <a:pt x="6529" y="33"/>
                    <a:pt x="6516" y="34"/>
                    <a:pt x="6521" y="35"/>
                  </a:cubicBezTo>
                  <a:cubicBezTo>
                    <a:pt x="6559" y="36"/>
                    <a:pt x="6522" y="36"/>
                    <a:pt x="6576" y="36"/>
                  </a:cubicBezTo>
                  <a:cubicBezTo>
                    <a:pt x="6572" y="33"/>
                    <a:pt x="6644" y="35"/>
                    <a:pt x="6682" y="33"/>
                  </a:cubicBezTo>
                  <a:cubicBezTo>
                    <a:pt x="6700" y="34"/>
                    <a:pt x="6704" y="34"/>
                    <a:pt x="6665" y="34"/>
                  </a:cubicBezTo>
                  <a:cubicBezTo>
                    <a:pt x="6669" y="36"/>
                    <a:pt x="6721" y="36"/>
                    <a:pt x="6740" y="36"/>
                  </a:cubicBezTo>
                  <a:lnTo>
                    <a:pt x="6781" y="35"/>
                  </a:lnTo>
                  <a:cubicBezTo>
                    <a:pt x="6765" y="34"/>
                    <a:pt x="6772" y="32"/>
                    <a:pt x="6806" y="32"/>
                  </a:cubicBezTo>
                  <a:lnTo>
                    <a:pt x="6808" y="31"/>
                  </a:lnTo>
                  <a:cubicBezTo>
                    <a:pt x="6752" y="31"/>
                    <a:pt x="6666" y="28"/>
                    <a:pt x="6631" y="30"/>
                  </a:cubicBezTo>
                  <a:lnTo>
                    <a:pt x="6641" y="29"/>
                  </a:lnTo>
                  <a:cubicBezTo>
                    <a:pt x="6577" y="28"/>
                    <a:pt x="6502" y="33"/>
                    <a:pt x="6472" y="29"/>
                  </a:cubicBezTo>
                  <a:cubicBezTo>
                    <a:pt x="6475" y="28"/>
                    <a:pt x="6459" y="29"/>
                    <a:pt x="6460" y="27"/>
                  </a:cubicBezTo>
                  <a:lnTo>
                    <a:pt x="6413" y="28"/>
                  </a:lnTo>
                  <a:lnTo>
                    <a:pt x="6423" y="27"/>
                  </a:lnTo>
                  <a:lnTo>
                    <a:pt x="6343" y="28"/>
                  </a:lnTo>
                  <a:lnTo>
                    <a:pt x="6345" y="27"/>
                  </a:lnTo>
                  <a:lnTo>
                    <a:pt x="6253" y="32"/>
                  </a:lnTo>
                  <a:cubicBezTo>
                    <a:pt x="6253" y="33"/>
                    <a:pt x="6255" y="33"/>
                    <a:pt x="6242" y="34"/>
                  </a:cubicBezTo>
                  <a:cubicBezTo>
                    <a:pt x="6230" y="34"/>
                    <a:pt x="6220" y="34"/>
                    <a:pt x="6211" y="34"/>
                  </a:cubicBezTo>
                  <a:cubicBezTo>
                    <a:pt x="6211" y="34"/>
                    <a:pt x="6211" y="34"/>
                    <a:pt x="6211" y="34"/>
                  </a:cubicBezTo>
                  <a:lnTo>
                    <a:pt x="6211" y="34"/>
                  </a:lnTo>
                  <a:cubicBezTo>
                    <a:pt x="6191" y="34"/>
                    <a:pt x="6178" y="32"/>
                    <a:pt x="6154" y="32"/>
                  </a:cubicBezTo>
                  <a:lnTo>
                    <a:pt x="6229" y="32"/>
                  </a:lnTo>
                  <a:cubicBezTo>
                    <a:pt x="6235" y="30"/>
                    <a:pt x="6228" y="29"/>
                    <a:pt x="6192" y="27"/>
                  </a:cubicBezTo>
                  <a:cubicBezTo>
                    <a:pt x="6207" y="27"/>
                    <a:pt x="6213" y="26"/>
                    <a:pt x="6195" y="26"/>
                  </a:cubicBezTo>
                  <a:cubicBezTo>
                    <a:pt x="6192" y="26"/>
                    <a:pt x="6146" y="27"/>
                    <a:pt x="6163" y="28"/>
                  </a:cubicBezTo>
                  <a:cubicBezTo>
                    <a:pt x="6092" y="29"/>
                    <a:pt x="5978" y="25"/>
                    <a:pt x="5870" y="28"/>
                  </a:cubicBezTo>
                  <a:cubicBezTo>
                    <a:pt x="5947" y="26"/>
                    <a:pt x="5808" y="25"/>
                    <a:pt x="5894" y="25"/>
                  </a:cubicBezTo>
                  <a:cubicBezTo>
                    <a:pt x="5834" y="22"/>
                    <a:pt x="5842" y="27"/>
                    <a:pt x="5781" y="27"/>
                  </a:cubicBezTo>
                  <a:cubicBezTo>
                    <a:pt x="5776" y="26"/>
                    <a:pt x="5814" y="27"/>
                    <a:pt x="5828" y="25"/>
                  </a:cubicBezTo>
                  <a:cubicBezTo>
                    <a:pt x="5727" y="24"/>
                    <a:pt x="5657" y="29"/>
                    <a:pt x="5558" y="29"/>
                  </a:cubicBezTo>
                  <a:lnTo>
                    <a:pt x="5554" y="27"/>
                  </a:lnTo>
                  <a:lnTo>
                    <a:pt x="5493" y="27"/>
                  </a:lnTo>
                  <a:close/>
                  <a:moveTo>
                    <a:pt x="7145" y="32"/>
                  </a:moveTo>
                  <a:lnTo>
                    <a:pt x="7145" y="32"/>
                  </a:lnTo>
                  <a:cubicBezTo>
                    <a:pt x="7151" y="32"/>
                    <a:pt x="7153" y="31"/>
                    <a:pt x="7153" y="31"/>
                  </a:cubicBezTo>
                  <a:cubicBezTo>
                    <a:pt x="7028" y="36"/>
                    <a:pt x="6926" y="37"/>
                    <a:pt x="6859" y="36"/>
                  </a:cubicBezTo>
                  <a:cubicBezTo>
                    <a:pt x="6872" y="38"/>
                    <a:pt x="6932" y="40"/>
                    <a:pt x="6961" y="41"/>
                  </a:cubicBezTo>
                  <a:lnTo>
                    <a:pt x="6936" y="43"/>
                  </a:lnTo>
                  <a:lnTo>
                    <a:pt x="6920" y="41"/>
                  </a:lnTo>
                  <a:lnTo>
                    <a:pt x="6876" y="43"/>
                  </a:lnTo>
                  <a:cubicBezTo>
                    <a:pt x="6888" y="44"/>
                    <a:pt x="6924" y="44"/>
                    <a:pt x="6947" y="45"/>
                  </a:cubicBezTo>
                  <a:lnTo>
                    <a:pt x="7046" y="41"/>
                  </a:lnTo>
                  <a:lnTo>
                    <a:pt x="6986" y="40"/>
                  </a:lnTo>
                  <a:cubicBezTo>
                    <a:pt x="7002" y="40"/>
                    <a:pt x="7082" y="40"/>
                    <a:pt x="7114" y="40"/>
                  </a:cubicBezTo>
                  <a:cubicBezTo>
                    <a:pt x="7115" y="38"/>
                    <a:pt x="7060" y="37"/>
                    <a:pt x="7053" y="39"/>
                  </a:cubicBezTo>
                  <a:cubicBezTo>
                    <a:pt x="7047" y="37"/>
                    <a:pt x="7110" y="38"/>
                    <a:pt x="7070" y="36"/>
                  </a:cubicBezTo>
                  <a:cubicBezTo>
                    <a:pt x="7117" y="34"/>
                    <a:pt x="7193" y="36"/>
                    <a:pt x="7228" y="37"/>
                  </a:cubicBezTo>
                  <a:lnTo>
                    <a:pt x="7234" y="39"/>
                  </a:lnTo>
                  <a:cubicBezTo>
                    <a:pt x="7272" y="41"/>
                    <a:pt x="7260" y="36"/>
                    <a:pt x="7305" y="38"/>
                  </a:cubicBezTo>
                  <a:cubicBezTo>
                    <a:pt x="7249" y="38"/>
                    <a:pt x="7315" y="41"/>
                    <a:pt x="7270" y="41"/>
                  </a:cubicBezTo>
                  <a:cubicBezTo>
                    <a:pt x="7284" y="42"/>
                    <a:pt x="7270" y="44"/>
                    <a:pt x="7315" y="44"/>
                  </a:cubicBezTo>
                  <a:cubicBezTo>
                    <a:pt x="7352" y="40"/>
                    <a:pt x="7362" y="46"/>
                    <a:pt x="7398" y="43"/>
                  </a:cubicBezTo>
                  <a:cubicBezTo>
                    <a:pt x="7421" y="44"/>
                    <a:pt x="7372" y="45"/>
                    <a:pt x="7418" y="46"/>
                  </a:cubicBezTo>
                  <a:cubicBezTo>
                    <a:pt x="7472" y="44"/>
                    <a:pt x="7469" y="43"/>
                    <a:pt x="7472" y="40"/>
                  </a:cubicBezTo>
                  <a:cubicBezTo>
                    <a:pt x="7422" y="39"/>
                    <a:pt x="7416" y="43"/>
                    <a:pt x="7375" y="42"/>
                  </a:cubicBezTo>
                  <a:lnTo>
                    <a:pt x="7456" y="38"/>
                  </a:lnTo>
                  <a:cubicBezTo>
                    <a:pt x="7441" y="38"/>
                    <a:pt x="7430" y="38"/>
                    <a:pt x="7421" y="38"/>
                  </a:cubicBezTo>
                  <a:cubicBezTo>
                    <a:pt x="7437" y="38"/>
                    <a:pt x="7451" y="37"/>
                    <a:pt x="7463" y="36"/>
                  </a:cubicBezTo>
                  <a:lnTo>
                    <a:pt x="7482" y="35"/>
                  </a:lnTo>
                  <a:cubicBezTo>
                    <a:pt x="7436" y="35"/>
                    <a:pt x="7395" y="35"/>
                    <a:pt x="7388" y="34"/>
                  </a:cubicBezTo>
                  <a:lnTo>
                    <a:pt x="7394" y="32"/>
                  </a:lnTo>
                  <a:cubicBezTo>
                    <a:pt x="7378" y="31"/>
                    <a:pt x="7352" y="32"/>
                    <a:pt x="7339" y="33"/>
                  </a:cubicBezTo>
                  <a:cubicBezTo>
                    <a:pt x="7299" y="33"/>
                    <a:pt x="7258" y="34"/>
                    <a:pt x="7249" y="33"/>
                  </a:cubicBezTo>
                  <a:lnTo>
                    <a:pt x="7264" y="32"/>
                  </a:lnTo>
                  <a:lnTo>
                    <a:pt x="7145" y="32"/>
                  </a:lnTo>
                  <a:close/>
                  <a:moveTo>
                    <a:pt x="7784" y="39"/>
                  </a:moveTo>
                  <a:lnTo>
                    <a:pt x="7784" y="39"/>
                  </a:lnTo>
                  <a:lnTo>
                    <a:pt x="7795" y="40"/>
                  </a:lnTo>
                  <a:lnTo>
                    <a:pt x="7764" y="41"/>
                  </a:lnTo>
                  <a:cubicBezTo>
                    <a:pt x="7709" y="41"/>
                    <a:pt x="7664" y="37"/>
                    <a:pt x="7614" y="40"/>
                  </a:cubicBezTo>
                  <a:cubicBezTo>
                    <a:pt x="7591" y="39"/>
                    <a:pt x="7578" y="37"/>
                    <a:pt x="7566" y="36"/>
                  </a:cubicBezTo>
                  <a:lnTo>
                    <a:pt x="7597" y="36"/>
                  </a:lnTo>
                  <a:cubicBezTo>
                    <a:pt x="7737" y="32"/>
                    <a:pt x="7670" y="41"/>
                    <a:pt x="7784" y="39"/>
                  </a:cubicBezTo>
                  <a:close/>
                  <a:moveTo>
                    <a:pt x="4385" y="43"/>
                  </a:moveTo>
                  <a:lnTo>
                    <a:pt x="4385" y="43"/>
                  </a:lnTo>
                  <a:cubicBezTo>
                    <a:pt x="4401" y="40"/>
                    <a:pt x="4455" y="40"/>
                    <a:pt x="4458" y="38"/>
                  </a:cubicBezTo>
                  <a:cubicBezTo>
                    <a:pt x="4462" y="37"/>
                    <a:pt x="4450" y="37"/>
                    <a:pt x="4437" y="37"/>
                  </a:cubicBezTo>
                  <a:lnTo>
                    <a:pt x="4392" y="36"/>
                  </a:lnTo>
                  <a:cubicBezTo>
                    <a:pt x="4391" y="37"/>
                    <a:pt x="4388" y="37"/>
                    <a:pt x="4383" y="37"/>
                  </a:cubicBezTo>
                  <a:cubicBezTo>
                    <a:pt x="4399" y="38"/>
                    <a:pt x="4409" y="38"/>
                    <a:pt x="4403" y="40"/>
                  </a:cubicBezTo>
                  <a:cubicBezTo>
                    <a:pt x="4362" y="37"/>
                    <a:pt x="4366" y="42"/>
                    <a:pt x="4322" y="42"/>
                  </a:cubicBezTo>
                  <a:cubicBezTo>
                    <a:pt x="4308" y="43"/>
                    <a:pt x="4371" y="43"/>
                    <a:pt x="4385" y="43"/>
                  </a:cubicBezTo>
                  <a:close/>
                  <a:moveTo>
                    <a:pt x="4129" y="37"/>
                  </a:moveTo>
                  <a:lnTo>
                    <a:pt x="4129" y="37"/>
                  </a:lnTo>
                  <a:lnTo>
                    <a:pt x="4138" y="35"/>
                  </a:lnTo>
                  <a:lnTo>
                    <a:pt x="4112" y="35"/>
                  </a:lnTo>
                  <a:cubicBezTo>
                    <a:pt x="4115" y="36"/>
                    <a:pt x="4118" y="37"/>
                    <a:pt x="4129" y="37"/>
                  </a:cubicBezTo>
                  <a:close/>
                  <a:moveTo>
                    <a:pt x="4049" y="35"/>
                  </a:moveTo>
                  <a:lnTo>
                    <a:pt x="4049" y="35"/>
                  </a:lnTo>
                  <a:lnTo>
                    <a:pt x="4053" y="35"/>
                  </a:lnTo>
                  <a:lnTo>
                    <a:pt x="4025" y="34"/>
                  </a:lnTo>
                  <a:cubicBezTo>
                    <a:pt x="4029" y="35"/>
                    <a:pt x="4036" y="35"/>
                    <a:pt x="4049" y="35"/>
                  </a:cubicBezTo>
                  <a:close/>
                  <a:moveTo>
                    <a:pt x="4812" y="35"/>
                  </a:moveTo>
                  <a:lnTo>
                    <a:pt x="4812" y="35"/>
                  </a:lnTo>
                  <a:cubicBezTo>
                    <a:pt x="4808" y="35"/>
                    <a:pt x="4804" y="35"/>
                    <a:pt x="4802" y="35"/>
                  </a:cubicBezTo>
                  <a:lnTo>
                    <a:pt x="4812" y="35"/>
                  </a:lnTo>
                  <a:close/>
                  <a:moveTo>
                    <a:pt x="4778" y="37"/>
                  </a:moveTo>
                  <a:lnTo>
                    <a:pt x="4778" y="37"/>
                  </a:lnTo>
                  <a:cubicBezTo>
                    <a:pt x="4817" y="38"/>
                    <a:pt x="4808" y="37"/>
                    <a:pt x="4814" y="36"/>
                  </a:cubicBezTo>
                  <a:lnTo>
                    <a:pt x="4773" y="36"/>
                  </a:lnTo>
                  <a:cubicBezTo>
                    <a:pt x="4778" y="36"/>
                    <a:pt x="4781" y="37"/>
                    <a:pt x="4778" y="37"/>
                  </a:cubicBezTo>
                  <a:close/>
                  <a:moveTo>
                    <a:pt x="4729" y="29"/>
                  </a:moveTo>
                  <a:lnTo>
                    <a:pt x="4729" y="29"/>
                  </a:lnTo>
                  <a:lnTo>
                    <a:pt x="4523" y="28"/>
                  </a:lnTo>
                  <a:cubicBezTo>
                    <a:pt x="4643" y="33"/>
                    <a:pt x="4728" y="36"/>
                    <a:pt x="4527" y="37"/>
                  </a:cubicBezTo>
                  <a:lnTo>
                    <a:pt x="4514" y="37"/>
                  </a:lnTo>
                  <a:cubicBezTo>
                    <a:pt x="4540" y="38"/>
                    <a:pt x="4586" y="38"/>
                    <a:pt x="4628" y="37"/>
                  </a:cubicBezTo>
                  <a:cubicBezTo>
                    <a:pt x="4662" y="35"/>
                    <a:pt x="4773" y="29"/>
                    <a:pt x="4772" y="28"/>
                  </a:cubicBezTo>
                  <a:cubicBezTo>
                    <a:pt x="4760" y="27"/>
                    <a:pt x="4742" y="28"/>
                    <a:pt x="4720" y="28"/>
                  </a:cubicBezTo>
                  <a:lnTo>
                    <a:pt x="4729" y="29"/>
                  </a:lnTo>
                  <a:close/>
                  <a:moveTo>
                    <a:pt x="348" y="40"/>
                  </a:moveTo>
                  <a:lnTo>
                    <a:pt x="348" y="40"/>
                  </a:lnTo>
                  <a:cubicBezTo>
                    <a:pt x="352" y="40"/>
                    <a:pt x="354" y="40"/>
                    <a:pt x="356" y="40"/>
                  </a:cubicBezTo>
                  <a:cubicBezTo>
                    <a:pt x="354" y="40"/>
                    <a:pt x="356" y="40"/>
                    <a:pt x="348" y="40"/>
                  </a:cubicBezTo>
                  <a:close/>
                  <a:moveTo>
                    <a:pt x="3713" y="39"/>
                  </a:moveTo>
                  <a:lnTo>
                    <a:pt x="3713" y="39"/>
                  </a:lnTo>
                  <a:lnTo>
                    <a:pt x="3699" y="40"/>
                  </a:lnTo>
                  <a:lnTo>
                    <a:pt x="3706" y="39"/>
                  </a:lnTo>
                  <a:lnTo>
                    <a:pt x="3671" y="39"/>
                  </a:lnTo>
                  <a:lnTo>
                    <a:pt x="3656" y="39"/>
                  </a:lnTo>
                  <a:cubicBezTo>
                    <a:pt x="3658" y="39"/>
                    <a:pt x="3660" y="39"/>
                    <a:pt x="3661" y="39"/>
                  </a:cubicBezTo>
                  <a:lnTo>
                    <a:pt x="3650" y="38"/>
                  </a:lnTo>
                  <a:cubicBezTo>
                    <a:pt x="3622" y="40"/>
                    <a:pt x="3552" y="42"/>
                    <a:pt x="3532" y="43"/>
                  </a:cubicBezTo>
                  <a:cubicBezTo>
                    <a:pt x="3505" y="44"/>
                    <a:pt x="3473" y="44"/>
                    <a:pt x="3452" y="44"/>
                  </a:cubicBezTo>
                  <a:cubicBezTo>
                    <a:pt x="3471" y="44"/>
                    <a:pt x="3496" y="44"/>
                    <a:pt x="3489" y="43"/>
                  </a:cubicBezTo>
                  <a:cubicBezTo>
                    <a:pt x="3450" y="42"/>
                    <a:pt x="3431" y="39"/>
                    <a:pt x="3365" y="41"/>
                  </a:cubicBezTo>
                  <a:lnTo>
                    <a:pt x="3404" y="41"/>
                  </a:lnTo>
                  <a:lnTo>
                    <a:pt x="3316" y="45"/>
                  </a:lnTo>
                  <a:cubicBezTo>
                    <a:pt x="3286" y="44"/>
                    <a:pt x="3360" y="43"/>
                    <a:pt x="3372" y="42"/>
                  </a:cubicBezTo>
                  <a:cubicBezTo>
                    <a:pt x="3304" y="44"/>
                    <a:pt x="3247" y="39"/>
                    <a:pt x="3216" y="42"/>
                  </a:cubicBezTo>
                  <a:cubicBezTo>
                    <a:pt x="3211" y="40"/>
                    <a:pt x="3204" y="37"/>
                    <a:pt x="3159" y="37"/>
                  </a:cubicBezTo>
                  <a:cubicBezTo>
                    <a:pt x="3191" y="40"/>
                    <a:pt x="3132" y="39"/>
                    <a:pt x="3159" y="41"/>
                  </a:cubicBezTo>
                  <a:cubicBezTo>
                    <a:pt x="3143" y="42"/>
                    <a:pt x="3109" y="41"/>
                    <a:pt x="3106" y="42"/>
                  </a:cubicBezTo>
                  <a:lnTo>
                    <a:pt x="3110" y="41"/>
                  </a:lnTo>
                  <a:cubicBezTo>
                    <a:pt x="3034" y="38"/>
                    <a:pt x="3009" y="43"/>
                    <a:pt x="2976" y="45"/>
                  </a:cubicBezTo>
                  <a:cubicBezTo>
                    <a:pt x="2885" y="46"/>
                    <a:pt x="2843" y="45"/>
                    <a:pt x="2768" y="45"/>
                  </a:cubicBezTo>
                  <a:cubicBezTo>
                    <a:pt x="2765" y="44"/>
                    <a:pt x="2745" y="40"/>
                    <a:pt x="2715" y="40"/>
                  </a:cubicBezTo>
                  <a:cubicBezTo>
                    <a:pt x="2701" y="42"/>
                    <a:pt x="2633" y="43"/>
                    <a:pt x="2626" y="45"/>
                  </a:cubicBezTo>
                  <a:cubicBezTo>
                    <a:pt x="2680" y="46"/>
                    <a:pt x="2670" y="43"/>
                    <a:pt x="2702" y="43"/>
                  </a:cubicBezTo>
                  <a:cubicBezTo>
                    <a:pt x="2729" y="45"/>
                    <a:pt x="2705" y="45"/>
                    <a:pt x="2741" y="46"/>
                  </a:cubicBezTo>
                  <a:cubicBezTo>
                    <a:pt x="2712" y="46"/>
                    <a:pt x="2608" y="48"/>
                    <a:pt x="2576" y="46"/>
                  </a:cubicBezTo>
                  <a:lnTo>
                    <a:pt x="2587" y="45"/>
                  </a:lnTo>
                  <a:cubicBezTo>
                    <a:pt x="2536" y="44"/>
                    <a:pt x="2526" y="39"/>
                    <a:pt x="2441" y="42"/>
                  </a:cubicBezTo>
                  <a:lnTo>
                    <a:pt x="2400" y="43"/>
                  </a:lnTo>
                  <a:cubicBezTo>
                    <a:pt x="2402" y="43"/>
                    <a:pt x="2402" y="43"/>
                    <a:pt x="2403" y="43"/>
                  </a:cubicBezTo>
                  <a:cubicBezTo>
                    <a:pt x="2336" y="43"/>
                    <a:pt x="2354" y="40"/>
                    <a:pt x="2280" y="42"/>
                  </a:cubicBezTo>
                  <a:cubicBezTo>
                    <a:pt x="2286" y="42"/>
                    <a:pt x="2283" y="42"/>
                    <a:pt x="2288" y="42"/>
                  </a:cubicBezTo>
                  <a:cubicBezTo>
                    <a:pt x="2246" y="40"/>
                    <a:pt x="2204" y="43"/>
                    <a:pt x="2172" y="44"/>
                  </a:cubicBezTo>
                  <a:cubicBezTo>
                    <a:pt x="2153" y="42"/>
                    <a:pt x="2177" y="42"/>
                    <a:pt x="2189" y="40"/>
                  </a:cubicBezTo>
                  <a:cubicBezTo>
                    <a:pt x="2115" y="40"/>
                    <a:pt x="2035" y="43"/>
                    <a:pt x="1989" y="45"/>
                  </a:cubicBezTo>
                  <a:lnTo>
                    <a:pt x="1941" y="44"/>
                  </a:lnTo>
                  <a:cubicBezTo>
                    <a:pt x="1969" y="43"/>
                    <a:pt x="2004" y="41"/>
                    <a:pt x="1995" y="40"/>
                  </a:cubicBezTo>
                  <a:cubicBezTo>
                    <a:pt x="1969" y="41"/>
                    <a:pt x="1974" y="42"/>
                    <a:pt x="1937" y="41"/>
                  </a:cubicBezTo>
                  <a:cubicBezTo>
                    <a:pt x="1943" y="40"/>
                    <a:pt x="1959" y="39"/>
                    <a:pt x="1976" y="37"/>
                  </a:cubicBezTo>
                  <a:cubicBezTo>
                    <a:pt x="1900" y="35"/>
                    <a:pt x="1959" y="42"/>
                    <a:pt x="1905" y="38"/>
                  </a:cubicBezTo>
                  <a:cubicBezTo>
                    <a:pt x="1881" y="38"/>
                    <a:pt x="1867" y="40"/>
                    <a:pt x="1865" y="41"/>
                  </a:cubicBezTo>
                  <a:lnTo>
                    <a:pt x="1821" y="39"/>
                  </a:lnTo>
                  <a:cubicBezTo>
                    <a:pt x="1816" y="41"/>
                    <a:pt x="1762" y="41"/>
                    <a:pt x="1727" y="42"/>
                  </a:cubicBezTo>
                  <a:cubicBezTo>
                    <a:pt x="1722" y="42"/>
                    <a:pt x="1755" y="44"/>
                    <a:pt x="1769" y="43"/>
                  </a:cubicBezTo>
                  <a:cubicBezTo>
                    <a:pt x="1766" y="44"/>
                    <a:pt x="1728" y="45"/>
                    <a:pt x="1704" y="45"/>
                  </a:cubicBezTo>
                  <a:cubicBezTo>
                    <a:pt x="1695" y="41"/>
                    <a:pt x="1546" y="46"/>
                    <a:pt x="1574" y="41"/>
                  </a:cubicBezTo>
                  <a:cubicBezTo>
                    <a:pt x="1466" y="42"/>
                    <a:pt x="1313" y="43"/>
                    <a:pt x="1241" y="44"/>
                  </a:cubicBezTo>
                  <a:cubicBezTo>
                    <a:pt x="1218" y="43"/>
                    <a:pt x="1170" y="43"/>
                    <a:pt x="1198" y="41"/>
                  </a:cubicBezTo>
                  <a:cubicBezTo>
                    <a:pt x="1111" y="41"/>
                    <a:pt x="1066" y="45"/>
                    <a:pt x="979" y="44"/>
                  </a:cubicBezTo>
                  <a:cubicBezTo>
                    <a:pt x="972" y="44"/>
                    <a:pt x="1018" y="44"/>
                    <a:pt x="1015" y="43"/>
                  </a:cubicBezTo>
                  <a:cubicBezTo>
                    <a:pt x="958" y="44"/>
                    <a:pt x="912" y="41"/>
                    <a:pt x="824" y="42"/>
                  </a:cubicBezTo>
                  <a:cubicBezTo>
                    <a:pt x="839" y="42"/>
                    <a:pt x="843" y="41"/>
                    <a:pt x="845" y="41"/>
                  </a:cubicBezTo>
                  <a:cubicBezTo>
                    <a:pt x="847" y="41"/>
                    <a:pt x="809" y="42"/>
                    <a:pt x="786" y="43"/>
                  </a:cubicBezTo>
                  <a:cubicBezTo>
                    <a:pt x="773" y="42"/>
                    <a:pt x="803" y="42"/>
                    <a:pt x="796" y="42"/>
                  </a:cubicBezTo>
                  <a:cubicBezTo>
                    <a:pt x="626" y="40"/>
                    <a:pt x="496" y="45"/>
                    <a:pt x="327" y="44"/>
                  </a:cubicBezTo>
                  <a:cubicBezTo>
                    <a:pt x="376" y="44"/>
                    <a:pt x="394" y="42"/>
                    <a:pt x="394" y="41"/>
                  </a:cubicBezTo>
                  <a:lnTo>
                    <a:pt x="347" y="41"/>
                  </a:lnTo>
                  <a:cubicBezTo>
                    <a:pt x="329" y="42"/>
                    <a:pt x="293" y="42"/>
                    <a:pt x="263" y="43"/>
                  </a:cubicBezTo>
                  <a:cubicBezTo>
                    <a:pt x="260" y="42"/>
                    <a:pt x="245" y="42"/>
                    <a:pt x="260" y="41"/>
                  </a:cubicBezTo>
                  <a:cubicBezTo>
                    <a:pt x="167" y="38"/>
                    <a:pt x="114" y="45"/>
                    <a:pt x="0" y="44"/>
                  </a:cubicBezTo>
                  <a:lnTo>
                    <a:pt x="138" y="39"/>
                  </a:lnTo>
                  <a:lnTo>
                    <a:pt x="104" y="37"/>
                  </a:lnTo>
                  <a:lnTo>
                    <a:pt x="165" y="35"/>
                  </a:lnTo>
                  <a:cubicBezTo>
                    <a:pt x="129" y="33"/>
                    <a:pt x="97" y="36"/>
                    <a:pt x="92" y="34"/>
                  </a:cubicBezTo>
                  <a:cubicBezTo>
                    <a:pt x="100" y="34"/>
                    <a:pt x="119" y="34"/>
                    <a:pt x="119" y="33"/>
                  </a:cubicBezTo>
                  <a:cubicBezTo>
                    <a:pt x="84" y="32"/>
                    <a:pt x="82" y="34"/>
                    <a:pt x="55" y="34"/>
                  </a:cubicBezTo>
                  <a:cubicBezTo>
                    <a:pt x="125" y="30"/>
                    <a:pt x="260" y="31"/>
                    <a:pt x="333" y="30"/>
                  </a:cubicBezTo>
                  <a:cubicBezTo>
                    <a:pt x="345" y="30"/>
                    <a:pt x="324" y="31"/>
                    <a:pt x="322" y="31"/>
                  </a:cubicBezTo>
                  <a:cubicBezTo>
                    <a:pt x="351" y="31"/>
                    <a:pt x="369" y="32"/>
                    <a:pt x="407" y="32"/>
                  </a:cubicBezTo>
                  <a:cubicBezTo>
                    <a:pt x="430" y="30"/>
                    <a:pt x="389" y="30"/>
                    <a:pt x="371" y="30"/>
                  </a:cubicBezTo>
                  <a:cubicBezTo>
                    <a:pt x="373" y="29"/>
                    <a:pt x="382" y="29"/>
                    <a:pt x="403" y="29"/>
                  </a:cubicBezTo>
                  <a:cubicBezTo>
                    <a:pt x="408" y="31"/>
                    <a:pt x="516" y="30"/>
                    <a:pt x="543" y="32"/>
                  </a:cubicBezTo>
                  <a:cubicBezTo>
                    <a:pt x="653" y="32"/>
                    <a:pt x="525" y="27"/>
                    <a:pt x="633" y="28"/>
                  </a:cubicBezTo>
                  <a:lnTo>
                    <a:pt x="665" y="30"/>
                  </a:lnTo>
                  <a:cubicBezTo>
                    <a:pt x="727" y="29"/>
                    <a:pt x="808" y="27"/>
                    <a:pt x="878" y="28"/>
                  </a:cubicBezTo>
                  <a:lnTo>
                    <a:pt x="864" y="28"/>
                  </a:lnTo>
                  <a:cubicBezTo>
                    <a:pt x="854" y="29"/>
                    <a:pt x="870" y="29"/>
                    <a:pt x="877" y="30"/>
                  </a:cubicBezTo>
                  <a:cubicBezTo>
                    <a:pt x="931" y="31"/>
                    <a:pt x="979" y="28"/>
                    <a:pt x="1011" y="30"/>
                  </a:cubicBezTo>
                  <a:cubicBezTo>
                    <a:pt x="1072" y="28"/>
                    <a:pt x="1173" y="26"/>
                    <a:pt x="1243" y="25"/>
                  </a:cubicBezTo>
                  <a:cubicBezTo>
                    <a:pt x="1262" y="28"/>
                    <a:pt x="1152" y="28"/>
                    <a:pt x="1123" y="30"/>
                  </a:cubicBezTo>
                  <a:lnTo>
                    <a:pt x="1187" y="30"/>
                  </a:lnTo>
                  <a:cubicBezTo>
                    <a:pt x="1147" y="30"/>
                    <a:pt x="1132" y="31"/>
                    <a:pt x="1108" y="32"/>
                  </a:cubicBezTo>
                  <a:cubicBezTo>
                    <a:pt x="1164" y="33"/>
                    <a:pt x="1182" y="30"/>
                    <a:pt x="1235" y="30"/>
                  </a:cubicBezTo>
                  <a:cubicBezTo>
                    <a:pt x="1231" y="30"/>
                    <a:pt x="1238" y="31"/>
                    <a:pt x="1262" y="31"/>
                  </a:cubicBezTo>
                  <a:lnTo>
                    <a:pt x="1269" y="29"/>
                  </a:lnTo>
                  <a:cubicBezTo>
                    <a:pt x="1269" y="29"/>
                    <a:pt x="1272" y="29"/>
                    <a:pt x="1280" y="29"/>
                  </a:cubicBezTo>
                  <a:lnTo>
                    <a:pt x="1373" y="28"/>
                  </a:lnTo>
                  <a:cubicBezTo>
                    <a:pt x="1353" y="27"/>
                    <a:pt x="1352" y="26"/>
                    <a:pt x="1328" y="26"/>
                  </a:cubicBezTo>
                  <a:cubicBezTo>
                    <a:pt x="1337" y="27"/>
                    <a:pt x="1316" y="27"/>
                    <a:pt x="1292" y="27"/>
                  </a:cubicBezTo>
                  <a:cubicBezTo>
                    <a:pt x="1313" y="26"/>
                    <a:pt x="1269" y="26"/>
                    <a:pt x="1269" y="25"/>
                  </a:cubicBezTo>
                  <a:cubicBezTo>
                    <a:pt x="1318" y="25"/>
                    <a:pt x="1377" y="25"/>
                    <a:pt x="1409" y="24"/>
                  </a:cubicBezTo>
                  <a:lnTo>
                    <a:pt x="1419" y="26"/>
                  </a:lnTo>
                  <a:lnTo>
                    <a:pt x="1546" y="26"/>
                  </a:lnTo>
                  <a:lnTo>
                    <a:pt x="1536" y="27"/>
                  </a:lnTo>
                  <a:cubicBezTo>
                    <a:pt x="1591" y="27"/>
                    <a:pt x="1646" y="26"/>
                    <a:pt x="1695" y="28"/>
                  </a:cubicBezTo>
                  <a:cubicBezTo>
                    <a:pt x="1745" y="26"/>
                    <a:pt x="1807" y="24"/>
                    <a:pt x="1848" y="22"/>
                  </a:cubicBezTo>
                  <a:cubicBezTo>
                    <a:pt x="1869" y="20"/>
                    <a:pt x="1993" y="25"/>
                    <a:pt x="2049" y="21"/>
                  </a:cubicBezTo>
                  <a:cubicBezTo>
                    <a:pt x="2052" y="22"/>
                    <a:pt x="2010" y="23"/>
                    <a:pt x="1991" y="24"/>
                  </a:cubicBezTo>
                  <a:cubicBezTo>
                    <a:pt x="2028" y="24"/>
                    <a:pt x="2058" y="22"/>
                    <a:pt x="2070" y="24"/>
                  </a:cubicBezTo>
                  <a:cubicBezTo>
                    <a:pt x="1986" y="23"/>
                    <a:pt x="2074" y="26"/>
                    <a:pt x="2037" y="27"/>
                  </a:cubicBezTo>
                  <a:cubicBezTo>
                    <a:pt x="2076" y="27"/>
                    <a:pt x="2117" y="26"/>
                    <a:pt x="2136" y="25"/>
                  </a:cubicBezTo>
                  <a:cubicBezTo>
                    <a:pt x="2073" y="25"/>
                    <a:pt x="2158" y="22"/>
                    <a:pt x="2094" y="23"/>
                  </a:cubicBezTo>
                  <a:cubicBezTo>
                    <a:pt x="2144" y="21"/>
                    <a:pt x="2211" y="20"/>
                    <a:pt x="2270" y="21"/>
                  </a:cubicBezTo>
                  <a:cubicBezTo>
                    <a:pt x="2270" y="22"/>
                    <a:pt x="2277" y="22"/>
                    <a:pt x="2299" y="23"/>
                  </a:cubicBezTo>
                  <a:lnTo>
                    <a:pt x="2317" y="21"/>
                  </a:lnTo>
                  <a:cubicBezTo>
                    <a:pt x="2344" y="21"/>
                    <a:pt x="2263" y="23"/>
                    <a:pt x="2319" y="23"/>
                  </a:cubicBezTo>
                  <a:cubicBezTo>
                    <a:pt x="2376" y="21"/>
                    <a:pt x="2491" y="25"/>
                    <a:pt x="2516" y="20"/>
                  </a:cubicBezTo>
                  <a:cubicBezTo>
                    <a:pt x="2560" y="22"/>
                    <a:pt x="2433" y="22"/>
                    <a:pt x="2499" y="24"/>
                  </a:cubicBezTo>
                  <a:cubicBezTo>
                    <a:pt x="2461" y="26"/>
                    <a:pt x="2408" y="24"/>
                    <a:pt x="2396" y="26"/>
                  </a:cubicBezTo>
                  <a:cubicBezTo>
                    <a:pt x="2433" y="26"/>
                    <a:pt x="2409" y="28"/>
                    <a:pt x="2433" y="28"/>
                  </a:cubicBezTo>
                  <a:lnTo>
                    <a:pt x="2475" y="27"/>
                  </a:lnTo>
                  <a:lnTo>
                    <a:pt x="2466" y="27"/>
                  </a:lnTo>
                  <a:cubicBezTo>
                    <a:pt x="2536" y="24"/>
                    <a:pt x="2647" y="25"/>
                    <a:pt x="2737" y="25"/>
                  </a:cubicBezTo>
                  <a:cubicBezTo>
                    <a:pt x="2812" y="22"/>
                    <a:pt x="2865" y="19"/>
                    <a:pt x="2956" y="19"/>
                  </a:cubicBezTo>
                  <a:cubicBezTo>
                    <a:pt x="2929" y="20"/>
                    <a:pt x="3031" y="20"/>
                    <a:pt x="2974" y="23"/>
                  </a:cubicBezTo>
                  <a:cubicBezTo>
                    <a:pt x="3016" y="24"/>
                    <a:pt x="3058" y="22"/>
                    <a:pt x="3058" y="21"/>
                  </a:cubicBezTo>
                  <a:cubicBezTo>
                    <a:pt x="3021" y="21"/>
                    <a:pt x="3045" y="21"/>
                    <a:pt x="3014" y="21"/>
                  </a:cubicBezTo>
                  <a:cubicBezTo>
                    <a:pt x="3035" y="19"/>
                    <a:pt x="3084" y="19"/>
                    <a:pt x="3104" y="20"/>
                  </a:cubicBezTo>
                  <a:cubicBezTo>
                    <a:pt x="3094" y="20"/>
                    <a:pt x="3098" y="20"/>
                    <a:pt x="3096" y="21"/>
                  </a:cubicBezTo>
                  <a:cubicBezTo>
                    <a:pt x="3140" y="21"/>
                    <a:pt x="3117" y="19"/>
                    <a:pt x="3149" y="19"/>
                  </a:cubicBezTo>
                  <a:cubicBezTo>
                    <a:pt x="3159" y="20"/>
                    <a:pt x="3220" y="19"/>
                    <a:pt x="3249" y="20"/>
                  </a:cubicBezTo>
                  <a:lnTo>
                    <a:pt x="3291" y="17"/>
                  </a:lnTo>
                  <a:cubicBezTo>
                    <a:pt x="3268" y="19"/>
                    <a:pt x="3332" y="18"/>
                    <a:pt x="3338" y="19"/>
                  </a:cubicBezTo>
                  <a:cubicBezTo>
                    <a:pt x="3369" y="18"/>
                    <a:pt x="3394" y="16"/>
                    <a:pt x="3440" y="16"/>
                  </a:cubicBezTo>
                  <a:cubicBezTo>
                    <a:pt x="3421" y="17"/>
                    <a:pt x="3483" y="17"/>
                    <a:pt x="3483" y="19"/>
                  </a:cubicBezTo>
                  <a:cubicBezTo>
                    <a:pt x="3562" y="21"/>
                    <a:pt x="3614" y="14"/>
                    <a:pt x="3689" y="17"/>
                  </a:cubicBezTo>
                  <a:cubicBezTo>
                    <a:pt x="3687" y="17"/>
                    <a:pt x="3672" y="18"/>
                    <a:pt x="3694" y="19"/>
                  </a:cubicBezTo>
                  <a:cubicBezTo>
                    <a:pt x="3711" y="18"/>
                    <a:pt x="3741" y="18"/>
                    <a:pt x="3760" y="18"/>
                  </a:cubicBezTo>
                  <a:lnTo>
                    <a:pt x="3759" y="18"/>
                  </a:lnTo>
                  <a:lnTo>
                    <a:pt x="3760" y="18"/>
                  </a:lnTo>
                  <a:cubicBezTo>
                    <a:pt x="3769" y="18"/>
                    <a:pt x="3775" y="18"/>
                    <a:pt x="3775" y="17"/>
                  </a:cubicBezTo>
                  <a:cubicBezTo>
                    <a:pt x="3807" y="15"/>
                    <a:pt x="3823" y="14"/>
                    <a:pt x="3885" y="12"/>
                  </a:cubicBezTo>
                  <a:cubicBezTo>
                    <a:pt x="3881" y="10"/>
                    <a:pt x="3828" y="11"/>
                    <a:pt x="3805" y="12"/>
                  </a:cubicBezTo>
                  <a:lnTo>
                    <a:pt x="3786" y="14"/>
                  </a:lnTo>
                  <a:cubicBezTo>
                    <a:pt x="3767" y="11"/>
                    <a:pt x="3730" y="14"/>
                    <a:pt x="3715" y="13"/>
                  </a:cubicBezTo>
                  <a:cubicBezTo>
                    <a:pt x="3753" y="10"/>
                    <a:pt x="3860" y="11"/>
                    <a:pt x="3924" y="8"/>
                  </a:cubicBezTo>
                  <a:cubicBezTo>
                    <a:pt x="3885" y="6"/>
                    <a:pt x="3800" y="5"/>
                    <a:pt x="3725" y="6"/>
                  </a:cubicBezTo>
                  <a:lnTo>
                    <a:pt x="3758" y="7"/>
                  </a:lnTo>
                  <a:lnTo>
                    <a:pt x="3719" y="7"/>
                  </a:lnTo>
                  <a:lnTo>
                    <a:pt x="3757" y="9"/>
                  </a:lnTo>
                  <a:lnTo>
                    <a:pt x="3654" y="9"/>
                  </a:lnTo>
                  <a:cubicBezTo>
                    <a:pt x="3693" y="9"/>
                    <a:pt x="3709" y="12"/>
                    <a:pt x="3687" y="11"/>
                  </a:cubicBezTo>
                  <a:cubicBezTo>
                    <a:pt x="3643" y="10"/>
                    <a:pt x="3641" y="13"/>
                    <a:pt x="3608" y="13"/>
                  </a:cubicBezTo>
                  <a:cubicBezTo>
                    <a:pt x="3626" y="13"/>
                    <a:pt x="3650" y="13"/>
                    <a:pt x="3635" y="14"/>
                  </a:cubicBezTo>
                  <a:cubicBezTo>
                    <a:pt x="3569" y="12"/>
                    <a:pt x="3551" y="13"/>
                    <a:pt x="3492" y="11"/>
                  </a:cubicBezTo>
                  <a:cubicBezTo>
                    <a:pt x="3499" y="14"/>
                    <a:pt x="3417" y="11"/>
                    <a:pt x="3408" y="14"/>
                  </a:cubicBezTo>
                  <a:lnTo>
                    <a:pt x="3436" y="14"/>
                  </a:lnTo>
                  <a:lnTo>
                    <a:pt x="3377" y="16"/>
                  </a:lnTo>
                  <a:cubicBezTo>
                    <a:pt x="3323" y="14"/>
                    <a:pt x="3425" y="14"/>
                    <a:pt x="3343" y="12"/>
                  </a:cubicBezTo>
                  <a:cubicBezTo>
                    <a:pt x="3266" y="12"/>
                    <a:pt x="3268" y="15"/>
                    <a:pt x="3208" y="15"/>
                  </a:cubicBezTo>
                  <a:cubicBezTo>
                    <a:pt x="3228" y="14"/>
                    <a:pt x="3276" y="12"/>
                    <a:pt x="3324" y="12"/>
                  </a:cubicBezTo>
                  <a:lnTo>
                    <a:pt x="3295" y="11"/>
                  </a:lnTo>
                  <a:cubicBezTo>
                    <a:pt x="3310" y="10"/>
                    <a:pt x="3377" y="10"/>
                    <a:pt x="3410" y="10"/>
                  </a:cubicBezTo>
                  <a:cubicBezTo>
                    <a:pt x="3355" y="12"/>
                    <a:pt x="3436" y="11"/>
                    <a:pt x="3461" y="12"/>
                  </a:cubicBezTo>
                  <a:cubicBezTo>
                    <a:pt x="3466" y="10"/>
                    <a:pt x="3431" y="11"/>
                    <a:pt x="3472" y="9"/>
                  </a:cubicBezTo>
                  <a:cubicBezTo>
                    <a:pt x="3433" y="9"/>
                    <a:pt x="3427" y="9"/>
                    <a:pt x="3378" y="9"/>
                  </a:cubicBezTo>
                  <a:cubicBezTo>
                    <a:pt x="3485" y="9"/>
                    <a:pt x="3474" y="3"/>
                    <a:pt x="3568" y="4"/>
                  </a:cubicBezTo>
                  <a:cubicBezTo>
                    <a:pt x="3525" y="4"/>
                    <a:pt x="3584" y="6"/>
                    <a:pt x="3589" y="7"/>
                  </a:cubicBezTo>
                  <a:lnTo>
                    <a:pt x="3667" y="6"/>
                  </a:lnTo>
                  <a:lnTo>
                    <a:pt x="3652" y="4"/>
                  </a:lnTo>
                  <a:cubicBezTo>
                    <a:pt x="3707" y="3"/>
                    <a:pt x="3726" y="8"/>
                    <a:pt x="3789" y="5"/>
                  </a:cubicBezTo>
                  <a:cubicBezTo>
                    <a:pt x="3797" y="4"/>
                    <a:pt x="3733" y="4"/>
                    <a:pt x="3745" y="4"/>
                  </a:cubicBezTo>
                  <a:cubicBezTo>
                    <a:pt x="3831" y="3"/>
                    <a:pt x="3862" y="6"/>
                    <a:pt x="3939" y="8"/>
                  </a:cubicBezTo>
                  <a:cubicBezTo>
                    <a:pt x="3944" y="7"/>
                    <a:pt x="3943" y="6"/>
                    <a:pt x="3970" y="4"/>
                  </a:cubicBezTo>
                  <a:cubicBezTo>
                    <a:pt x="3961" y="6"/>
                    <a:pt x="3981" y="7"/>
                    <a:pt x="3951" y="8"/>
                  </a:cubicBezTo>
                  <a:cubicBezTo>
                    <a:pt x="3976" y="8"/>
                    <a:pt x="4007" y="7"/>
                    <a:pt x="4029" y="7"/>
                  </a:cubicBezTo>
                  <a:cubicBezTo>
                    <a:pt x="3976" y="6"/>
                    <a:pt x="4051" y="4"/>
                    <a:pt x="4061" y="4"/>
                  </a:cubicBezTo>
                  <a:cubicBezTo>
                    <a:pt x="4089" y="4"/>
                    <a:pt x="4053" y="5"/>
                    <a:pt x="4036" y="5"/>
                  </a:cubicBezTo>
                  <a:cubicBezTo>
                    <a:pt x="4058" y="6"/>
                    <a:pt x="4084" y="8"/>
                    <a:pt x="4097" y="6"/>
                  </a:cubicBezTo>
                  <a:cubicBezTo>
                    <a:pt x="4098" y="7"/>
                    <a:pt x="4035" y="10"/>
                    <a:pt x="3994" y="11"/>
                  </a:cubicBezTo>
                  <a:lnTo>
                    <a:pt x="4021" y="11"/>
                  </a:lnTo>
                  <a:cubicBezTo>
                    <a:pt x="4002" y="12"/>
                    <a:pt x="3999" y="12"/>
                    <a:pt x="3971" y="11"/>
                  </a:cubicBezTo>
                  <a:cubicBezTo>
                    <a:pt x="3998" y="13"/>
                    <a:pt x="3995" y="14"/>
                    <a:pt x="3989" y="15"/>
                  </a:cubicBezTo>
                  <a:cubicBezTo>
                    <a:pt x="3986" y="15"/>
                    <a:pt x="3991" y="15"/>
                    <a:pt x="3988" y="15"/>
                  </a:cubicBezTo>
                  <a:cubicBezTo>
                    <a:pt x="3966" y="14"/>
                    <a:pt x="3949" y="15"/>
                    <a:pt x="3954" y="16"/>
                  </a:cubicBezTo>
                  <a:cubicBezTo>
                    <a:pt x="3934" y="18"/>
                    <a:pt x="3985" y="17"/>
                    <a:pt x="4000" y="18"/>
                  </a:cubicBezTo>
                  <a:lnTo>
                    <a:pt x="4033" y="18"/>
                  </a:lnTo>
                  <a:lnTo>
                    <a:pt x="4149" y="10"/>
                  </a:lnTo>
                  <a:cubicBezTo>
                    <a:pt x="4198" y="9"/>
                    <a:pt x="4220" y="11"/>
                    <a:pt x="4257" y="12"/>
                  </a:cubicBezTo>
                  <a:lnTo>
                    <a:pt x="4267" y="10"/>
                  </a:lnTo>
                  <a:cubicBezTo>
                    <a:pt x="4310" y="10"/>
                    <a:pt x="4351" y="11"/>
                    <a:pt x="4323" y="13"/>
                  </a:cubicBezTo>
                  <a:cubicBezTo>
                    <a:pt x="4322" y="13"/>
                    <a:pt x="4316" y="13"/>
                    <a:pt x="4307" y="13"/>
                  </a:cubicBezTo>
                  <a:cubicBezTo>
                    <a:pt x="4305" y="13"/>
                    <a:pt x="4303" y="13"/>
                    <a:pt x="4301" y="13"/>
                  </a:cubicBezTo>
                  <a:lnTo>
                    <a:pt x="4298" y="14"/>
                  </a:lnTo>
                  <a:lnTo>
                    <a:pt x="4376" y="12"/>
                  </a:lnTo>
                  <a:cubicBezTo>
                    <a:pt x="4298" y="15"/>
                    <a:pt x="4372" y="16"/>
                    <a:pt x="4359" y="19"/>
                  </a:cubicBezTo>
                  <a:lnTo>
                    <a:pt x="4438" y="18"/>
                  </a:lnTo>
                  <a:cubicBezTo>
                    <a:pt x="4390" y="17"/>
                    <a:pt x="4437" y="16"/>
                    <a:pt x="4454" y="16"/>
                  </a:cubicBezTo>
                  <a:cubicBezTo>
                    <a:pt x="4458" y="18"/>
                    <a:pt x="4517" y="16"/>
                    <a:pt x="4545" y="16"/>
                  </a:cubicBezTo>
                  <a:lnTo>
                    <a:pt x="4543" y="16"/>
                  </a:lnTo>
                  <a:cubicBezTo>
                    <a:pt x="4568" y="17"/>
                    <a:pt x="4613" y="17"/>
                    <a:pt x="4645" y="16"/>
                  </a:cubicBezTo>
                  <a:cubicBezTo>
                    <a:pt x="4643" y="16"/>
                    <a:pt x="4684" y="12"/>
                    <a:pt x="4704" y="10"/>
                  </a:cubicBezTo>
                  <a:cubicBezTo>
                    <a:pt x="4649" y="10"/>
                    <a:pt x="4682" y="9"/>
                    <a:pt x="4677" y="8"/>
                  </a:cubicBezTo>
                  <a:cubicBezTo>
                    <a:pt x="4683" y="8"/>
                    <a:pt x="4693" y="8"/>
                    <a:pt x="4694" y="8"/>
                  </a:cubicBezTo>
                  <a:cubicBezTo>
                    <a:pt x="4702" y="7"/>
                    <a:pt x="4684" y="7"/>
                    <a:pt x="4682" y="6"/>
                  </a:cubicBezTo>
                  <a:cubicBezTo>
                    <a:pt x="4624" y="7"/>
                    <a:pt x="4564" y="8"/>
                    <a:pt x="4541" y="10"/>
                  </a:cubicBezTo>
                  <a:cubicBezTo>
                    <a:pt x="4558" y="12"/>
                    <a:pt x="4571" y="9"/>
                    <a:pt x="4591" y="10"/>
                  </a:cubicBezTo>
                  <a:cubicBezTo>
                    <a:pt x="4562" y="12"/>
                    <a:pt x="4525" y="11"/>
                    <a:pt x="4477" y="11"/>
                  </a:cubicBezTo>
                  <a:lnTo>
                    <a:pt x="4461" y="10"/>
                  </a:lnTo>
                  <a:lnTo>
                    <a:pt x="4412" y="11"/>
                  </a:lnTo>
                  <a:cubicBezTo>
                    <a:pt x="4432" y="10"/>
                    <a:pt x="4420" y="8"/>
                    <a:pt x="4471" y="8"/>
                  </a:cubicBezTo>
                  <a:cubicBezTo>
                    <a:pt x="4465" y="6"/>
                    <a:pt x="4421" y="8"/>
                    <a:pt x="4389" y="8"/>
                  </a:cubicBezTo>
                  <a:lnTo>
                    <a:pt x="4373" y="10"/>
                  </a:lnTo>
                  <a:cubicBezTo>
                    <a:pt x="4380" y="9"/>
                    <a:pt x="4313" y="9"/>
                    <a:pt x="4360" y="7"/>
                  </a:cubicBezTo>
                  <a:lnTo>
                    <a:pt x="4438" y="5"/>
                  </a:lnTo>
                  <a:lnTo>
                    <a:pt x="4416" y="4"/>
                  </a:lnTo>
                  <a:lnTo>
                    <a:pt x="4481" y="4"/>
                  </a:lnTo>
                  <a:lnTo>
                    <a:pt x="4466" y="4"/>
                  </a:lnTo>
                  <a:cubicBezTo>
                    <a:pt x="4571" y="4"/>
                    <a:pt x="4497" y="8"/>
                    <a:pt x="4603" y="6"/>
                  </a:cubicBezTo>
                  <a:cubicBezTo>
                    <a:pt x="4636" y="4"/>
                    <a:pt x="4671" y="4"/>
                    <a:pt x="4736" y="4"/>
                  </a:cubicBezTo>
                  <a:cubicBezTo>
                    <a:pt x="4689" y="4"/>
                    <a:pt x="4731" y="5"/>
                    <a:pt x="4714" y="7"/>
                  </a:cubicBezTo>
                  <a:cubicBezTo>
                    <a:pt x="4761" y="8"/>
                    <a:pt x="4777" y="6"/>
                    <a:pt x="4802" y="4"/>
                  </a:cubicBezTo>
                  <a:cubicBezTo>
                    <a:pt x="4814" y="6"/>
                    <a:pt x="4823" y="7"/>
                    <a:pt x="4780" y="7"/>
                  </a:cubicBezTo>
                  <a:cubicBezTo>
                    <a:pt x="4775" y="10"/>
                    <a:pt x="4837" y="6"/>
                    <a:pt x="4840" y="9"/>
                  </a:cubicBezTo>
                  <a:cubicBezTo>
                    <a:pt x="4982" y="9"/>
                    <a:pt x="4954" y="0"/>
                    <a:pt x="5119" y="4"/>
                  </a:cubicBezTo>
                  <a:lnTo>
                    <a:pt x="5113" y="4"/>
                  </a:lnTo>
                  <a:cubicBezTo>
                    <a:pt x="5218" y="4"/>
                    <a:pt x="5279" y="4"/>
                    <a:pt x="5376" y="4"/>
                  </a:cubicBezTo>
                  <a:lnTo>
                    <a:pt x="5452" y="6"/>
                  </a:lnTo>
                  <a:cubicBezTo>
                    <a:pt x="5435" y="6"/>
                    <a:pt x="5389" y="9"/>
                    <a:pt x="5411" y="10"/>
                  </a:cubicBezTo>
                  <a:cubicBezTo>
                    <a:pt x="5373" y="7"/>
                    <a:pt x="5334" y="8"/>
                    <a:pt x="5294" y="7"/>
                  </a:cubicBezTo>
                  <a:cubicBezTo>
                    <a:pt x="5290" y="7"/>
                    <a:pt x="5306" y="8"/>
                    <a:pt x="5313" y="9"/>
                  </a:cubicBezTo>
                  <a:cubicBezTo>
                    <a:pt x="5289" y="9"/>
                    <a:pt x="5277" y="7"/>
                    <a:pt x="5245" y="8"/>
                  </a:cubicBezTo>
                  <a:cubicBezTo>
                    <a:pt x="5246" y="8"/>
                    <a:pt x="5281" y="9"/>
                    <a:pt x="5255" y="9"/>
                  </a:cubicBezTo>
                  <a:lnTo>
                    <a:pt x="5211" y="8"/>
                  </a:lnTo>
                  <a:cubicBezTo>
                    <a:pt x="5153" y="9"/>
                    <a:pt x="5183" y="12"/>
                    <a:pt x="5114" y="11"/>
                  </a:cubicBezTo>
                  <a:cubicBezTo>
                    <a:pt x="5127" y="10"/>
                    <a:pt x="5153" y="7"/>
                    <a:pt x="5180" y="7"/>
                  </a:cubicBezTo>
                  <a:cubicBezTo>
                    <a:pt x="5148" y="6"/>
                    <a:pt x="5221" y="6"/>
                    <a:pt x="5193" y="5"/>
                  </a:cubicBezTo>
                  <a:cubicBezTo>
                    <a:pt x="5148" y="7"/>
                    <a:pt x="5126" y="5"/>
                    <a:pt x="5066" y="7"/>
                  </a:cubicBezTo>
                  <a:cubicBezTo>
                    <a:pt x="5073" y="7"/>
                    <a:pt x="5075" y="6"/>
                    <a:pt x="5090" y="6"/>
                  </a:cubicBezTo>
                  <a:lnTo>
                    <a:pt x="5003" y="5"/>
                  </a:lnTo>
                  <a:cubicBezTo>
                    <a:pt x="5024" y="6"/>
                    <a:pt x="4931" y="7"/>
                    <a:pt x="4939" y="9"/>
                  </a:cubicBezTo>
                  <a:cubicBezTo>
                    <a:pt x="5032" y="10"/>
                    <a:pt x="5005" y="8"/>
                    <a:pt x="5110" y="9"/>
                  </a:cubicBezTo>
                  <a:cubicBezTo>
                    <a:pt x="5080" y="10"/>
                    <a:pt x="5042" y="12"/>
                    <a:pt x="5024" y="14"/>
                  </a:cubicBezTo>
                  <a:cubicBezTo>
                    <a:pt x="5023" y="14"/>
                    <a:pt x="5021" y="14"/>
                    <a:pt x="5018" y="14"/>
                  </a:cubicBezTo>
                  <a:cubicBezTo>
                    <a:pt x="5002" y="16"/>
                    <a:pt x="5018" y="17"/>
                    <a:pt x="5018" y="21"/>
                  </a:cubicBezTo>
                  <a:cubicBezTo>
                    <a:pt x="5066" y="18"/>
                    <a:pt x="5098" y="20"/>
                    <a:pt x="5155" y="19"/>
                  </a:cubicBezTo>
                  <a:cubicBezTo>
                    <a:pt x="5166" y="16"/>
                    <a:pt x="5122" y="16"/>
                    <a:pt x="5094" y="16"/>
                  </a:cubicBezTo>
                  <a:lnTo>
                    <a:pt x="5144" y="15"/>
                  </a:lnTo>
                  <a:lnTo>
                    <a:pt x="5134" y="16"/>
                  </a:lnTo>
                  <a:lnTo>
                    <a:pt x="5261" y="17"/>
                  </a:lnTo>
                  <a:cubicBezTo>
                    <a:pt x="5237" y="17"/>
                    <a:pt x="5229" y="18"/>
                    <a:pt x="5216" y="19"/>
                  </a:cubicBezTo>
                  <a:cubicBezTo>
                    <a:pt x="5233" y="19"/>
                    <a:pt x="5249" y="19"/>
                    <a:pt x="5266" y="20"/>
                  </a:cubicBezTo>
                  <a:cubicBezTo>
                    <a:pt x="5262" y="18"/>
                    <a:pt x="5265" y="17"/>
                    <a:pt x="5281" y="17"/>
                  </a:cubicBezTo>
                  <a:cubicBezTo>
                    <a:pt x="5362" y="17"/>
                    <a:pt x="5408" y="19"/>
                    <a:pt x="5438" y="21"/>
                  </a:cubicBezTo>
                  <a:lnTo>
                    <a:pt x="5447" y="21"/>
                  </a:lnTo>
                  <a:cubicBezTo>
                    <a:pt x="5434" y="19"/>
                    <a:pt x="5505" y="17"/>
                    <a:pt x="5531" y="15"/>
                  </a:cubicBezTo>
                  <a:cubicBezTo>
                    <a:pt x="5530" y="17"/>
                    <a:pt x="5573" y="16"/>
                    <a:pt x="5596" y="17"/>
                  </a:cubicBezTo>
                  <a:cubicBezTo>
                    <a:pt x="5609" y="15"/>
                    <a:pt x="5592" y="12"/>
                    <a:pt x="5564" y="10"/>
                  </a:cubicBezTo>
                  <a:cubicBezTo>
                    <a:pt x="5508" y="12"/>
                    <a:pt x="5533" y="12"/>
                    <a:pt x="5507" y="15"/>
                  </a:cubicBezTo>
                  <a:lnTo>
                    <a:pt x="5418" y="17"/>
                  </a:lnTo>
                  <a:lnTo>
                    <a:pt x="5438" y="15"/>
                  </a:lnTo>
                  <a:cubicBezTo>
                    <a:pt x="5394" y="15"/>
                    <a:pt x="5351" y="17"/>
                    <a:pt x="5354" y="15"/>
                  </a:cubicBezTo>
                  <a:cubicBezTo>
                    <a:pt x="5378" y="13"/>
                    <a:pt x="5416" y="14"/>
                    <a:pt x="5439" y="12"/>
                  </a:cubicBezTo>
                  <a:lnTo>
                    <a:pt x="5410" y="11"/>
                  </a:lnTo>
                  <a:cubicBezTo>
                    <a:pt x="5462" y="9"/>
                    <a:pt x="5437" y="14"/>
                    <a:pt x="5499" y="12"/>
                  </a:cubicBezTo>
                  <a:cubicBezTo>
                    <a:pt x="5476" y="10"/>
                    <a:pt x="5505" y="12"/>
                    <a:pt x="5532" y="10"/>
                  </a:cubicBezTo>
                  <a:cubicBezTo>
                    <a:pt x="5510" y="9"/>
                    <a:pt x="5422" y="11"/>
                    <a:pt x="5440" y="7"/>
                  </a:cubicBezTo>
                  <a:cubicBezTo>
                    <a:pt x="5473" y="6"/>
                    <a:pt x="5550" y="12"/>
                    <a:pt x="5593" y="8"/>
                  </a:cubicBezTo>
                  <a:lnTo>
                    <a:pt x="5590" y="8"/>
                  </a:lnTo>
                  <a:cubicBezTo>
                    <a:pt x="5654" y="9"/>
                    <a:pt x="5676" y="7"/>
                    <a:pt x="5700" y="5"/>
                  </a:cubicBezTo>
                  <a:cubicBezTo>
                    <a:pt x="5727" y="7"/>
                    <a:pt x="5764" y="5"/>
                    <a:pt x="5793" y="5"/>
                  </a:cubicBezTo>
                  <a:lnTo>
                    <a:pt x="5793" y="6"/>
                  </a:lnTo>
                  <a:lnTo>
                    <a:pt x="5834" y="5"/>
                  </a:lnTo>
                  <a:cubicBezTo>
                    <a:pt x="5814" y="7"/>
                    <a:pt x="5786" y="5"/>
                    <a:pt x="5750" y="6"/>
                  </a:cubicBezTo>
                  <a:lnTo>
                    <a:pt x="5755" y="8"/>
                  </a:lnTo>
                  <a:cubicBezTo>
                    <a:pt x="5714" y="5"/>
                    <a:pt x="5686" y="9"/>
                    <a:pt x="5655" y="10"/>
                  </a:cubicBezTo>
                  <a:cubicBezTo>
                    <a:pt x="5701" y="9"/>
                    <a:pt x="5785" y="11"/>
                    <a:pt x="5796" y="7"/>
                  </a:cubicBezTo>
                  <a:lnTo>
                    <a:pt x="5824" y="9"/>
                  </a:lnTo>
                  <a:lnTo>
                    <a:pt x="5838" y="8"/>
                  </a:lnTo>
                  <a:cubicBezTo>
                    <a:pt x="5859" y="10"/>
                    <a:pt x="5838" y="12"/>
                    <a:pt x="5796" y="13"/>
                  </a:cubicBezTo>
                  <a:cubicBezTo>
                    <a:pt x="5789" y="12"/>
                    <a:pt x="5786" y="12"/>
                    <a:pt x="5788" y="11"/>
                  </a:cubicBezTo>
                  <a:cubicBezTo>
                    <a:pt x="5769" y="12"/>
                    <a:pt x="5751" y="14"/>
                    <a:pt x="5705" y="13"/>
                  </a:cubicBezTo>
                  <a:lnTo>
                    <a:pt x="5730" y="12"/>
                  </a:lnTo>
                  <a:cubicBezTo>
                    <a:pt x="5672" y="12"/>
                    <a:pt x="5619" y="13"/>
                    <a:pt x="5600" y="15"/>
                  </a:cubicBezTo>
                  <a:cubicBezTo>
                    <a:pt x="5683" y="16"/>
                    <a:pt x="5765" y="16"/>
                    <a:pt x="5843" y="16"/>
                  </a:cubicBezTo>
                  <a:cubicBezTo>
                    <a:pt x="5866" y="11"/>
                    <a:pt x="5893" y="9"/>
                    <a:pt x="5905" y="5"/>
                  </a:cubicBezTo>
                  <a:cubicBezTo>
                    <a:pt x="5957" y="4"/>
                    <a:pt x="6029" y="4"/>
                    <a:pt x="6074" y="5"/>
                  </a:cubicBezTo>
                  <a:lnTo>
                    <a:pt x="6070" y="6"/>
                  </a:lnTo>
                  <a:cubicBezTo>
                    <a:pt x="6092" y="6"/>
                    <a:pt x="6113" y="6"/>
                    <a:pt x="6130" y="6"/>
                  </a:cubicBezTo>
                  <a:cubicBezTo>
                    <a:pt x="6153" y="7"/>
                    <a:pt x="6114" y="8"/>
                    <a:pt x="6130" y="8"/>
                  </a:cubicBezTo>
                  <a:lnTo>
                    <a:pt x="6205" y="7"/>
                  </a:lnTo>
                  <a:cubicBezTo>
                    <a:pt x="6201" y="9"/>
                    <a:pt x="6137" y="9"/>
                    <a:pt x="6107" y="9"/>
                  </a:cubicBezTo>
                  <a:cubicBezTo>
                    <a:pt x="6113" y="9"/>
                    <a:pt x="6124" y="8"/>
                    <a:pt x="6121" y="8"/>
                  </a:cubicBezTo>
                  <a:cubicBezTo>
                    <a:pt x="6086" y="7"/>
                    <a:pt x="6021" y="11"/>
                    <a:pt x="6006" y="8"/>
                  </a:cubicBezTo>
                  <a:cubicBezTo>
                    <a:pt x="5989" y="8"/>
                    <a:pt x="6040" y="6"/>
                    <a:pt x="5983" y="6"/>
                  </a:cubicBezTo>
                  <a:cubicBezTo>
                    <a:pt x="5944" y="5"/>
                    <a:pt x="5931" y="7"/>
                    <a:pt x="5927" y="8"/>
                  </a:cubicBezTo>
                  <a:cubicBezTo>
                    <a:pt x="5927" y="9"/>
                    <a:pt x="5988" y="9"/>
                    <a:pt x="5967" y="11"/>
                  </a:cubicBezTo>
                  <a:cubicBezTo>
                    <a:pt x="5997" y="11"/>
                    <a:pt x="6009" y="9"/>
                    <a:pt x="6047" y="10"/>
                  </a:cubicBezTo>
                  <a:cubicBezTo>
                    <a:pt x="6017" y="10"/>
                    <a:pt x="5977" y="12"/>
                    <a:pt x="5961" y="11"/>
                  </a:cubicBezTo>
                  <a:cubicBezTo>
                    <a:pt x="5902" y="13"/>
                    <a:pt x="5911" y="18"/>
                    <a:pt x="5938" y="18"/>
                  </a:cubicBezTo>
                  <a:cubicBezTo>
                    <a:pt x="5932" y="16"/>
                    <a:pt x="6046" y="16"/>
                    <a:pt x="5969" y="14"/>
                  </a:cubicBezTo>
                  <a:cubicBezTo>
                    <a:pt x="6003" y="12"/>
                    <a:pt x="6067" y="12"/>
                    <a:pt x="6112" y="11"/>
                  </a:cubicBezTo>
                  <a:lnTo>
                    <a:pt x="6110" y="11"/>
                  </a:lnTo>
                  <a:lnTo>
                    <a:pt x="6166" y="11"/>
                  </a:lnTo>
                  <a:cubicBezTo>
                    <a:pt x="6158" y="11"/>
                    <a:pt x="6141" y="12"/>
                    <a:pt x="6141" y="13"/>
                  </a:cubicBezTo>
                  <a:lnTo>
                    <a:pt x="6218" y="10"/>
                  </a:lnTo>
                  <a:cubicBezTo>
                    <a:pt x="6175" y="12"/>
                    <a:pt x="6246" y="11"/>
                    <a:pt x="6266" y="12"/>
                  </a:cubicBezTo>
                  <a:cubicBezTo>
                    <a:pt x="6274" y="11"/>
                    <a:pt x="6304" y="10"/>
                    <a:pt x="6275" y="9"/>
                  </a:cubicBezTo>
                  <a:cubicBezTo>
                    <a:pt x="6242" y="7"/>
                    <a:pt x="6256" y="9"/>
                    <a:pt x="6226" y="10"/>
                  </a:cubicBezTo>
                  <a:lnTo>
                    <a:pt x="6269" y="7"/>
                  </a:lnTo>
                  <a:lnTo>
                    <a:pt x="6272" y="7"/>
                  </a:lnTo>
                  <a:lnTo>
                    <a:pt x="6298" y="5"/>
                  </a:lnTo>
                  <a:cubicBezTo>
                    <a:pt x="6355" y="5"/>
                    <a:pt x="6272" y="10"/>
                    <a:pt x="6346" y="8"/>
                  </a:cubicBezTo>
                  <a:lnTo>
                    <a:pt x="6337" y="5"/>
                  </a:lnTo>
                  <a:cubicBezTo>
                    <a:pt x="6422" y="6"/>
                    <a:pt x="6532" y="9"/>
                    <a:pt x="6592" y="8"/>
                  </a:cubicBezTo>
                  <a:cubicBezTo>
                    <a:pt x="6575" y="9"/>
                    <a:pt x="6568" y="12"/>
                    <a:pt x="6591" y="14"/>
                  </a:cubicBezTo>
                  <a:cubicBezTo>
                    <a:pt x="6565" y="13"/>
                    <a:pt x="6513" y="13"/>
                    <a:pt x="6475" y="13"/>
                  </a:cubicBezTo>
                  <a:cubicBezTo>
                    <a:pt x="6468" y="13"/>
                    <a:pt x="6522" y="10"/>
                    <a:pt x="6563" y="11"/>
                  </a:cubicBezTo>
                  <a:cubicBezTo>
                    <a:pt x="6543" y="6"/>
                    <a:pt x="6461" y="13"/>
                    <a:pt x="6456" y="9"/>
                  </a:cubicBezTo>
                  <a:cubicBezTo>
                    <a:pt x="6352" y="7"/>
                    <a:pt x="6379" y="13"/>
                    <a:pt x="6291" y="10"/>
                  </a:cubicBezTo>
                  <a:cubicBezTo>
                    <a:pt x="6290" y="12"/>
                    <a:pt x="6266" y="11"/>
                    <a:pt x="6261" y="13"/>
                  </a:cubicBezTo>
                  <a:cubicBezTo>
                    <a:pt x="6287" y="17"/>
                    <a:pt x="6379" y="13"/>
                    <a:pt x="6436" y="14"/>
                  </a:cubicBezTo>
                  <a:cubicBezTo>
                    <a:pt x="6430" y="15"/>
                    <a:pt x="6419" y="15"/>
                    <a:pt x="6417" y="15"/>
                  </a:cubicBezTo>
                  <a:cubicBezTo>
                    <a:pt x="6457" y="16"/>
                    <a:pt x="6474" y="15"/>
                    <a:pt x="6503" y="15"/>
                  </a:cubicBezTo>
                  <a:lnTo>
                    <a:pt x="6499" y="14"/>
                  </a:lnTo>
                  <a:cubicBezTo>
                    <a:pt x="6549" y="12"/>
                    <a:pt x="6530" y="16"/>
                    <a:pt x="6559" y="17"/>
                  </a:cubicBezTo>
                  <a:cubicBezTo>
                    <a:pt x="6570" y="17"/>
                    <a:pt x="6611" y="17"/>
                    <a:pt x="6604" y="16"/>
                  </a:cubicBezTo>
                  <a:lnTo>
                    <a:pt x="6657" y="18"/>
                  </a:lnTo>
                  <a:lnTo>
                    <a:pt x="6655" y="16"/>
                  </a:lnTo>
                  <a:cubicBezTo>
                    <a:pt x="6685" y="15"/>
                    <a:pt x="6691" y="17"/>
                    <a:pt x="6718" y="16"/>
                  </a:cubicBezTo>
                  <a:lnTo>
                    <a:pt x="6719" y="14"/>
                  </a:lnTo>
                  <a:lnTo>
                    <a:pt x="6645" y="13"/>
                  </a:lnTo>
                  <a:cubicBezTo>
                    <a:pt x="6683" y="12"/>
                    <a:pt x="6656" y="11"/>
                    <a:pt x="6697" y="10"/>
                  </a:cubicBezTo>
                  <a:cubicBezTo>
                    <a:pt x="6651" y="13"/>
                    <a:pt x="6730" y="12"/>
                    <a:pt x="6734" y="13"/>
                  </a:cubicBezTo>
                  <a:lnTo>
                    <a:pt x="6765" y="12"/>
                  </a:lnTo>
                  <a:lnTo>
                    <a:pt x="6757" y="13"/>
                  </a:lnTo>
                  <a:cubicBezTo>
                    <a:pt x="6781" y="14"/>
                    <a:pt x="6785" y="12"/>
                    <a:pt x="6813" y="12"/>
                  </a:cubicBezTo>
                  <a:cubicBezTo>
                    <a:pt x="6780" y="11"/>
                    <a:pt x="6759" y="10"/>
                    <a:pt x="6717" y="11"/>
                  </a:cubicBezTo>
                  <a:cubicBezTo>
                    <a:pt x="6747" y="10"/>
                    <a:pt x="6808" y="9"/>
                    <a:pt x="6822" y="9"/>
                  </a:cubicBezTo>
                  <a:cubicBezTo>
                    <a:pt x="6854" y="8"/>
                    <a:pt x="6877" y="10"/>
                    <a:pt x="6907" y="10"/>
                  </a:cubicBezTo>
                  <a:cubicBezTo>
                    <a:pt x="6849" y="11"/>
                    <a:pt x="6927" y="16"/>
                    <a:pt x="6812" y="15"/>
                  </a:cubicBezTo>
                  <a:cubicBezTo>
                    <a:pt x="6814" y="14"/>
                    <a:pt x="6823" y="14"/>
                    <a:pt x="6827" y="15"/>
                  </a:cubicBezTo>
                  <a:cubicBezTo>
                    <a:pt x="6811" y="12"/>
                    <a:pt x="6758" y="15"/>
                    <a:pt x="6733" y="16"/>
                  </a:cubicBezTo>
                  <a:cubicBezTo>
                    <a:pt x="6739" y="17"/>
                    <a:pt x="6713" y="18"/>
                    <a:pt x="6757" y="18"/>
                  </a:cubicBezTo>
                  <a:cubicBezTo>
                    <a:pt x="6743" y="17"/>
                    <a:pt x="6795" y="15"/>
                    <a:pt x="6837" y="16"/>
                  </a:cubicBezTo>
                  <a:lnTo>
                    <a:pt x="6829" y="20"/>
                  </a:lnTo>
                  <a:lnTo>
                    <a:pt x="6891" y="20"/>
                  </a:lnTo>
                  <a:lnTo>
                    <a:pt x="6885" y="20"/>
                  </a:lnTo>
                  <a:cubicBezTo>
                    <a:pt x="6908" y="23"/>
                    <a:pt x="6950" y="20"/>
                    <a:pt x="6992" y="21"/>
                  </a:cubicBezTo>
                  <a:cubicBezTo>
                    <a:pt x="7023" y="20"/>
                    <a:pt x="7140" y="22"/>
                    <a:pt x="7089" y="18"/>
                  </a:cubicBezTo>
                  <a:cubicBezTo>
                    <a:pt x="7127" y="20"/>
                    <a:pt x="7160" y="18"/>
                    <a:pt x="7202" y="17"/>
                  </a:cubicBezTo>
                  <a:lnTo>
                    <a:pt x="7150" y="16"/>
                  </a:lnTo>
                  <a:cubicBezTo>
                    <a:pt x="7211" y="14"/>
                    <a:pt x="7194" y="15"/>
                    <a:pt x="7242" y="11"/>
                  </a:cubicBezTo>
                  <a:cubicBezTo>
                    <a:pt x="7247" y="12"/>
                    <a:pt x="7258" y="13"/>
                    <a:pt x="7248" y="14"/>
                  </a:cubicBezTo>
                  <a:cubicBezTo>
                    <a:pt x="7330" y="14"/>
                    <a:pt x="7447" y="16"/>
                    <a:pt x="7495" y="13"/>
                  </a:cubicBezTo>
                  <a:cubicBezTo>
                    <a:pt x="7552" y="14"/>
                    <a:pt x="7561" y="18"/>
                    <a:pt x="7642" y="16"/>
                  </a:cubicBezTo>
                  <a:cubicBezTo>
                    <a:pt x="7659" y="16"/>
                    <a:pt x="7629" y="13"/>
                    <a:pt x="7682" y="14"/>
                  </a:cubicBezTo>
                  <a:cubicBezTo>
                    <a:pt x="7686" y="15"/>
                    <a:pt x="7631" y="17"/>
                    <a:pt x="7690" y="17"/>
                  </a:cubicBezTo>
                  <a:cubicBezTo>
                    <a:pt x="7733" y="14"/>
                    <a:pt x="7790" y="19"/>
                    <a:pt x="7845" y="17"/>
                  </a:cubicBezTo>
                  <a:cubicBezTo>
                    <a:pt x="7875" y="18"/>
                    <a:pt x="7925" y="18"/>
                    <a:pt x="7915" y="20"/>
                  </a:cubicBezTo>
                  <a:cubicBezTo>
                    <a:pt x="7868" y="19"/>
                    <a:pt x="7803" y="19"/>
                    <a:pt x="7793" y="20"/>
                  </a:cubicBezTo>
                  <a:cubicBezTo>
                    <a:pt x="7799" y="19"/>
                    <a:pt x="7760" y="19"/>
                    <a:pt x="7794" y="18"/>
                  </a:cubicBezTo>
                  <a:cubicBezTo>
                    <a:pt x="7724" y="16"/>
                    <a:pt x="7749" y="19"/>
                    <a:pt x="7686" y="17"/>
                  </a:cubicBezTo>
                  <a:cubicBezTo>
                    <a:pt x="7682" y="18"/>
                    <a:pt x="7719" y="20"/>
                    <a:pt x="7732" y="19"/>
                  </a:cubicBezTo>
                  <a:cubicBezTo>
                    <a:pt x="7732" y="22"/>
                    <a:pt x="7608" y="20"/>
                    <a:pt x="7664" y="24"/>
                  </a:cubicBezTo>
                  <a:cubicBezTo>
                    <a:pt x="7731" y="24"/>
                    <a:pt x="7751" y="18"/>
                    <a:pt x="7809" y="22"/>
                  </a:cubicBezTo>
                  <a:cubicBezTo>
                    <a:pt x="7786" y="23"/>
                    <a:pt x="7749" y="22"/>
                    <a:pt x="7720" y="24"/>
                  </a:cubicBezTo>
                  <a:lnTo>
                    <a:pt x="7767" y="26"/>
                  </a:lnTo>
                  <a:lnTo>
                    <a:pt x="7802" y="24"/>
                  </a:lnTo>
                  <a:lnTo>
                    <a:pt x="7800" y="24"/>
                  </a:lnTo>
                  <a:cubicBezTo>
                    <a:pt x="7884" y="27"/>
                    <a:pt x="7878" y="22"/>
                    <a:pt x="7953" y="21"/>
                  </a:cubicBezTo>
                  <a:cubicBezTo>
                    <a:pt x="7910" y="19"/>
                    <a:pt x="7963" y="16"/>
                    <a:pt x="7930" y="15"/>
                  </a:cubicBezTo>
                  <a:cubicBezTo>
                    <a:pt x="7981" y="15"/>
                    <a:pt x="8018" y="15"/>
                    <a:pt x="8018" y="18"/>
                  </a:cubicBezTo>
                  <a:cubicBezTo>
                    <a:pt x="7924" y="20"/>
                    <a:pt x="8013" y="21"/>
                    <a:pt x="7926" y="23"/>
                  </a:cubicBezTo>
                  <a:cubicBezTo>
                    <a:pt x="7940" y="24"/>
                    <a:pt x="7905" y="27"/>
                    <a:pt x="7957" y="28"/>
                  </a:cubicBezTo>
                  <a:cubicBezTo>
                    <a:pt x="8015" y="26"/>
                    <a:pt x="7939" y="25"/>
                    <a:pt x="7998" y="25"/>
                  </a:cubicBezTo>
                  <a:cubicBezTo>
                    <a:pt x="8001" y="25"/>
                    <a:pt x="8005" y="25"/>
                    <a:pt x="8003" y="26"/>
                  </a:cubicBezTo>
                  <a:cubicBezTo>
                    <a:pt x="8029" y="24"/>
                    <a:pt x="8034" y="26"/>
                    <a:pt x="8066" y="25"/>
                  </a:cubicBezTo>
                  <a:lnTo>
                    <a:pt x="8059" y="25"/>
                  </a:lnTo>
                  <a:cubicBezTo>
                    <a:pt x="8099" y="27"/>
                    <a:pt x="8103" y="24"/>
                    <a:pt x="8137" y="26"/>
                  </a:cubicBezTo>
                  <a:cubicBezTo>
                    <a:pt x="8123" y="24"/>
                    <a:pt x="8160" y="24"/>
                    <a:pt x="8182" y="23"/>
                  </a:cubicBezTo>
                  <a:cubicBezTo>
                    <a:pt x="8147" y="22"/>
                    <a:pt x="8128" y="19"/>
                    <a:pt x="8059" y="19"/>
                  </a:cubicBezTo>
                  <a:cubicBezTo>
                    <a:pt x="8050" y="20"/>
                    <a:pt x="8055" y="21"/>
                    <a:pt x="8027" y="22"/>
                  </a:cubicBezTo>
                  <a:lnTo>
                    <a:pt x="8072" y="22"/>
                  </a:lnTo>
                  <a:lnTo>
                    <a:pt x="8046" y="23"/>
                  </a:lnTo>
                  <a:lnTo>
                    <a:pt x="8003" y="22"/>
                  </a:lnTo>
                  <a:cubicBezTo>
                    <a:pt x="8058" y="21"/>
                    <a:pt x="8033" y="19"/>
                    <a:pt x="8056" y="17"/>
                  </a:cubicBezTo>
                  <a:cubicBezTo>
                    <a:pt x="8106" y="18"/>
                    <a:pt x="8097" y="17"/>
                    <a:pt x="8128" y="18"/>
                  </a:cubicBezTo>
                  <a:cubicBezTo>
                    <a:pt x="8125" y="20"/>
                    <a:pt x="8225" y="23"/>
                    <a:pt x="8282" y="24"/>
                  </a:cubicBezTo>
                  <a:lnTo>
                    <a:pt x="8255" y="24"/>
                  </a:lnTo>
                  <a:cubicBezTo>
                    <a:pt x="8214" y="25"/>
                    <a:pt x="8284" y="26"/>
                    <a:pt x="8286" y="27"/>
                  </a:cubicBezTo>
                  <a:lnTo>
                    <a:pt x="8316" y="26"/>
                  </a:lnTo>
                  <a:cubicBezTo>
                    <a:pt x="8310" y="26"/>
                    <a:pt x="8302" y="27"/>
                    <a:pt x="8315" y="27"/>
                  </a:cubicBezTo>
                  <a:cubicBezTo>
                    <a:pt x="8357" y="27"/>
                    <a:pt x="8354" y="25"/>
                    <a:pt x="8395" y="24"/>
                  </a:cubicBezTo>
                  <a:cubicBezTo>
                    <a:pt x="8398" y="26"/>
                    <a:pt x="8364" y="27"/>
                    <a:pt x="8389" y="28"/>
                  </a:cubicBezTo>
                  <a:cubicBezTo>
                    <a:pt x="8398" y="30"/>
                    <a:pt x="8426" y="33"/>
                    <a:pt x="8481" y="32"/>
                  </a:cubicBezTo>
                  <a:cubicBezTo>
                    <a:pt x="8485" y="31"/>
                    <a:pt x="8499" y="31"/>
                    <a:pt x="8515" y="31"/>
                  </a:cubicBezTo>
                  <a:lnTo>
                    <a:pt x="8509" y="31"/>
                  </a:lnTo>
                  <a:lnTo>
                    <a:pt x="8545" y="33"/>
                  </a:lnTo>
                  <a:cubicBezTo>
                    <a:pt x="8514" y="35"/>
                    <a:pt x="8483" y="32"/>
                    <a:pt x="8452" y="34"/>
                  </a:cubicBezTo>
                  <a:lnTo>
                    <a:pt x="8449" y="36"/>
                  </a:lnTo>
                  <a:cubicBezTo>
                    <a:pt x="8425" y="36"/>
                    <a:pt x="8392" y="36"/>
                    <a:pt x="8377" y="37"/>
                  </a:cubicBezTo>
                  <a:cubicBezTo>
                    <a:pt x="8414" y="38"/>
                    <a:pt x="8422" y="37"/>
                    <a:pt x="8463" y="37"/>
                  </a:cubicBezTo>
                  <a:cubicBezTo>
                    <a:pt x="8469" y="39"/>
                    <a:pt x="8440" y="39"/>
                    <a:pt x="8435" y="39"/>
                  </a:cubicBezTo>
                  <a:lnTo>
                    <a:pt x="8441" y="38"/>
                  </a:lnTo>
                  <a:cubicBezTo>
                    <a:pt x="8392" y="36"/>
                    <a:pt x="8368" y="40"/>
                    <a:pt x="8307" y="39"/>
                  </a:cubicBezTo>
                  <a:cubicBezTo>
                    <a:pt x="8297" y="39"/>
                    <a:pt x="8303" y="39"/>
                    <a:pt x="8305" y="38"/>
                  </a:cubicBezTo>
                  <a:cubicBezTo>
                    <a:pt x="8256" y="40"/>
                    <a:pt x="8207" y="37"/>
                    <a:pt x="8159" y="39"/>
                  </a:cubicBezTo>
                  <a:lnTo>
                    <a:pt x="8175" y="38"/>
                  </a:lnTo>
                  <a:lnTo>
                    <a:pt x="8013" y="42"/>
                  </a:lnTo>
                  <a:lnTo>
                    <a:pt x="8013" y="43"/>
                  </a:lnTo>
                  <a:cubicBezTo>
                    <a:pt x="8020" y="44"/>
                    <a:pt x="7996" y="44"/>
                    <a:pt x="7983" y="43"/>
                  </a:cubicBezTo>
                  <a:lnTo>
                    <a:pt x="7983" y="43"/>
                  </a:lnTo>
                  <a:lnTo>
                    <a:pt x="7895" y="45"/>
                  </a:lnTo>
                  <a:cubicBezTo>
                    <a:pt x="7903" y="46"/>
                    <a:pt x="7913" y="46"/>
                    <a:pt x="7925" y="47"/>
                  </a:cubicBezTo>
                  <a:cubicBezTo>
                    <a:pt x="7935" y="46"/>
                    <a:pt x="7994" y="47"/>
                    <a:pt x="7986" y="45"/>
                  </a:cubicBezTo>
                  <a:cubicBezTo>
                    <a:pt x="8013" y="46"/>
                    <a:pt x="8057" y="44"/>
                    <a:pt x="8077" y="45"/>
                  </a:cubicBezTo>
                  <a:cubicBezTo>
                    <a:pt x="8041" y="44"/>
                    <a:pt x="8102" y="43"/>
                    <a:pt x="8109" y="42"/>
                  </a:cubicBezTo>
                  <a:cubicBezTo>
                    <a:pt x="8121" y="44"/>
                    <a:pt x="8163" y="42"/>
                    <a:pt x="8158" y="44"/>
                  </a:cubicBezTo>
                  <a:cubicBezTo>
                    <a:pt x="8165" y="45"/>
                    <a:pt x="8140" y="43"/>
                    <a:pt x="8125" y="44"/>
                  </a:cubicBezTo>
                  <a:cubicBezTo>
                    <a:pt x="8086" y="46"/>
                    <a:pt x="8194" y="46"/>
                    <a:pt x="8147" y="47"/>
                  </a:cubicBezTo>
                  <a:cubicBezTo>
                    <a:pt x="8207" y="46"/>
                    <a:pt x="8287" y="47"/>
                    <a:pt x="8349" y="46"/>
                  </a:cubicBezTo>
                  <a:lnTo>
                    <a:pt x="8314" y="45"/>
                  </a:lnTo>
                  <a:cubicBezTo>
                    <a:pt x="8342" y="46"/>
                    <a:pt x="8408" y="46"/>
                    <a:pt x="8413" y="47"/>
                  </a:cubicBezTo>
                  <a:lnTo>
                    <a:pt x="8342" y="47"/>
                  </a:lnTo>
                  <a:cubicBezTo>
                    <a:pt x="8340" y="49"/>
                    <a:pt x="8405" y="47"/>
                    <a:pt x="8408" y="48"/>
                  </a:cubicBezTo>
                  <a:lnTo>
                    <a:pt x="8484" y="45"/>
                  </a:lnTo>
                  <a:lnTo>
                    <a:pt x="8451" y="45"/>
                  </a:lnTo>
                  <a:cubicBezTo>
                    <a:pt x="8472" y="44"/>
                    <a:pt x="8542" y="46"/>
                    <a:pt x="8594" y="47"/>
                  </a:cubicBezTo>
                  <a:cubicBezTo>
                    <a:pt x="8564" y="49"/>
                    <a:pt x="8516" y="46"/>
                    <a:pt x="8461" y="47"/>
                  </a:cubicBezTo>
                  <a:cubicBezTo>
                    <a:pt x="8421" y="48"/>
                    <a:pt x="8485" y="50"/>
                    <a:pt x="8448" y="50"/>
                  </a:cubicBezTo>
                  <a:cubicBezTo>
                    <a:pt x="8458" y="51"/>
                    <a:pt x="8482" y="51"/>
                    <a:pt x="8494" y="50"/>
                  </a:cubicBezTo>
                  <a:lnTo>
                    <a:pt x="8509" y="51"/>
                  </a:lnTo>
                  <a:cubicBezTo>
                    <a:pt x="8475" y="53"/>
                    <a:pt x="8400" y="52"/>
                    <a:pt x="8350" y="54"/>
                  </a:cubicBezTo>
                  <a:cubicBezTo>
                    <a:pt x="8355" y="54"/>
                    <a:pt x="8359" y="54"/>
                    <a:pt x="8360" y="54"/>
                  </a:cubicBezTo>
                  <a:cubicBezTo>
                    <a:pt x="8321" y="52"/>
                    <a:pt x="8282" y="52"/>
                    <a:pt x="8245" y="52"/>
                  </a:cubicBezTo>
                  <a:cubicBezTo>
                    <a:pt x="8265" y="53"/>
                    <a:pt x="8273" y="53"/>
                    <a:pt x="8284" y="53"/>
                  </a:cubicBezTo>
                  <a:cubicBezTo>
                    <a:pt x="8285" y="53"/>
                    <a:pt x="8250" y="53"/>
                    <a:pt x="8236" y="54"/>
                  </a:cubicBezTo>
                  <a:cubicBezTo>
                    <a:pt x="8271" y="55"/>
                    <a:pt x="8243" y="56"/>
                    <a:pt x="8265" y="56"/>
                  </a:cubicBezTo>
                  <a:cubicBezTo>
                    <a:pt x="8242" y="57"/>
                    <a:pt x="8224" y="56"/>
                    <a:pt x="8196" y="56"/>
                  </a:cubicBezTo>
                  <a:cubicBezTo>
                    <a:pt x="8182" y="55"/>
                    <a:pt x="8208" y="55"/>
                    <a:pt x="8205" y="53"/>
                  </a:cubicBezTo>
                  <a:cubicBezTo>
                    <a:pt x="8177" y="54"/>
                    <a:pt x="8164" y="51"/>
                    <a:pt x="8122" y="52"/>
                  </a:cubicBezTo>
                  <a:cubicBezTo>
                    <a:pt x="8177" y="53"/>
                    <a:pt x="8107" y="55"/>
                    <a:pt x="8088" y="56"/>
                  </a:cubicBezTo>
                  <a:lnTo>
                    <a:pt x="8097" y="56"/>
                  </a:lnTo>
                  <a:cubicBezTo>
                    <a:pt x="8080" y="57"/>
                    <a:pt x="8065" y="57"/>
                    <a:pt x="8053" y="56"/>
                  </a:cubicBezTo>
                  <a:cubicBezTo>
                    <a:pt x="8075" y="55"/>
                    <a:pt x="8097" y="56"/>
                    <a:pt x="8091" y="54"/>
                  </a:cubicBezTo>
                  <a:cubicBezTo>
                    <a:pt x="8076" y="54"/>
                    <a:pt x="8061" y="54"/>
                    <a:pt x="8044" y="54"/>
                  </a:cubicBezTo>
                  <a:lnTo>
                    <a:pt x="8059" y="53"/>
                  </a:lnTo>
                  <a:lnTo>
                    <a:pt x="7985" y="53"/>
                  </a:lnTo>
                  <a:cubicBezTo>
                    <a:pt x="7973" y="55"/>
                    <a:pt x="7953" y="56"/>
                    <a:pt x="7943" y="58"/>
                  </a:cubicBezTo>
                  <a:cubicBezTo>
                    <a:pt x="7925" y="57"/>
                    <a:pt x="7900" y="58"/>
                    <a:pt x="7883" y="58"/>
                  </a:cubicBezTo>
                  <a:lnTo>
                    <a:pt x="7891" y="58"/>
                  </a:lnTo>
                  <a:cubicBezTo>
                    <a:pt x="7858" y="56"/>
                    <a:pt x="7785" y="57"/>
                    <a:pt x="7779" y="58"/>
                  </a:cubicBezTo>
                  <a:cubicBezTo>
                    <a:pt x="7755" y="57"/>
                    <a:pt x="7945" y="51"/>
                    <a:pt x="7779" y="52"/>
                  </a:cubicBezTo>
                  <a:cubicBezTo>
                    <a:pt x="7715" y="51"/>
                    <a:pt x="7739" y="55"/>
                    <a:pt x="7703" y="57"/>
                  </a:cubicBezTo>
                  <a:cubicBezTo>
                    <a:pt x="7703" y="57"/>
                    <a:pt x="7705" y="56"/>
                    <a:pt x="7702" y="56"/>
                  </a:cubicBezTo>
                  <a:cubicBezTo>
                    <a:pt x="7674" y="55"/>
                    <a:pt x="7671" y="57"/>
                    <a:pt x="7648" y="57"/>
                  </a:cubicBezTo>
                  <a:cubicBezTo>
                    <a:pt x="7665" y="58"/>
                    <a:pt x="7689" y="58"/>
                    <a:pt x="7697" y="58"/>
                  </a:cubicBezTo>
                  <a:cubicBezTo>
                    <a:pt x="7688" y="59"/>
                    <a:pt x="7639" y="57"/>
                    <a:pt x="7618" y="59"/>
                  </a:cubicBezTo>
                  <a:cubicBezTo>
                    <a:pt x="7646" y="56"/>
                    <a:pt x="7565" y="57"/>
                    <a:pt x="7586" y="56"/>
                  </a:cubicBezTo>
                  <a:cubicBezTo>
                    <a:pt x="7531" y="54"/>
                    <a:pt x="7472" y="56"/>
                    <a:pt x="7443" y="58"/>
                  </a:cubicBezTo>
                  <a:cubicBezTo>
                    <a:pt x="7406" y="55"/>
                    <a:pt x="7378" y="58"/>
                    <a:pt x="7317" y="56"/>
                  </a:cubicBezTo>
                  <a:cubicBezTo>
                    <a:pt x="7327" y="56"/>
                    <a:pt x="7343" y="56"/>
                    <a:pt x="7356" y="56"/>
                  </a:cubicBezTo>
                  <a:cubicBezTo>
                    <a:pt x="7391" y="55"/>
                    <a:pt x="7294" y="55"/>
                    <a:pt x="7347" y="54"/>
                  </a:cubicBezTo>
                  <a:cubicBezTo>
                    <a:pt x="7335" y="54"/>
                    <a:pt x="7346" y="55"/>
                    <a:pt x="7358" y="54"/>
                  </a:cubicBezTo>
                  <a:cubicBezTo>
                    <a:pt x="7378" y="54"/>
                    <a:pt x="7397" y="53"/>
                    <a:pt x="7392" y="52"/>
                  </a:cubicBezTo>
                  <a:lnTo>
                    <a:pt x="7343" y="51"/>
                  </a:lnTo>
                  <a:lnTo>
                    <a:pt x="7360" y="50"/>
                  </a:lnTo>
                  <a:lnTo>
                    <a:pt x="7285" y="47"/>
                  </a:lnTo>
                  <a:cubicBezTo>
                    <a:pt x="7283" y="48"/>
                    <a:pt x="7290" y="48"/>
                    <a:pt x="7294" y="49"/>
                  </a:cubicBezTo>
                  <a:cubicBezTo>
                    <a:pt x="7207" y="47"/>
                    <a:pt x="7107" y="48"/>
                    <a:pt x="7031" y="48"/>
                  </a:cubicBezTo>
                  <a:cubicBezTo>
                    <a:pt x="7017" y="53"/>
                    <a:pt x="6844" y="50"/>
                    <a:pt x="6782" y="53"/>
                  </a:cubicBezTo>
                  <a:cubicBezTo>
                    <a:pt x="6799" y="52"/>
                    <a:pt x="6808" y="49"/>
                    <a:pt x="6798" y="48"/>
                  </a:cubicBezTo>
                  <a:cubicBezTo>
                    <a:pt x="6811" y="47"/>
                    <a:pt x="6840" y="45"/>
                    <a:pt x="6871" y="46"/>
                  </a:cubicBezTo>
                  <a:cubicBezTo>
                    <a:pt x="6876" y="47"/>
                    <a:pt x="6914" y="48"/>
                    <a:pt x="6889" y="49"/>
                  </a:cubicBezTo>
                  <a:cubicBezTo>
                    <a:pt x="6975" y="48"/>
                    <a:pt x="6878" y="46"/>
                    <a:pt x="6903" y="44"/>
                  </a:cubicBezTo>
                  <a:cubicBezTo>
                    <a:pt x="6808" y="44"/>
                    <a:pt x="6752" y="48"/>
                    <a:pt x="6692" y="49"/>
                  </a:cubicBezTo>
                  <a:lnTo>
                    <a:pt x="6690" y="48"/>
                  </a:lnTo>
                  <a:lnTo>
                    <a:pt x="6645" y="49"/>
                  </a:lnTo>
                  <a:cubicBezTo>
                    <a:pt x="6682" y="50"/>
                    <a:pt x="6680" y="53"/>
                    <a:pt x="6632" y="52"/>
                  </a:cubicBezTo>
                  <a:lnTo>
                    <a:pt x="6638" y="52"/>
                  </a:lnTo>
                  <a:cubicBezTo>
                    <a:pt x="6611" y="50"/>
                    <a:pt x="6554" y="52"/>
                    <a:pt x="6511" y="51"/>
                  </a:cubicBezTo>
                  <a:lnTo>
                    <a:pt x="6483" y="53"/>
                  </a:lnTo>
                  <a:cubicBezTo>
                    <a:pt x="6440" y="53"/>
                    <a:pt x="6438" y="50"/>
                    <a:pt x="6424" y="48"/>
                  </a:cubicBezTo>
                  <a:cubicBezTo>
                    <a:pt x="6357" y="47"/>
                    <a:pt x="6319" y="50"/>
                    <a:pt x="6271" y="52"/>
                  </a:cubicBezTo>
                  <a:cubicBezTo>
                    <a:pt x="6250" y="50"/>
                    <a:pt x="6150" y="50"/>
                    <a:pt x="6203" y="48"/>
                  </a:cubicBezTo>
                  <a:cubicBezTo>
                    <a:pt x="6142" y="49"/>
                    <a:pt x="6154" y="57"/>
                    <a:pt x="6051" y="53"/>
                  </a:cubicBezTo>
                  <a:lnTo>
                    <a:pt x="6078" y="51"/>
                  </a:lnTo>
                  <a:cubicBezTo>
                    <a:pt x="5979" y="52"/>
                    <a:pt x="5838" y="54"/>
                    <a:pt x="5792" y="53"/>
                  </a:cubicBezTo>
                  <a:cubicBezTo>
                    <a:pt x="5829" y="48"/>
                    <a:pt x="5669" y="48"/>
                    <a:pt x="5651" y="43"/>
                  </a:cubicBezTo>
                  <a:cubicBezTo>
                    <a:pt x="5656" y="44"/>
                    <a:pt x="5619" y="44"/>
                    <a:pt x="5613" y="45"/>
                  </a:cubicBezTo>
                  <a:cubicBezTo>
                    <a:pt x="5605" y="44"/>
                    <a:pt x="5592" y="44"/>
                    <a:pt x="5577" y="45"/>
                  </a:cubicBezTo>
                  <a:cubicBezTo>
                    <a:pt x="5616" y="46"/>
                    <a:pt x="5550" y="50"/>
                    <a:pt x="5624" y="48"/>
                  </a:cubicBezTo>
                  <a:cubicBezTo>
                    <a:pt x="5587" y="51"/>
                    <a:pt x="5539" y="54"/>
                    <a:pt x="5457" y="54"/>
                  </a:cubicBezTo>
                  <a:lnTo>
                    <a:pt x="5458" y="52"/>
                  </a:lnTo>
                  <a:lnTo>
                    <a:pt x="5523" y="52"/>
                  </a:lnTo>
                  <a:cubicBezTo>
                    <a:pt x="5516" y="51"/>
                    <a:pt x="5549" y="51"/>
                    <a:pt x="5563" y="50"/>
                  </a:cubicBezTo>
                  <a:cubicBezTo>
                    <a:pt x="5443" y="49"/>
                    <a:pt x="5579" y="45"/>
                    <a:pt x="5456" y="46"/>
                  </a:cubicBezTo>
                  <a:cubicBezTo>
                    <a:pt x="5444" y="47"/>
                    <a:pt x="5452" y="46"/>
                    <a:pt x="5420" y="47"/>
                  </a:cubicBezTo>
                  <a:cubicBezTo>
                    <a:pt x="5435" y="47"/>
                    <a:pt x="5437" y="46"/>
                    <a:pt x="5413" y="45"/>
                  </a:cubicBezTo>
                  <a:lnTo>
                    <a:pt x="5390" y="47"/>
                  </a:lnTo>
                  <a:cubicBezTo>
                    <a:pt x="5347" y="44"/>
                    <a:pt x="5461" y="45"/>
                    <a:pt x="5424" y="42"/>
                  </a:cubicBezTo>
                  <a:cubicBezTo>
                    <a:pt x="5472" y="41"/>
                    <a:pt x="5554" y="40"/>
                    <a:pt x="5539" y="37"/>
                  </a:cubicBezTo>
                  <a:cubicBezTo>
                    <a:pt x="5461" y="36"/>
                    <a:pt x="5469" y="42"/>
                    <a:pt x="5388" y="41"/>
                  </a:cubicBezTo>
                  <a:lnTo>
                    <a:pt x="5379" y="40"/>
                  </a:lnTo>
                  <a:cubicBezTo>
                    <a:pt x="5351" y="41"/>
                    <a:pt x="5346" y="43"/>
                    <a:pt x="5330" y="44"/>
                  </a:cubicBezTo>
                  <a:cubicBezTo>
                    <a:pt x="5329" y="43"/>
                    <a:pt x="5322" y="43"/>
                    <a:pt x="5303" y="42"/>
                  </a:cubicBezTo>
                  <a:cubicBezTo>
                    <a:pt x="5255" y="45"/>
                    <a:pt x="5223" y="46"/>
                    <a:pt x="5179" y="49"/>
                  </a:cubicBezTo>
                  <a:cubicBezTo>
                    <a:pt x="5297" y="46"/>
                    <a:pt x="5280" y="51"/>
                    <a:pt x="5402" y="49"/>
                  </a:cubicBezTo>
                  <a:cubicBezTo>
                    <a:pt x="5383" y="49"/>
                    <a:pt x="5297" y="50"/>
                    <a:pt x="5292" y="53"/>
                  </a:cubicBezTo>
                  <a:lnTo>
                    <a:pt x="5293" y="51"/>
                  </a:lnTo>
                  <a:cubicBezTo>
                    <a:pt x="5253" y="52"/>
                    <a:pt x="5214" y="53"/>
                    <a:pt x="5164" y="53"/>
                  </a:cubicBezTo>
                  <a:lnTo>
                    <a:pt x="5194" y="51"/>
                  </a:lnTo>
                  <a:cubicBezTo>
                    <a:pt x="5128" y="53"/>
                    <a:pt x="5084" y="48"/>
                    <a:pt x="5032" y="52"/>
                  </a:cubicBezTo>
                  <a:cubicBezTo>
                    <a:pt x="5051" y="52"/>
                    <a:pt x="5065" y="52"/>
                    <a:pt x="5077" y="52"/>
                  </a:cubicBezTo>
                  <a:cubicBezTo>
                    <a:pt x="5043" y="53"/>
                    <a:pt x="5000" y="52"/>
                    <a:pt x="4963" y="52"/>
                  </a:cubicBezTo>
                  <a:lnTo>
                    <a:pt x="4887" y="56"/>
                  </a:lnTo>
                  <a:cubicBezTo>
                    <a:pt x="4887" y="55"/>
                    <a:pt x="4839" y="55"/>
                    <a:pt x="4862" y="53"/>
                  </a:cubicBezTo>
                  <a:cubicBezTo>
                    <a:pt x="4807" y="51"/>
                    <a:pt x="4781" y="55"/>
                    <a:pt x="4749" y="55"/>
                  </a:cubicBezTo>
                  <a:cubicBezTo>
                    <a:pt x="4693" y="53"/>
                    <a:pt x="4798" y="54"/>
                    <a:pt x="4804" y="51"/>
                  </a:cubicBezTo>
                  <a:cubicBezTo>
                    <a:pt x="4726" y="50"/>
                    <a:pt x="4644" y="51"/>
                    <a:pt x="4600" y="53"/>
                  </a:cubicBezTo>
                  <a:cubicBezTo>
                    <a:pt x="4616" y="54"/>
                    <a:pt x="4623" y="54"/>
                    <a:pt x="4623" y="55"/>
                  </a:cubicBezTo>
                  <a:cubicBezTo>
                    <a:pt x="4620" y="54"/>
                    <a:pt x="4589" y="54"/>
                    <a:pt x="4572" y="54"/>
                  </a:cubicBezTo>
                  <a:lnTo>
                    <a:pt x="4560" y="55"/>
                  </a:lnTo>
                  <a:cubicBezTo>
                    <a:pt x="4530" y="55"/>
                    <a:pt x="4535" y="54"/>
                    <a:pt x="4559" y="53"/>
                  </a:cubicBezTo>
                  <a:cubicBezTo>
                    <a:pt x="4532" y="52"/>
                    <a:pt x="4498" y="55"/>
                    <a:pt x="4470" y="53"/>
                  </a:cubicBezTo>
                  <a:cubicBezTo>
                    <a:pt x="4517" y="52"/>
                    <a:pt x="4578" y="53"/>
                    <a:pt x="4602" y="52"/>
                  </a:cubicBezTo>
                  <a:cubicBezTo>
                    <a:pt x="4503" y="53"/>
                    <a:pt x="4503" y="48"/>
                    <a:pt x="4377" y="50"/>
                  </a:cubicBezTo>
                  <a:cubicBezTo>
                    <a:pt x="4375" y="49"/>
                    <a:pt x="4397" y="48"/>
                    <a:pt x="4372" y="48"/>
                  </a:cubicBezTo>
                  <a:cubicBezTo>
                    <a:pt x="4316" y="48"/>
                    <a:pt x="4358" y="51"/>
                    <a:pt x="4340" y="52"/>
                  </a:cubicBezTo>
                  <a:cubicBezTo>
                    <a:pt x="4383" y="51"/>
                    <a:pt x="4404" y="52"/>
                    <a:pt x="4429" y="54"/>
                  </a:cubicBezTo>
                  <a:lnTo>
                    <a:pt x="4417" y="55"/>
                  </a:lnTo>
                  <a:cubicBezTo>
                    <a:pt x="4415" y="54"/>
                    <a:pt x="4388" y="54"/>
                    <a:pt x="4380" y="54"/>
                  </a:cubicBezTo>
                  <a:lnTo>
                    <a:pt x="4373" y="56"/>
                  </a:lnTo>
                  <a:cubicBezTo>
                    <a:pt x="4376" y="54"/>
                    <a:pt x="4333" y="52"/>
                    <a:pt x="4299" y="53"/>
                  </a:cubicBezTo>
                  <a:cubicBezTo>
                    <a:pt x="4333" y="54"/>
                    <a:pt x="4324" y="54"/>
                    <a:pt x="4334" y="57"/>
                  </a:cubicBezTo>
                  <a:cubicBezTo>
                    <a:pt x="4286" y="60"/>
                    <a:pt x="4279" y="55"/>
                    <a:pt x="4226" y="58"/>
                  </a:cubicBezTo>
                  <a:cubicBezTo>
                    <a:pt x="4230" y="57"/>
                    <a:pt x="4277" y="56"/>
                    <a:pt x="4236" y="56"/>
                  </a:cubicBezTo>
                  <a:cubicBezTo>
                    <a:pt x="4203" y="56"/>
                    <a:pt x="4207" y="57"/>
                    <a:pt x="4184" y="58"/>
                  </a:cubicBezTo>
                  <a:cubicBezTo>
                    <a:pt x="4210" y="56"/>
                    <a:pt x="4203" y="54"/>
                    <a:pt x="4231" y="52"/>
                  </a:cubicBezTo>
                  <a:cubicBezTo>
                    <a:pt x="4290" y="52"/>
                    <a:pt x="4255" y="52"/>
                    <a:pt x="4313" y="51"/>
                  </a:cubicBezTo>
                  <a:lnTo>
                    <a:pt x="4264" y="49"/>
                  </a:lnTo>
                  <a:cubicBezTo>
                    <a:pt x="4314" y="49"/>
                    <a:pt x="4301" y="47"/>
                    <a:pt x="4305" y="46"/>
                  </a:cubicBezTo>
                  <a:cubicBezTo>
                    <a:pt x="4218" y="44"/>
                    <a:pt x="4240" y="49"/>
                    <a:pt x="4184" y="49"/>
                  </a:cubicBezTo>
                  <a:cubicBezTo>
                    <a:pt x="4157" y="50"/>
                    <a:pt x="4236" y="49"/>
                    <a:pt x="4194" y="51"/>
                  </a:cubicBezTo>
                  <a:cubicBezTo>
                    <a:pt x="4142" y="50"/>
                    <a:pt x="4182" y="52"/>
                    <a:pt x="4124" y="53"/>
                  </a:cubicBezTo>
                  <a:lnTo>
                    <a:pt x="4134" y="52"/>
                  </a:lnTo>
                  <a:cubicBezTo>
                    <a:pt x="4116" y="51"/>
                    <a:pt x="4099" y="52"/>
                    <a:pt x="4078" y="53"/>
                  </a:cubicBezTo>
                  <a:cubicBezTo>
                    <a:pt x="4055" y="53"/>
                    <a:pt x="4104" y="60"/>
                    <a:pt x="4010" y="60"/>
                  </a:cubicBezTo>
                  <a:cubicBezTo>
                    <a:pt x="4015" y="60"/>
                    <a:pt x="4017" y="59"/>
                    <a:pt x="4017" y="59"/>
                  </a:cubicBezTo>
                  <a:lnTo>
                    <a:pt x="4108" y="41"/>
                  </a:lnTo>
                  <a:cubicBezTo>
                    <a:pt x="4013" y="41"/>
                    <a:pt x="3904" y="41"/>
                    <a:pt x="3795" y="40"/>
                  </a:cubicBezTo>
                  <a:cubicBezTo>
                    <a:pt x="3769" y="37"/>
                    <a:pt x="3873" y="37"/>
                    <a:pt x="3866" y="36"/>
                  </a:cubicBezTo>
                  <a:lnTo>
                    <a:pt x="3916" y="36"/>
                  </a:lnTo>
                  <a:cubicBezTo>
                    <a:pt x="3913" y="38"/>
                    <a:pt x="3812" y="37"/>
                    <a:pt x="3857" y="39"/>
                  </a:cubicBezTo>
                  <a:cubicBezTo>
                    <a:pt x="3945" y="38"/>
                    <a:pt x="3985" y="40"/>
                    <a:pt x="4068" y="37"/>
                  </a:cubicBezTo>
                  <a:cubicBezTo>
                    <a:pt x="4042" y="33"/>
                    <a:pt x="3958" y="37"/>
                    <a:pt x="3904" y="35"/>
                  </a:cubicBezTo>
                  <a:cubicBezTo>
                    <a:pt x="3927" y="35"/>
                    <a:pt x="3946" y="35"/>
                    <a:pt x="3965" y="34"/>
                  </a:cubicBezTo>
                  <a:lnTo>
                    <a:pt x="3801" y="33"/>
                  </a:lnTo>
                  <a:lnTo>
                    <a:pt x="3788" y="34"/>
                  </a:lnTo>
                  <a:lnTo>
                    <a:pt x="3858" y="34"/>
                  </a:lnTo>
                  <a:cubicBezTo>
                    <a:pt x="3806" y="34"/>
                    <a:pt x="3762" y="36"/>
                    <a:pt x="3758" y="39"/>
                  </a:cubicBezTo>
                  <a:lnTo>
                    <a:pt x="3768" y="39"/>
                  </a:lnTo>
                  <a:lnTo>
                    <a:pt x="3749" y="40"/>
                  </a:lnTo>
                  <a:lnTo>
                    <a:pt x="3713" y="3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15" name="Voľný tvar 64"/>
            <p:cNvSpPr>
              <a:spLocks/>
            </p:cNvSpPr>
            <p:nvPr/>
          </p:nvSpPr>
          <p:spPr bwMode="invGray">
            <a:xfrm>
              <a:off x="12117388" y="2779713"/>
              <a:ext cx="127000" cy="4762"/>
            </a:xfrm>
            <a:custGeom>
              <a:avLst/>
              <a:gdLst>
                <a:gd name="T0" fmla="*/ 19 w 66"/>
                <a:gd name="T1" fmla="*/ 2 h 2"/>
                <a:gd name="T2" fmla="*/ 19 w 66"/>
                <a:gd name="T3" fmla="*/ 2 h 2"/>
                <a:gd name="T4" fmla="*/ 60 w 66"/>
                <a:gd name="T5" fmla="*/ 0 h 2"/>
                <a:gd name="T6" fmla="*/ 19 w 66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6" h="2">
                  <a:moveTo>
                    <a:pt x="19" y="2"/>
                  </a:moveTo>
                  <a:lnTo>
                    <a:pt x="19" y="2"/>
                  </a:lnTo>
                  <a:cubicBezTo>
                    <a:pt x="33" y="2"/>
                    <a:pt x="66" y="2"/>
                    <a:pt x="60" y="0"/>
                  </a:cubicBezTo>
                  <a:cubicBezTo>
                    <a:pt x="60" y="2"/>
                    <a:pt x="0" y="0"/>
                    <a:pt x="19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16" name="Voľný tvar 65"/>
            <p:cNvSpPr>
              <a:spLocks/>
            </p:cNvSpPr>
            <p:nvPr/>
          </p:nvSpPr>
          <p:spPr bwMode="invGray">
            <a:xfrm>
              <a:off x="12182475" y="2787650"/>
              <a:ext cx="79375" cy="1587"/>
            </a:xfrm>
            <a:custGeom>
              <a:avLst/>
              <a:gdLst>
                <a:gd name="T0" fmla="*/ 25 w 41"/>
                <a:gd name="T1" fmla="*/ 1 h 1"/>
                <a:gd name="T2" fmla="*/ 25 w 41"/>
                <a:gd name="T3" fmla="*/ 1 h 1"/>
                <a:gd name="T4" fmla="*/ 41 w 41"/>
                <a:gd name="T5" fmla="*/ 0 h 1"/>
                <a:gd name="T6" fmla="*/ 0 w 41"/>
                <a:gd name="T7" fmla="*/ 0 h 1"/>
                <a:gd name="T8" fmla="*/ 25 w 41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1">
                  <a:moveTo>
                    <a:pt x="25" y="1"/>
                  </a:moveTo>
                  <a:lnTo>
                    <a:pt x="25" y="1"/>
                  </a:lnTo>
                  <a:cubicBezTo>
                    <a:pt x="27" y="1"/>
                    <a:pt x="26" y="0"/>
                    <a:pt x="41" y="0"/>
                  </a:cubicBezTo>
                  <a:lnTo>
                    <a:pt x="0" y="0"/>
                  </a:lnTo>
                  <a:lnTo>
                    <a:pt x="25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17" name="Voľný tvar 66"/>
            <p:cNvSpPr>
              <a:spLocks/>
            </p:cNvSpPr>
            <p:nvPr/>
          </p:nvSpPr>
          <p:spPr bwMode="invGray">
            <a:xfrm>
              <a:off x="12307888" y="2809875"/>
              <a:ext cx="249238" cy="15875"/>
            </a:xfrm>
            <a:custGeom>
              <a:avLst/>
              <a:gdLst>
                <a:gd name="T0" fmla="*/ 2 w 130"/>
                <a:gd name="T1" fmla="*/ 3 h 7"/>
                <a:gd name="T2" fmla="*/ 2 w 130"/>
                <a:gd name="T3" fmla="*/ 3 h 7"/>
                <a:gd name="T4" fmla="*/ 70 w 130"/>
                <a:gd name="T5" fmla="*/ 2 h 7"/>
                <a:gd name="T6" fmla="*/ 0 w 130"/>
                <a:gd name="T7" fmla="*/ 6 h 7"/>
                <a:gd name="T8" fmla="*/ 130 w 130"/>
                <a:gd name="T9" fmla="*/ 4 h 7"/>
                <a:gd name="T10" fmla="*/ 2 w 130"/>
                <a:gd name="T11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0" h="7">
                  <a:moveTo>
                    <a:pt x="2" y="3"/>
                  </a:moveTo>
                  <a:lnTo>
                    <a:pt x="2" y="3"/>
                  </a:lnTo>
                  <a:cubicBezTo>
                    <a:pt x="23" y="2"/>
                    <a:pt x="37" y="1"/>
                    <a:pt x="70" y="2"/>
                  </a:cubicBezTo>
                  <a:cubicBezTo>
                    <a:pt x="82" y="6"/>
                    <a:pt x="15" y="2"/>
                    <a:pt x="0" y="6"/>
                  </a:cubicBezTo>
                  <a:cubicBezTo>
                    <a:pt x="61" y="7"/>
                    <a:pt x="80" y="4"/>
                    <a:pt x="130" y="4"/>
                  </a:cubicBezTo>
                  <a:cubicBezTo>
                    <a:pt x="106" y="2"/>
                    <a:pt x="4" y="0"/>
                    <a:pt x="2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18" name="Voľný tvar 67"/>
            <p:cNvSpPr>
              <a:spLocks/>
            </p:cNvSpPr>
            <p:nvPr/>
          </p:nvSpPr>
          <p:spPr bwMode="invGray">
            <a:xfrm>
              <a:off x="12252325" y="2825750"/>
              <a:ext cx="73025" cy="1587"/>
            </a:xfrm>
            <a:custGeom>
              <a:avLst/>
              <a:gdLst>
                <a:gd name="T0" fmla="*/ 4 w 38"/>
                <a:gd name="T1" fmla="*/ 1 h 1"/>
                <a:gd name="T2" fmla="*/ 4 w 38"/>
                <a:gd name="T3" fmla="*/ 1 h 1"/>
                <a:gd name="T4" fmla="*/ 38 w 38"/>
                <a:gd name="T5" fmla="*/ 0 h 1"/>
                <a:gd name="T6" fmla="*/ 34 w 38"/>
                <a:gd name="T7" fmla="*/ 0 h 1"/>
                <a:gd name="T8" fmla="*/ 0 w 38"/>
                <a:gd name="T9" fmla="*/ 1 h 1"/>
                <a:gd name="T10" fmla="*/ 4 w 38"/>
                <a:gd name="T11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1">
                  <a:moveTo>
                    <a:pt x="4" y="1"/>
                  </a:moveTo>
                  <a:lnTo>
                    <a:pt x="4" y="1"/>
                  </a:lnTo>
                  <a:lnTo>
                    <a:pt x="38" y="0"/>
                  </a:lnTo>
                  <a:lnTo>
                    <a:pt x="34" y="0"/>
                  </a:lnTo>
                  <a:lnTo>
                    <a:pt x="0" y="1"/>
                  </a:lnTo>
                  <a:lnTo>
                    <a:pt x="4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19" name="Voľný tvar 68"/>
            <p:cNvSpPr>
              <a:spLocks/>
            </p:cNvSpPr>
            <p:nvPr/>
          </p:nvSpPr>
          <p:spPr bwMode="invGray">
            <a:xfrm>
              <a:off x="10779125" y="2733675"/>
              <a:ext cx="66675" cy="4762"/>
            </a:xfrm>
            <a:custGeom>
              <a:avLst/>
              <a:gdLst>
                <a:gd name="T0" fmla="*/ 35 w 35"/>
                <a:gd name="T1" fmla="*/ 2 h 2"/>
                <a:gd name="T2" fmla="*/ 35 w 35"/>
                <a:gd name="T3" fmla="*/ 2 h 2"/>
                <a:gd name="T4" fmla="*/ 0 w 35"/>
                <a:gd name="T5" fmla="*/ 2 h 2"/>
                <a:gd name="T6" fmla="*/ 35 w 35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5" h="2">
                  <a:moveTo>
                    <a:pt x="35" y="2"/>
                  </a:moveTo>
                  <a:lnTo>
                    <a:pt x="35" y="2"/>
                  </a:lnTo>
                  <a:cubicBezTo>
                    <a:pt x="32" y="0"/>
                    <a:pt x="11" y="1"/>
                    <a:pt x="0" y="2"/>
                  </a:cubicBezTo>
                  <a:cubicBezTo>
                    <a:pt x="9" y="2"/>
                    <a:pt x="22" y="2"/>
                    <a:pt x="35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20" name="Voľný tvar 69"/>
            <p:cNvSpPr>
              <a:spLocks/>
            </p:cNvSpPr>
            <p:nvPr/>
          </p:nvSpPr>
          <p:spPr bwMode="invGray">
            <a:xfrm>
              <a:off x="-2471738" y="2738438"/>
              <a:ext cx="496888" cy="1587"/>
            </a:xfrm>
            <a:custGeom>
              <a:avLst/>
              <a:gdLst>
                <a:gd name="T0" fmla="*/ 259 w 259"/>
                <a:gd name="T1" fmla="*/ 0 h 1"/>
                <a:gd name="T2" fmla="*/ 259 w 259"/>
                <a:gd name="T3" fmla="*/ 0 h 1"/>
                <a:gd name="T4" fmla="*/ 0 w 259"/>
                <a:gd name="T5" fmla="*/ 1 h 1"/>
                <a:gd name="T6" fmla="*/ 259 w 25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9" h="1">
                  <a:moveTo>
                    <a:pt x="259" y="0"/>
                  </a:moveTo>
                  <a:lnTo>
                    <a:pt x="259" y="0"/>
                  </a:lnTo>
                  <a:lnTo>
                    <a:pt x="0" y="1"/>
                  </a:lnTo>
                  <a:lnTo>
                    <a:pt x="25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21" name="Voľný tvar 70"/>
            <p:cNvSpPr>
              <a:spLocks/>
            </p:cNvSpPr>
            <p:nvPr/>
          </p:nvSpPr>
          <p:spPr bwMode="invGray">
            <a:xfrm>
              <a:off x="9136063" y="2735263"/>
              <a:ext cx="387350" cy="14287"/>
            </a:xfrm>
            <a:custGeom>
              <a:avLst/>
              <a:gdLst>
                <a:gd name="T0" fmla="*/ 30 w 202"/>
                <a:gd name="T1" fmla="*/ 6 h 6"/>
                <a:gd name="T2" fmla="*/ 30 w 202"/>
                <a:gd name="T3" fmla="*/ 6 h 6"/>
                <a:gd name="T4" fmla="*/ 202 w 202"/>
                <a:gd name="T5" fmla="*/ 3 h 6"/>
                <a:gd name="T6" fmla="*/ 0 w 202"/>
                <a:gd name="T7" fmla="*/ 3 h 6"/>
                <a:gd name="T8" fmla="*/ 30 w 20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2" h="6">
                  <a:moveTo>
                    <a:pt x="30" y="6"/>
                  </a:moveTo>
                  <a:lnTo>
                    <a:pt x="30" y="6"/>
                  </a:lnTo>
                  <a:cubicBezTo>
                    <a:pt x="100" y="5"/>
                    <a:pt x="131" y="3"/>
                    <a:pt x="202" y="3"/>
                  </a:cubicBezTo>
                  <a:cubicBezTo>
                    <a:pt x="109" y="0"/>
                    <a:pt x="79" y="6"/>
                    <a:pt x="0" y="3"/>
                  </a:cubicBezTo>
                  <a:lnTo>
                    <a:pt x="30" y="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22" name="Voľný tvar 71"/>
            <p:cNvSpPr>
              <a:spLocks/>
            </p:cNvSpPr>
            <p:nvPr/>
          </p:nvSpPr>
          <p:spPr bwMode="invGray">
            <a:xfrm>
              <a:off x="9139238" y="2725738"/>
              <a:ext cx="142875" cy="9525"/>
            </a:xfrm>
            <a:custGeom>
              <a:avLst/>
              <a:gdLst>
                <a:gd name="T0" fmla="*/ 54 w 75"/>
                <a:gd name="T1" fmla="*/ 0 h 4"/>
                <a:gd name="T2" fmla="*/ 54 w 75"/>
                <a:gd name="T3" fmla="*/ 0 h 4"/>
                <a:gd name="T4" fmla="*/ 10 w 75"/>
                <a:gd name="T5" fmla="*/ 4 h 4"/>
                <a:gd name="T6" fmla="*/ 75 w 75"/>
                <a:gd name="T7" fmla="*/ 2 h 4"/>
                <a:gd name="T8" fmla="*/ 54 w 7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54" y="0"/>
                  </a:moveTo>
                  <a:lnTo>
                    <a:pt x="54" y="0"/>
                  </a:lnTo>
                  <a:cubicBezTo>
                    <a:pt x="65" y="2"/>
                    <a:pt x="0" y="3"/>
                    <a:pt x="10" y="4"/>
                  </a:cubicBezTo>
                  <a:cubicBezTo>
                    <a:pt x="57" y="4"/>
                    <a:pt x="32" y="2"/>
                    <a:pt x="75" y="2"/>
                  </a:cubicBezTo>
                  <a:lnTo>
                    <a:pt x="5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23" name="Voľný tvar 72"/>
            <p:cNvSpPr>
              <a:spLocks/>
            </p:cNvSpPr>
            <p:nvPr/>
          </p:nvSpPr>
          <p:spPr bwMode="invGray">
            <a:xfrm>
              <a:off x="9805988" y="2817813"/>
              <a:ext cx="39688" cy="3175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17 w 21"/>
                <a:gd name="T7" fmla="*/ 1 h 1"/>
                <a:gd name="T8" fmla="*/ 21 w 2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lnTo>
                    <a:pt x="17" y="1"/>
                  </a:lnTo>
                  <a:lnTo>
                    <a:pt x="2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24" name="Voľný tvar 73"/>
            <p:cNvSpPr>
              <a:spLocks/>
            </p:cNvSpPr>
            <p:nvPr/>
          </p:nvSpPr>
          <p:spPr bwMode="invGray">
            <a:xfrm>
              <a:off x="8580438" y="2725738"/>
              <a:ext cx="66675" cy="3175"/>
            </a:xfrm>
            <a:custGeom>
              <a:avLst/>
              <a:gdLst>
                <a:gd name="T0" fmla="*/ 27 w 35"/>
                <a:gd name="T1" fmla="*/ 1 h 1"/>
                <a:gd name="T2" fmla="*/ 27 w 35"/>
                <a:gd name="T3" fmla="*/ 1 h 1"/>
                <a:gd name="T4" fmla="*/ 35 w 35"/>
                <a:gd name="T5" fmla="*/ 1 h 1"/>
                <a:gd name="T6" fmla="*/ 0 w 35"/>
                <a:gd name="T7" fmla="*/ 0 h 1"/>
                <a:gd name="T8" fmla="*/ 27 w 3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1">
                  <a:moveTo>
                    <a:pt x="27" y="1"/>
                  </a:moveTo>
                  <a:lnTo>
                    <a:pt x="27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27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25" name="Voľný tvar 74"/>
            <p:cNvSpPr>
              <a:spLocks/>
            </p:cNvSpPr>
            <p:nvPr/>
          </p:nvSpPr>
          <p:spPr bwMode="invGray">
            <a:xfrm>
              <a:off x="8647113" y="2725738"/>
              <a:ext cx="15875" cy="3175"/>
            </a:xfrm>
            <a:custGeom>
              <a:avLst/>
              <a:gdLst>
                <a:gd name="T0" fmla="*/ 8 w 8"/>
                <a:gd name="T1" fmla="*/ 0 h 1"/>
                <a:gd name="T2" fmla="*/ 8 w 8"/>
                <a:gd name="T3" fmla="*/ 0 h 1"/>
                <a:gd name="T4" fmla="*/ 0 w 8"/>
                <a:gd name="T5" fmla="*/ 1 h 1"/>
                <a:gd name="T6" fmla="*/ 8 w 8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0"/>
                  </a:moveTo>
                  <a:lnTo>
                    <a:pt x="8" y="0"/>
                  </a:lnTo>
                  <a:lnTo>
                    <a:pt x="0" y="1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26" name="Voľný tvar 75"/>
            <p:cNvSpPr>
              <a:spLocks/>
            </p:cNvSpPr>
            <p:nvPr/>
          </p:nvSpPr>
          <p:spPr bwMode="invGray">
            <a:xfrm>
              <a:off x="9794875" y="2830513"/>
              <a:ext cx="90488" cy="1587"/>
            </a:xfrm>
            <a:custGeom>
              <a:avLst/>
              <a:gdLst>
                <a:gd name="T0" fmla="*/ 0 w 47"/>
                <a:gd name="T1" fmla="*/ 0 h 1"/>
                <a:gd name="T2" fmla="*/ 0 w 47"/>
                <a:gd name="T3" fmla="*/ 0 h 1"/>
                <a:gd name="T4" fmla="*/ 32 w 47"/>
                <a:gd name="T5" fmla="*/ 1 h 1"/>
                <a:gd name="T6" fmla="*/ 47 w 47"/>
                <a:gd name="T7" fmla="*/ 0 h 1"/>
                <a:gd name="T8" fmla="*/ 0 w 47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0" y="0"/>
                  </a:moveTo>
                  <a:lnTo>
                    <a:pt x="0" y="0"/>
                  </a:lnTo>
                  <a:lnTo>
                    <a:pt x="32" y="1"/>
                  </a:lnTo>
                  <a:lnTo>
                    <a:pt x="47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27" name="Voľný tvar 76"/>
            <p:cNvSpPr>
              <a:spLocks/>
            </p:cNvSpPr>
            <p:nvPr/>
          </p:nvSpPr>
          <p:spPr bwMode="invGray">
            <a:xfrm>
              <a:off x="9232900" y="2795588"/>
              <a:ext cx="84138" cy="3175"/>
            </a:xfrm>
            <a:custGeom>
              <a:avLst/>
              <a:gdLst>
                <a:gd name="T0" fmla="*/ 16 w 44"/>
                <a:gd name="T1" fmla="*/ 1 h 1"/>
                <a:gd name="T2" fmla="*/ 16 w 44"/>
                <a:gd name="T3" fmla="*/ 1 h 1"/>
                <a:gd name="T4" fmla="*/ 44 w 44"/>
                <a:gd name="T5" fmla="*/ 1 h 1"/>
                <a:gd name="T6" fmla="*/ 16 w 4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1">
                  <a:moveTo>
                    <a:pt x="16" y="1"/>
                  </a:moveTo>
                  <a:lnTo>
                    <a:pt x="16" y="1"/>
                  </a:lnTo>
                  <a:lnTo>
                    <a:pt x="44" y="1"/>
                  </a:lnTo>
                  <a:cubicBezTo>
                    <a:pt x="39" y="1"/>
                    <a:pt x="0" y="0"/>
                    <a:pt x="16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28" name="Voľný tvar 77"/>
            <p:cNvSpPr>
              <a:spLocks/>
            </p:cNvSpPr>
            <p:nvPr/>
          </p:nvSpPr>
          <p:spPr bwMode="invGray">
            <a:xfrm>
              <a:off x="8158163" y="2725738"/>
              <a:ext cx="71438" cy="3175"/>
            </a:xfrm>
            <a:custGeom>
              <a:avLst/>
              <a:gdLst>
                <a:gd name="T0" fmla="*/ 34 w 37"/>
                <a:gd name="T1" fmla="*/ 0 h 1"/>
                <a:gd name="T2" fmla="*/ 34 w 37"/>
                <a:gd name="T3" fmla="*/ 0 h 1"/>
                <a:gd name="T4" fmla="*/ 0 w 37"/>
                <a:gd name="T5" fmla="*/ 1 h 1"/>
                <a:gd name="T6" fmla="*/ 3 w 37"/>
                <a:gd name="T7" fmla="*/ 1 h 1"/>
                <a:gd name="T8" fmla="*/ 37 w 37"/>
                <a:gd name="T9" fmla="*/ 0 h 1"/>
                <a:gd name="T10" fmla="*/ 34 w 37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7" h="1">
                  <a:moveTo>
                    <a:pt x="34" y="0"/>
                  </a:moveTo>
                  <a:lnTo>
                    <a:pt x="34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37" y="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29" name="Voľný tvar 78"/>
            <p:cNvSpPr>
              <a:spLocks/>
            </p:cNvSpPr>
            <p:nvPr/>
          </p:nvSpPr>
          <p:spPr bwMode="invGray">
            <a:xfrm>
              <a:off x="8734425" y="2814638"/>
              <a:ext cx="144463" cy="3175"/>
            </a:xfrm>
            <a:custGeom>
              <a:avLst/>
              <a:gdLst>
                <a:gd name="T0" fmla="*/ 56 w 76"/>
                <a:gd name="T1" fmla="*/ 0 h 2"/>
                <a:gd name="T2" fmla="*/ 56 w 76"/>
                <a:gd name="T3" fmla="*/ 0 h 2"/>
                <a:gd name="T4" fmla="*/ 40 w 76"/>
                <a:gd name="T5" fmla="*/ 2 h 2"/>
                <a:gd name="T6" fmla="*/ 56 w 76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6" h="2">
                  <a:moveTo>
                    <a:pt x="56" y="0"/>
                  </a:moveTo>
                  <a:lnTo>
                    <a:pt x="56" y="0"/>
                  </a:lnTo>
                  <a:cubicBezTo>
                    <a:pt x="76" y="2"/>
                    <a:pt x="0" y="0"/>
                    <a:pt x="40" y="2"/>
                  </a:cubicBezTo>
                  <a:cubicBezTo>
                    <a:pt x="76" y="2"/>
                    <a:pt x="61" y="1"/>
                    <a:pt x="5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30" name="Voľný tvar 79"/>
            <p:cNvSpPr>
              <a:spLocks/>
            </p:cNvSpPr>
            <p:nvPr/>
          </p:nvSpPr>
          <p:spPr bwMode="invGray">
            <a:xfrm>
              <a:off x="8023225" y="2782888"/>
              <a:ext cx="26988" cy="1587"/>
            </a:xfrm>
            <a:custGeom>
              <a:avLst/>
              <a:gdLst>
                <a:gd name="T0" fmla="*/ 14 w 14"/>
                <a:gd name="T1" fmla="*/ 0 h 1"/>
                <a:gd name="T2" fmla="*/ 14 w 14"/>
                <a:gd name="T3" fmla="*/ 0 h 1"/>
                <a:gd name="T4" fmla="*/ 0 w 14"/>
                <a:gd name="T5" fmla="*/ 1 h 1"/>
                <a:gd name="T6" fmla="*/ 14 w 14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">
                  <a:moveTo>
                    <a:pt x="14" y="0"/>
                  </a:moveTo>
                  <a:lnTo>
                    <a:pt x="14" y="0"/>
                  </a:lnTo>
                  <a:cubicBezTo>
                    <a:pt x="9" y="0"/>
                    <a:pt x="5" y="0"/>
                    <a:pt x="0" y="1"/>
                  </a:cubicBezTo>
                  <a:lnTo>
                    <a:pt x="1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31" name="Voľný tvar 80"/>
            <p:cNvSpPr>
              <a:spLocks/>
            </p:cNvSpPr>
            <p:nvPr/>
          </p:nvSpPr>
          <p:spPr bwMode="invGray">
            <a:xfrm>
              <a:off x="8050213" y="2782888"/>
              <a:ext cx="77788" cy="1587"/>
            </a:xfrm>
            <a:custGeom>
              <a:avLst/>
              <a:gdLst>
                <a:gd name="T0" fmla="*/ 0 w 40"/>
                <a:gd name="T1" fmla="*/ 0 h 1"/>
                <a:gd name="T2" fmla="*/ 0 w 40"/>
                <a:gd name="T3" fmla="*/ 0 h 1"/>
                <a:gd name="T4" fmla="*/ 40 w 40"/>
                <a:gd name="T5" fmla="*/ 1 h 1"/>
                <a:gd name="T6" fmla="*/ 0 w 40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1">
                  <a:moveTo>
                    <a:pt x="0" y="0"/>
                  </a:moveTo>
                  <a:lnTo>
                    <a:pt x="0" y="0"/>
                  </a:lnTo>
                  <a:cubicBezTo>
                    <a:pt x="15" y="0"/>
                    <a:pt x="30" y="1"/>
                    <a:pt x="40" y="1"/>
                  </a:cubicBezTo>
                  <a:cubicBezTo>
                    <a:pt x="21" y="0"/>
                    <a:pt x="15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32" name="Voľný tvar 81"/>
            <p:cNvSpPr>
              <a:spLocks/>
            </p:cNvSpPr>
            <p:nvPr/>
          </p:nvSpPr>
          <p:spPr bwMode="invGray">
            <a:xfrm>
              <a:off x="7715250" y="2779713"/>
              <a:ext cx="90488" cy="7937"/>
            </a:xfrm>
            <a:custGeom>
              <a:avLst/>
              <a:gdLst>
                <a:gd name="T0" fmla="*/ 5 w 47"/>
                <a:gd name="T1" fmla="*/ 2 h 3"/>
                <a:gd name="T2" fmla="*/ 5 w 47"/>
                <a:gd name="T3" fmla="*/ 2 h 3"/>
                <a:gd name="T4" fmla="*/ 18 w 47"/>
                <a:gd name="T5" fmla="*/ 2 h 3"/>
                <a:gd name="T6" fmla="*/ 23 w 47"/>
                <a:gd name="T7" fmla="*/ 2 h 3"/>
                <a:gd name="T8" fmla="*/ 38 w 47"/>
                <a:gd name="T9" fmla="*/ 1 h 3"/>
                <a:gd name="T10" fmla="*/ 47 w 47"/>
                <a:gd name="T11" fmla="*/ 0 h 3"/>
                <a:gd name="T12" fmla="*/ 35 w 47"/>
                <a:gd name="T13" fmla="*/ 1 h 3"/>
                <a:gd name="T14" fmla="*/ 5 w 47"/>
                <a:gd name="T15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7" h="3">
                  <a:moveTo>
                    <a:pt x="5" y="2"/>
                  </a:moveTo>
                  <a:lnTo>
                    <a:pt x="5" y="2"/>
                  </a:lnTo>
                  <a:lnTo>
                    <a:pt x="18" y="2"/>
                  </a:lnTo>
                  <a:cubicBezTo>
                    <a:pt x="4" y="3"/>
                    <a:pt x="11" y="3"/>
                    <a:pt x="23" y="2"/>
                  </a:cubicBezTo>
                  <a:cubicBezTo>
                    <a:pt x="37" y="2"/>
                    <a:pt x="37" y="1"/>
                    <a:pt x="38" y="1"/>
                  </a:cubicBezTo>
                  <a:lnTo>
                    <a:pt x="47" y="0"/>
                  </a:lnTo>
                  <a:lnTo>
                    <a:pt x="35" y="1"/>
                  </a:lnTo>
                  <a:cubicBezTo>
                    <a:pt x="13" y="1"/>
                    <a:pt x="0" y="1"/>
                    <a:pt x="5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33" name="Voľný tvar 82"/>
            <p:cNvSpPr>
              <a:spLocks/>
            </p:cNvSpPr>
            <p:nvPr/>
          </p:nvSpPr>
          <p:spPr bwMode="invGray">
            <a:xfrm>
              <a:off x="6508750" y="2713038"/>
              <a:ext cx="247650" cy="6350"/>
            </a:xfrm>
            <a:custGeom>
              <a:avLst/>
              <a:gdLst>
                <a:gd name="T0" fmla="*/ 0 w 129"/>
                <a:gd name="T1" fmla="*/ 0 h 3"/>
                <a:gd name="T2" fmla="*/ 0 w 129"/>
                <a:gd name="T3" fmla="*/ 0 h 3"/>
                <a:gd name="T4" fmla="*/ 60 w 129"/>
                <a:gd name="T5" fmla="*/ 2 h 3"/>
                <a:gd name="T6" fmla="*/ 129 w 129"/>
                <a:gd name="T7" fmla="*/ 0 h 3"/>
                <a:gd name="T8" fmla="*/ 0 w 129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9" h="3">
                  <a:moveTo>
                    <a:pt x="0" y="0"/>
                  </a:moveTo>
                  <a:lnTo>
                    <a:pt x="0" y="0"/>
                  </a:lnTo>
                  <a:cubicBezTo>
                    <a:pt x="50" y="1"/>
                    <a:pt x="63" y="1"/>
                    <a:pt x="60" y="2"/>
                  </a:cubicBezTo>
                  <a:cubicBezTo>
                    <a:pt x="108" y="3"/>
                    <a:pt x="100" y="0"/>
                    <a:pt x="129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34" name="Voľný tvar 83"/>
            <p:cNvSpPr>
              <a:spLocks/>
            </p:cNvSpPr>
            <p:nvPr/>
          </p:nvSpPr>
          <p:spPr bwMode="invGray">
            <a:xfrm>
              <a:off x="6756400" y="2713038"/>
              <a:ext cx="33338" cy="0"/>
            </a:xfrm>
            <a:custGeom>
              <a:avLst/>
              <a:gdLst>
                <a:gd name="T0" fmla="*/ 0 w 18"/>
                <a:gd name="T1" fmla="*/ 0 w 18"/>
                <a:gd name="T2" fmla="*/ 18 w 18"/>
                <a:gd name="T3" fmla="*/ 0 w 1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8">
                  <a:moveTo>
                    <a:pt x="0" y="0"/>
                  </a:moveTo>
                  <a:lnTo>
                    <a:pt x="0" y="0"/>
                  </a:lnTo>
                  <a:lnTo>
                    <a:pt x="1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35" name="Voľný tvar 84"/>
            <p:cNvSpPr>
              <a:spLocks/>
            </p:cNvSpPr>
            <p:nvPr/>
          </p:nvSpPr>
          <p:spPr bwMode="invGray">
            <a:xfrm>
              <a:off x="8047038" y="2820988"/>
              <a:ext cx="58738" cy="4762"/>
            </a:xfrm>
            <a:custGeom>
              <a:avLst/>
              <a:gdLst>
                <a:gd name="T0" fmla="*/ 31 w 31"/>
                <a:gd name="T1" fmla="*/ 0 h 2"/>
                <a:gd name="T2" fmla="*/ 31 w 31"/>
                <a:gd name="T3" fmla="*/ 0 h 2"/>
                <a:gd name="T4" fmla="*/ 0 w 31"/>
                <a:gd name="T5" fmla="*/ 2 h 2"/>
                <a:gd name="T6" fmla="*/ 11 w 31"/>
                <a:gd name="T7" fmla="*/ 2 h 2"/>
                <a:gd name="T8" fmla="*/ 31 w 3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2">
                  <a:moveTo>
                    <a:pt x="31" y="0"/>
                  </a:moveTo>
                  <a:lnTo>
                    <a:pt x="31" y="0"/>
                  </a:lnTo>
                  <a:lnTo>
                    <a:pt x="0" y="2"/>
                  </a:lnTo>
                  <a:lnTo>
                    <a:pt x="11" y="2"/>
                  </a:lnTo>
                  <a:lnTo>
                    <a:pt x="3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36" name="Voľný tvar 85"/>
            <p:cNvSpPr>
              <a:spLocks/>
            </p:cNvSpPr>
            <p:nvPr/>
          </p:nvSpPr>
          <p:spPr bwMode="invGray">
            <a:xfrm>
              <a:off x="6348413" y="2711451"/>
              <a:ext cx="82550" cy="1587"/>
            </a:xfrm>
            <a:custGeom>
              <a:avLst/>
              <a:gdLst>
                <a:gd name="T0" fmla="*/ 9 w 43"/>
                <a:gd name="T1" fmla="*/ 1 h 1"/>
                <a:gd name="T2" fmla="*/ 9 w 43"/>
                <a:gd name="T3" fmla="*/ 1 h 1"/>
                <a:gd name="T4" fmla="*/ 41 w 43"/>
                <a:gd name="T5" fmla="*/ 1 h 1"/>
                <a:gd name="T6" fmla="*/ 9 w 43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3" h="1">
                  <a:moveTo>
                    <a:pt x="9" y="1"/>
                  </a:moveTo>
                  <a:lnTo>
                    <a:pt x="9" y="1"/>
                  </a:lnTo>
                  <a:cubicBezTo>
                    <a:pt x="18" y="1"/>
                    <a:pt x="33" y="1"/>
                    <a:pt x="41" y="1"/>
                  </a:cubicBezTo>
                  <a:cubicBezTo>
                    <a:pt x="43" y="0"/>
                    <a:pt x="0" y="1"/>
                    <a:pt x="9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37" name="Voľný tvar 86"/>
            <p:cNvSpPr>
              <a:spLocks/>
            </p:cNvSpPr>
            <p:nvPr/>
          </p:nvSpPr>
          <p:spPr bwMode="invGray">
            <a:xfrm>
              <a:off x="6734175" y="2771775"/>
              <a:ext cx="96838" cy="6350"/>
            </a:xfrm>
            <a:custGeom>
              <a:avLst/>
              <a:gdLst>
                <a:gd name="T0" fmla="*/ 0 w 50"/>
                <a:gd name="T1" fmla="*/ 2 h 3"/>
                <a:gd name="T2" fmla="*/ 0 w 50"/>
                <a:gd name="T3" fmla="*/ 2 h 3"/>
                <a:gd name="T4" fmla="*/ 50 w 50"/>
                <a:gd name="T5" fmla="*/ 3 h 3"/>
                <a:gd name="T6" fmla="*/ 0 w 50"/>
                <a:gd name="T7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0" h="3">
                  <a:moveTo>
                    <a:pt x="0" y="2"/>
                  </a:moveTo>
                  <a:lnTo>
                    <a:pt x="0" y="2"/>
                  </a:lnTo>
                  <a:cubicBezTo>
                    <a:pt x="6" y="3"/>
                    <a:pt x="37" y="2"/>
                    <a:pt x="50" y="3"/>
                  </a:cubicBezTo>
                  <a:cubicBezTo>
                    <a:pt x="32" y="2"/>
                    <a:pt x="17" y="0"/>
                    <a:pt x="0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38" name="Voľný tvar 87"/>
            <p:cNvSpPr>
              <a:spLocks/>
            </p:cNvSpPr>
            <p:nvPr/>
          </p:nvSpPr>
          <p:spPr bwMode="invGray">
            <a:xfrm>
              <a:off x="6091238" y="2722563"/>
              <a:ext cx="95250" cy="7937"/>
            </a:xfrm>
            <a:custGeom>
              <a:avLst/>
              <a:gdLst>
                <a:gd name="T0" fmla="*/ 0 w 49"/>
                <a:gd name="T1" fmla="*/ 1 h 4"/>
                <a:gd name="T2" fmla="*/ 0 w 49"/>
                <a:gd name="T3" fmla="*/ 1 h 4"/>
                <a:gd name="T4" fmla="*/ 18 w 49"/>
                <a:gd name="T5" fmla="*/ 4 h 4"/>
                <a:gd name="T6" fmla="*/ 0 w 49"/>
                <a:gd name="T7" fmla="*/ 1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9" h="4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4" y="2"/>
                    <a:pt x="18" y="4"/>
                  </a:cubicBezTo>
                  <a:cubicBezTo>
                    <a:pt x="31" y="3"/>
                    <a:pt x="49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39" name="Voľný tvar 88"/>
            <p:cNvSpPr>
              <a:spLocks/>
            </p:cNvSpPr>
            <p:nvPr/>
          </p:nvSpPr>
          <p:spPr bwMode="invGray">
            <a:xfrm>
              <a:off x="6559550" y="2773363"/>
              <a:ext cx="80963" cy="3175"/>
            </a:xfrm>
            <a:custGeom>
              <a:avLst/>
              <a:gdLst>
                <a:gd name="T0" fmla="*/ 0 w 42"/>
                <a:gd name="T1" fmla="*/ 1 h 1"/>
                <a:gd name="T2" fmla="*/ 0 w 42"/>
                <a:gd name="T3" fmla="*/ 1 h 1"/>
                <a:gd name="T4" fmla="*/ 8 w 42"/>
                <a:gd name="T5" fmla="*/ 1 h 1"/>
                <a:gd name="T6" fmla="*/ 42 w 42"/>
                <a:gd name="T7" fmla="*/ 0 h 1"/>
                <a:gd name="T8" fmla="*/ 0 w 42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1">
                  <a:moveTo>
                    <a:pt x="0" y="1"/>
                  </a:moveTo>
                  <a:lnTo>
                    <a:pt x="0" y="1"/>
                  </a:lnTo>
                  <a:lnTo>
                    <a:pt x="8" y="1"/>
                  </a:lnTo>
                  <a:lnTo>
                    <a:pt x="42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40" name="Voľný tvar 89"/>
            <p:cNvSpPr>
              <a:spLocks/>
            </p:cNvSpPr>
            <p:nvPr/>
          </p:nvSpPr>
          <p:spPr bwMode="invGray">
            <a:xfrm>
              <a:off x="6640513" y="2806700"/>
              <a:ext cx="227013" cy="15875"/>
            </a:xfrm>
            <a:custGeom>
              <a:avLst/>
              <a:gdLst>
                <a:gd name="T0" fmla="*/ 80 w 118"/>
                <a:gd name="T1" fmla="*/ 7 h 7"/>
                <a:gd name="T2" fmla="*/ 80 w 118"/>
                <a:gd name="T3" fmla="*/ 7 h 7"/>
                <a:gd name="T4" fmla="*/ 85 w 118"/>
                <a:gd name="T5" fmla="*/ 1 h 7"/>
                <a:gd name="T6" fmla="*/ 29 w 118"/>
                <a:gd name="T7" fmla="*/ 4 h 7"/>
                <a:gd name="T8" fmla="*/ 80 w 118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8" h="7">
                  <a:moveTo>
                    <a:pt x="80" y="7"/>
                  </a:moveTo>
                  <a:lnTo>
                    <a:pt x="80" y="7"/>
                  </a:lnTo>
                  <a:cubicBezTo>
                    <a:pt x="118" y="5"/>
                    <a:pt x="19" y="3"/>
                    <a:pt x="85" y="1"/>
                  </a:cubicBezTo>
                  <a:cubicBezTo>
                    <a:pt x="0" y="0"/>
                    <a:pt x="92" y="4"/>
                    <a:pt x="29" y="4"/>
                  </a:cubicBezTo>
                  <a:cubicBezTo>
                    <a:pt x="66" y="4"/>
                    <a:pt x="84" y="6"/>
                    <a:pt x="80" y="7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41" name="Voľný tvar 90"/>
            <p:cNvSpPr>
              <a:spLocks/>
            </p:cNvSpPr>
            <p:nvPr/>
          </p:nvSpPr>
          <p:spPr bwMode="invGray">
            <a:xfrm>
              <a:off x="6661150" y="2814638"/>
              <a:ext cx="34925" cy="1587"/>
            </a:xfrm>
            <a:custGeom>
              <a:avLst/>
              <a:gdLst>
                <a:gd name="T0" fmla="*/ 18 w 18"/>
                <a:gd name="T1" fmla="*/ 1 h 1"/>
                <a:gd name="T2" fmla="*/ 18 w 18"/>
                <a:gd name="T3" fmla="*/ 1 h 1"/>
                <a:gd name="T4" fmla="*/ 0 w 18"/>
                <a:gd name="T5" fmla="*/ 0 h 1"/>
                <a:gd name="T6" fmla="*/ 18 w 1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1">
                  <a:moveTo>
                    <a:pt x="18" y="1"/>
                  </a:moveTo>
                  <a:lnTo>
                    <a:pt x="18" y="1"/>
                  </a:lnTo>
                  <a:lnTo>
                    <a:pt x="0" y="0"/>
                  </a:lnTo>
                  <a:lnTo>
                    <a:pt x="18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42" name="Voľný tvar 91"/>
            <p:cNvSpPr>
              <a:spLocks/>
            </p:cNvSpPr>
            <p:nvPr/>
          </p:nvSpPr>
          <p:spPr bwMode="invGray">
            <a:xfrm>
              <a:off x="5661025" y="2789238"/>
              <a:ext cx="23813" cy="1587"/>
            </a:xfrm>
            <a:custGeom>
              <a:avLst/>
              <a:gdLst>
                <a:gd name="T0" fmla="*/ 0 w 13"/>
                <a:gd name="T1" fmla="*/ 1 h 1"/>
                <a:gd name="T2" fmla="*/ 0 w 13"/>
                <a:gd name="T3" fmla="*/ 1 h 1"/>
                <a:gd name="T4" fmla="*/ 13 w 13"/>
                <a:gd name="T5" fmla="*/ 0 h 1"/>
                <a:gd name="T6" fmla="*/ 0 w 13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">
                  <a:moveTo>
                    <a:pt x="0" y="1"/>
                  </a:moveTo>
                  <a:lnTo>
                    <a:pt x="0" y="1"/>
                  </a:lnTo>
                  <a:lnTo>
                    <a:pt x="13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43" name="Voľný tvar 92"/>
            <p:cNvSpPr>
              <a:spLocks/>
            </p:cNvSpPr>
            <p:nvPr/>
          </p:nvSpPr>
          <p:spPr bwMode="invGray">
            <a:xfrm>
              <a:off x="6162675" y="2814638"/>
              <a:ext cx="258763" cy="7937"/>
            </a:xfrm>
            <a:custGeom>
              <a:avLst/>
              <a:gdLst>
                <a:gd name="T0" fmla="*/ 77 w 135"/>
                <a:gd name="T1" fmla="*/ 2 h 4"/>
                <a:gd name="T2" fmla="*/ 77 w 135"/>
                <a:gd name="T3" fmla="*/ 2 h 4"/>
                <a:gd name="T4" fmla="*/ 135 w 135"/>
                <a:gd name="T5" fmla="*/ 0 h 4"/>
                <a:gd name="T6" fmla="*/ 6 w 135"/>
                <a:gd name="T7" fmla="*/ 4 h 4"/>
                <a:gd name="T8" fmla="*/ 90 w 135"/>
                <a:gd name="T9" fmla="*/ 3 h 4"/>
                <a:gd name="T10" fmla="*/ 77 w 135"/>
                <a:gd name="T11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5" h="4">
                  <a:moveTo>
                    <a:pt x="77" y="2"/>
                  </a:moveTo>
                  <a:lnTo>
                    <a:pt x="77" y="2"/>
                  </a:lnTo>
                  <a:lnTo>
                    <a:pt x="135" y="0"/>
                  </a:lnTo>
                  <a:cubicBezTo>
                    <a:pt x="96" y="1"/>
                    <a:pt x="0" y="1"/>
                    <a:pt x="6" y="4"/>
                  </a:cubicBezTo>
                  <a:cubicBezTo>
                    <a:pt x="37" y="4"/>
                    <a:pt x="75" y="4"/>
                    <a:pt x="90" y="3"/>
                  </a:cubicBezTo>
                  <a:lnTo>
                    <a:pt x="77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44" name="Voľný tvar 93"/>
            <p:cNvSpPr>
              <a:spLocks/>
            </p:cNvSpPr>
            <p:nvPr/>
          </p:nvSpPr>
          <p:spPr bwMode="invGray">
            <a:xfrm>
              <a:off x="5019675" y="2713038"/>
              <a:ext cx="73025" cy="4762"/>
            </a:xfrm>
            <a:custGeom>
              <a:avLst/>
              <a:gdLst>
                <a:gd name="T0" fmla="*/ 13 w 38"/>
                <a:gd name="T1" fmla="*/ 1 h 2"/>
                <a:gd name="T2" fmla="*/ 13 w 38"/>
                <a:gd name="T3" fmla="*/ 1 h 2"/>
                <a:gd name="T4" fmla="*/ 38 w 38"/>
                <a:gd name="T5" fmla="*/ 0 h 2"/>
                <a:gd name="T6" fmla="*/ 7 w 38"/>
                <a:gd name="T7" fmla="*/ 0 h 2"/>
                <a:gd name="T8" fmla="*/ 13 w 38"/>
                <a:gd name="T9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2">
                  <a:moveTo>
                    <a:pt x="13" y="1"/>
                  </a:moveTo>
                  <a:lnTo>
                    <a:pt x="13" y="1"/>
                  </a:lnTo>
                  <a:lnTo>
                    <a:pt x="38" y="0"/>
                  </a:lnTo>
                  <a:lnTo>
                    <a:pt x="7" y="0"/>
                  </a:lnTo>
                  <a:cubicBezTo>
                    <a:pt x="16" y="0"/>
                    <a:pt x="0" y="2"/>
                    <a:pt x="1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45" name="Voľný tvar 94"/>
            <p:cNvSpPr>
              <a:spLocks/>
            </p:cNvSpPr>
            <p:nvPr/>
          </p:nvSpPr>
          <p:spPr bwMode="invGray">
            <a:xfrm>
              <a:off x="5021263" y="2713038"/>
              <a:ext cx="11113" cy="0"/>
            </a:xfrm>
            <a:custGeom>
              <a:avLst/>
              <a:gdLst>
                <a:gd name="T0" fmla="*/ 0 w 6"/>
                <a:gd name="T1" fmla="*/ 0 w 6"/>
                <a:gd name="T2" fmla="*/ 6 w 6"/>
                <a:gd name="T3" fmla="*/ 0 w 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6">
                  <a:moveTo>
                    <a:pt x="0" y="0"/>
                  </a:moveTo>
                  <a:lnTo>
                    <a:pt x="0" y="0"/>
                  </a:ln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46" name="Voľný tvar 95"/>
            <p:cNvSpPr>
              <a:spLocks/>
            </p:cNvSpPr>
            <p:nvPr/>
          </p:nvSpPr>
          <p:spPr bwMode="invGray">
            <a:xfrm>
              <a:off x="5864225" y="2784475"/>
              <a:ext cx="101600" cy="4762"/>
            </a:xfrm>
            <a:custGeom>
              <a:avLst/>
              <a:gdLst>
                <a:gd name="T0" fmla="*/ 3 w 53"/>
                <a:gd name="T1" fmla="*/ 2 h 2"/>
                <a:gd name="T2" fmla="*/ 3 w 53"/>
                <a:gd name="T3" fmla="*/ 2 h 2"/>
                <a:gd name="T4" fmla="*/ 53 w 53"/>
                <a:gd name="T5" fmla="*/ 1 h 2"/>
                <a:gd name="T6" fmla="*/ 3 w 53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3" h="2">
                  <a:moveTo>
                    <a:pt x="3" y="2"/>
                  </a:moveTo>
                  <a:lnTo>
                    <a:pt x="3" y="2"/>
                  </a:lnTo>
                  <a:cubicBezTo>
                    <a:pt x="21" y="2"/>
                    <a:pt x="36" y="2"/>
                    <a:pt x="53" y="1"/>
                  </a:cubicBezTo>
                  <a:cubicBezTo>
                    <a:pt x="46" y="1"/>
                    <a:pt x="0" y="0"/>
                    <a:pt x="3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47" name="Voľný tvar 96"/>
            <p:cNvSpPr>
              <a:spLocks/>
            </p:cNvSpPr>
            <p:nvPr/>
          </p:nvSpPr>
          <p:spPr bwMode="invGray">
            <a:xfrm>
              <a:off x="4703763" y="2722563"/>
              <a:ext cx="84138" cy="1587"/>
            </a:xfrm>
            <a:custGeom>
              <a:avLst/>
              <a:gdLst>
                <a:gd name="T0" fmla="*/ 3 w 44"/>
                <a:gd name="T1" fmla="*/ 1 h 1"/>
                <a:gd name="T2" fmla="*/ 3 w 44"/>
                <a:gd name="T3" fmla="*/ 1 h 1"/>
                <a:gd name="T4" fmla="*/ 44 w 44"/>
                <a:gd name="T5" fmla="*/ 0 h 1"/>
                <a:gd name="T6" fmla="*/ 0 w 44"/>
                <a:gd name="T7" fmla="*/ 0 h 1"/>
                <a:gd name="T8" fmla="*/ 3 w 4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" h="1">
                  <a:moveTo>
                    <a:pt x="3" y="1"/>
                  </a:moveTo>
                  <a:lnTo>
                    <a:pt x="3" y="1"/>
                  </a:lnTo>
                  <a:lnTo>
                    <a:pt x="44" y="0"/>
                  </a:lnTo>
                  <a:lnTo>
                    <a:pt x="0" y="0"/>
                  </a:lnTo>
                  <a:lnTo>
                    <a:pt x="3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48" name="Voľný tvar 97"/>
            <p:cNvSpPr>
              <a:spLocks/>
            </p:cNvSpPr>
            <p:nvPr/>
          </p:nvSpPr>
          <p:spPr bwMode="invGray">
            <a:xfrm>
              <a:off x="4264025" y="2713038"/>
              <a:ext cx="77788" cy="4762"/>
            </a:xfrm>
            <a:custGeom>
              <a:avLst/>
              <a:gdLst>
                <a:gd name="T0" fmla="*/ 41 w 41"/>
                <a:gd name="T1" fmla="*/ 1 h 2"/>
                <a:gd name="T2" fmla="*/ 41 w 41"/>
                <a:gd name="T3" fmla="*/ 1 h 2"/>
                <a:gd name="T4" fmla="*/ 34 w 41"/>
                <a:gd name="T5" fmla="*/ 0 h 2"/>
                <a:gd name="T6" fmla="*/ 0 w 41"/>
                <a:gd name="T7" fmla="*/ 1 h 2"/>
                <a:gd name="T8" fmla="*/ 7 w 41"/>
                <a:gd name="T9" fmla="*/ 2 h 2"/>
                <a:gd name="T10" fmla="*/ 41 w 41"/>
                <a:gd name="T11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" h="2">
                  <a:moveTo>
                    <a:pt x="41" y="1"/>
                  </a:moveTo>
                  <a:lnTo>
                    <a:pt x="41" y="1"/>
                  </a:lnTo>
                  <a:lnTo>
                    <a:pt x="34" y="0"/>
                  </a:lnTo>
                  <a:lnTo>
                    <a:pt x="0" y="1"/>
                  </a:lnTo>
                  <a:lnTo>
                    <a:pt x="7" y="2"/>
                  </a:lnTo>
                  <a:lnTo>
                    <a:pt x="41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49" name="Voľný tvar 98"/>
            <p:cNvSpPr>
              <a:spLocks/>
            </p:cNvSpPr>
            <p:nvPr/>
          </p:nvSpPr>
          <p:spPr bwMode="invGray">
            <a:xfrm>
              <a:off x="4800600" y="2822575"/>
              <a:ext cx="117475" cy="7937"/>
            </a:xfrm>
            <a:custGeom>
              <a:avLst/>
              <a:gdLst>
                <a:gd name="T0" fmla="*/ 11 w 61"/>
                <a:gd name="T1" fmla="*/ 2 h 3"/>
                <a:gd name="T2" fmla="*/ 11 w 61"/>
                <a:gd name="T3" fmla="*/ 2 h 3"/>
                <a:gd name="T4" fmla="*/ 54 w 61"/>
                <a:gd name="T5" fmla="*/ 0 h 3"/>
                <a:gd name="T6" fmla="*/ 0 w 61"/>
                <a:gd name="T7" fmla="*/ 0 h 3"/>
                <a:gd name="T8" fmla="*/ 46 w 61"/>
                <a:gd name="T9" fmla="*/ 0 h 3"/>
                <a:gd name="T10" fmla="*/ 11 w 61"/>
                <a:gd name="T11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1" h="3">
                  <a:moveTo>
                    <a:pt x="11" y="2"/>
                  </a:moveTo>
                  <a:lnTo>
                    <a:pt x="11" y="2"/>
                  </a:lnTo>
                  <a:cubicBezTo>
                    <a:pt x="39" y="3"/>
                    <a:pt x="61" y="0"/>
                    <a:pt x="54" y="0"/>
                  </a:cubicBezTo>
                  <a:lnTo>
                    <a:pt x="0" y="0"/>
                  </a:lnTo>
                  <a:cubicBezTo>
                    <a:pt x="13" y="2"/>
                    <a:pt x="15" y="0"/>
                    <a:pt x="46" y="0"/>
                  </a:cubicBezTo>
                  <a:lnTo>
                    <a:pt x="11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50" name="Voľný tvar 99"/>
            <p:cNvSpPr>
              <a:spLocks/>
            </p:cNvSpPr>
            <p:nvPr/>
          </p:nvSpPr>
          <p:spPr bwMode="invGray">
            <a:xfrm>
              <a:off x="187325" y="2714625"/>
              <a:ext cx="1925638" cy="31750"/>
            </a:xfrm>
            <a:custGeom>
              <a:avLst/>
              <a:gdLst>
                <a:gd name="T0" fmla="*/ 746 w 1004"/>
                <a:gd name="T1" fmla="*/ 6 h 14"/>
                <a:gd name="T2" fmla="*/ 746 w 1004"/>
                <a:gd name="T3" fmla="*/ 6 h 14"/>
                <a:gd name="T4" fmla="*/ 820 w 1004"/>
                <a:gd name="T5" fmla="*/ 7 h 14"/>
                <a:gd name="T6" fmla="*/ 800 w 1004"/>
                <a:gd name="T7" fmla="*/ 8 h 14"/>
                <a:gd name="T8" fmla="*/ 847 w 1004"/>
                <a:gd name="T9" fmla="*/ 5 h 14"/>
                <a:gd name="T10" fmla="*/ 769 w 1004"/>
                <a:gd name="T11" fmla="*/ 11 h 14"/>
                <a:gd name="T12" fmla="*/ 918 w 1004"/>
                <a:gd name="T13" fmla="*/ 9 h 14"/>
                <a:gd name="T14" fmla="*/ 876 w 1004"/>
                <a:gd name="T15" fmla="*/ 7 h 14"/>
                <a:gd name="T16" fmla="*/ 981 w 1004"/>
                <a:gd name="T17" fmla="*/ 5 h 14"/>
                <a:gd name="T18" fmla="*/ 989 w 1004"/>
                <a:gd name="T19" fmla="*/ 2 h 14"/>
                <a:gd name="T20" fmla="*/ 997 w 1004"/>
                <a:gd name="T21" fmla="*/ 2 h 14"/>
                <a:gd name="T22" fmla="*/ 1004 w 1004"/>
                <a:gd name="T23" fmla="*/ 2 h 14"/>
                <a:gd name="T24" fmla="*/ 999 w 1004"/>
                <a:gd name="T25" fmla="*/ 2 h 14"/>
                <a:gd name="T26" fmla="*/ 994 w 1004"/>
                <a:gd name="T27" fmla="*/ 1 h 14"/>
                <a:gd name="T28" fmla="*/ 904 w 1004"/>
                <a:gd name="T29" fmla="*/ 0 h 14"/>
                <a:gd name="T30" fmla="*/ 791 w 1004"/>
                <a:gd name="T31" fmla="*/ 2 h 14"/>
                <a:gd name="T32" fmla="*/ 756 w 1004"/>
                <a:gd name="T33" fmla="*/ 2 h 14"/>
                <a:gd name="T34" fmla="*/ 743 w 1004"/>
                <a:gd name="T35" fmla="*/ 2 h 14"/>
                <a:gd name="T36" fmla="*/ 764 w 1004"/>
                <a:gd name="T37" fmla="*/ 1 h 14"/>
                <a:gd name="T38" fmla="*/ 697 w 1004"/>
                <a:gd name="T39" fmla="*/ 2 h 14"/>
                <a:gd name="T40" fmla="*/ 570 w 1004"/>
                <a:gd name="T41" fmla="*/ 3 h 14"/>
                <a:gd name="T42" fmla="*/ 559 w 1004"/>
                <a:gd name="T43" fmla="*/ 2 h 14"/>
                <a:gd name="T44" fmla="*/ 554 w 1004"/>
                <a:gd name="T45" fmla="*/ 3 h 14"/>
                <a:gd name="T46" fmla="*/ 0 w 1004"/>
                <a:gd name="T47" fmla="*/ 4 h 14"/>
                <a:gd name="T48" fmla="*/ 79 w 1004"/>
                <a:gd name="T49" fmla="*/ 5 h 14"/>
                <a:gd name="T50" fmla="*/ 113 w 1004"/>
                <a:gd name="T51" fmla="*/ 8 h 14"/>
                <a:gd name="T52" fmla="*/ 49 w 1004"/>
                <a:gd name="T53" fmla="*/ 8 h 14"/>
                <a:gd name="T54" fmla="*/ 64 w 1004"/>
                <a:gd name="T55" fmla="*/ 12 h 14"/>
                <a:gd name="T56" fmla="*/ 213 w 1004"/>
                <a:gd name="T57" fmla="*/ 8 h 14"/>
                <a:gd name="T58" fmla="*/ 234 w 1004"/>
                <a:gd name="T59" fmla="*/ 11 h 14"/>
                <a:gd name="T60" fmla="*/ 223 w 1004"/>
                <a:gd name="T61" fmla="*/ 11 h 14"/>
                <a:gd name="T62" fmla="*/ 324 w 1004"/>
                <a:gd name="T63" fmla="*/ 10 h 14"/>
                <a:gd name="T64" fmla="*/ 322 w 1004"/>
                <a:gd name="T65" fmla="*/ 12 h 14"/>
                <a:gd name="T66" fmla="*/ 454 w 1004"/>
                <a:gd name="T67" fmla="*/ 10 h 14"/>
                <a:gd name="T68" fmla="*/ 452 w 1004"/>
                <a:gd name="T69" fmla="*/ 11 h 14"/>
                <a:gd name="T70" fmla="*/ 620 w 1004"/>
                <a:gd name="T71" fmla="*/ 9 h 14"/>
                <a:gd name="T72" fmla="*/ 568 w 1004"/>
                <a:gd name="T73" fmla="*/ 11 h 14"/>
                <a:gd name="T74" fmla="*/ 643 w 1004"/>
                <a:gd name="T75" fmla="*/ 10 h 14"/>
                <a:gd name="T76" fmla="*/ 622 w 1004"/>
                <a:gd name="T77" fmla="*/ 12 h 14"/>
                <a:gd name="T78" fmla="*/ 758 w 1004"/>
                <a:gd name="T79" fmla="*/ 8 h 14"/>
                <a:gd name="T80" fmla="*/ 746 w 1004"/>
                <a:gd name="T81" fmla="*/ 6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004" h="14">
                  <a:moveTo>
                    <a:pt x="746" y="6"/>
                  </a:moveTo>
                  <a:lnTo>
                    <a:pt x="746" y="6"/>
                  </a:lnTo>
                  <a:cubicBezTo>
                    <a:pt x="758" y="5"/>
                    <a:pt x="817" y="5"/>
                    <a:pt x="820" y="7"/>
                  </a:cubicBezTo>
                  <a:cubicBezTo>
                    <a:pt x="812" y="7"/>
                    <a:pt x="780" y="8"/>
                    <a:pt x="800" y="8"/>
                  </a:cubicBezTo>
                  <a:lnTo>
                    <a:pt x="847" y="5"/>
                  </a:lnTo>
                  <a:cubicBezTo>
                    <a:pt x="909" y="7"/>
                    <a:pt x="800" y="10"/>
                    <a:pt x="769" y="11"/>
                  </a:cubicBezTo>
                  <a:cubicBezTo>
                    <a:pt x="832" y="11"/>
                    <a:pt x="851" y="9"/>
                    <a:pt x="918" y="9"/>
                  </a:cubicBezTo>
                  <a:cubicBezTo>
                    <a:pt x="899" y="9"/>
                    <a:pt x="886" y="8"/>
                    <a:pt x="876" y="7"/>
                  </a:cubicBezTo>
                  <a:cubicBezTo>
                    <a:pt x="873" y="5"/>
                    <a:pt x="936" y="6"/>
                    <a:pt x="981" y="5"/>
                  </a:cubicBezTo>
                  <a:cubicBezTo>
                    <a:pt x="952" y="4"/>
                    <a:pt x="969" y="3"/>
                    <a:pt x="989" y="2"/>
                  </a:cubicBezTo>
                  <a:cubicBezTo>
                    <a:pt x="993" y="2"/>
                    <a:pt x="996" y="2"/>
                    <a:pt x="997" y="2"/>
                  </a:cubicBezTo>
                  <a:lnTo>
                    <a:pt x="1004" y="2"/>
                  </a:lnTo>
                  <a:lnTo>
                    <a:pt x="999" y="2"/>
                  </a:lnTo>
                  <a:cubicBezTo>
                    <a:pt x="999" y="1"/>
                    <a:pt x="998" y="1"/>
                    <a:pt x="994" y="1"/>
                  </a:cubicBezTo>
                  <a:cubicBezTo>
                    <a:pt x="957" y="1"/>
                    <a:pt x="928" y="0"/>
                    <a:pt x="904" y="0"/>
                  </a:cubicBezTo>
                  <a:cubicBezTo>
                    <a:pt x="928" y="3"/>
                    <a:pt x="822" y="1"/>
                    <a:pt x="791" y="2"/>
                  </a:cubicBezTo>
                  <a:lnTo>
                    <a:pt x="756" y="2"/>
                  </a:lnTo>
                  <a:lnTo>
                    <a:pt x="743" y="2"/>
                  </a:lnTo>
                  <a:cubicBezTo>
                    <a:pt x="740" y="2"/>
                    <a:pt x="744" y="1"/>
                    <a:pt x="764" y="1"/>
                  </a:cubicBezTo>
                  <a:cubicBezTo>
                    <a:pt x="747" y="1"/>
                    <a:pt x="692" y="1"/>
                    <a:pt x="697" y="2"/>
                  </a:cubicBezTo>
                  <a:lnTo>
                    <a:pt x="570" y="3"/>
                  </a:lnTo>
                  <a:cubicBezTo>
                    <a:pt x="566" y="3"/>
                    <a:pt x="562" y="2"/>
                    <a:pt x="559" y="2"/>
                  </a:cubicBezTo>
                  <a:cubicBezTo>
                    <a:pt x="554" y="2"/>
                    <a:pt x="554" y="3"/>
                    <a:pt x="554" y="3"/>
                  </a:cubicBezTo>
                  <a:lnTo>
                    <a:pt x="0" y="4"/>
                  </a:lnTo>
                  <a:lnTo>
                    <a:pt x="79" y="5"/>
                  </a:lnTo>
                  <a:cubicBezTo>
                    <a:pt x="37" y="8"/>
                    <a:pt x="125" y="6"/>
                    <a:pt x="113" y="8"/>
                  </a:cubicBezTo>
                  <a:cubicBezTo>
                    <a:pt x="94" y="9"/>
                    <a:pt x="66" y="9"/>
                    <a:pt x="49" y="8"/>
                  </a:cubicBezTo>
                  <a:cubicBezTo>
                    <a:pt x="43" y="9"/>
                    <a:pt x="67" y="10"/>
                    <a:pt x="64" y="12"/>
                  </a:cubicBezTo>
                  <a:cubicBezTo>
                    <a:pt x="134" y="13"/>
                    <a:pt x="145" y="7"/>
                    <a:pt x="213" y="8"/>
                  </a:cubicBezTo>
                  <a:cubicBezTo>
                    <a:pt x="210" y="10"/>
                    <a:pt x="189" y="11"/>
                    <a:pt x="234" y="11"/>
                  </a:cubicBezTo>
                  <a:lnTo>
                    <a:pt x="223" y="11"/>
                  </a:lnTo>
                  <a:cubicBezTo>
                    <a:pt x="294" y="9"/>
                    <a:pt x="278" y="14"/>
                    <a:pt x="324" y="10"/>
                  </a:cubicBezTo>
                  <a:lnTo>
                    <a:pt x="322" y="12"/>
                  </a:lnTo>
                  <a:cubicBezTo>
                    <a:pt x="355" y="11"/>
                    <a:pt x="418" y="11"/>
                    <a:pt x="454" y="10"/>
                  </a:cubicBezTo>
                  <a:lnTo>
                    <a:pt x="452" y="11"/>
                  </a:lnTo>
                  <a:cubicBezTo>
                    <a:pt x="551" y="8"/>
                    <a:pt x="508" y="10"/>
                    <a:pt x="620" y="9"/>
                  </a:cubicBezTo>
                  <a:lnTo>
                    <a:pt x="568" y="11"/>
                  </a:lnTo>
                  <a:cubicBezTo>
                    <a:pt x="607" y="12"/>
                    <a:pt x="616" y="10"/>
                    <a:pt x="643" y="10"/>
                  </a:cubicBezTo>
                  <a:cubicBezTo>
                    <a:pt x="641" y="10"/>
                    <a:pt x="648" y="12"/>
                    <a:pt x="622" y="12"/>
                  </a:cubicBezTo>
                  <a:lnTo>
                    <a:pt x="758" y="8"/>
                  </a:lnTo>
                  <a:cubicBezTo>
                    <a:pt x="790" y="7"/>
                    <a:pt x="751" y="7"/>
                    <a:pt x="746" y="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51" name="Voľný tvar 100"/>
            <p:cNvSpPr>
              <a:spLocks/>
            </p:cNvSpPr>
            <p:nvPr/>
          </p:nvSpPr>
          <p:spPr bwMode="invGray">
            <a:xfrm>
              <a:off x="1947862" y="2735263"/>
              <a:ext cx="47625" cy="0"/>
            </a:xfrm>
            <a:custGeom>
              <a:avLst/>
              <a:gdLst>
                <a:gd name="T0" fmla="*/ 0 w 25"/>
                <a:gd name="T1" fmla="*/ 0 w 25"/>
                <a:gd name="T2" fmla="*/ 25 w 25"/>
                <a:gd name="T3" fmla="*/ 0 w 2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5">
                  <a:moveTo>
                    <a:pt x="0" y="0"/>
                  </a:moveTo>
                  <a:lnTo>
                    <a:pt x="0" y="0"/>
                  </a:lnTo>
                  <a:lnTo>
                    <a:pt x="2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52" name="Voľný tvar 101"/>
            <p:cNvSpPr>
              <a:spLocks/>
            </p:cNvSpPr>
            <p:nvPr/>
          </p:nvSpPr>
          <p:spPr bwMode="invGray">
            <a:xfrm>
              <a:off x="112712" y="2724150"/>
              <a:ext cx="74613" cy="0"/>
            </a:xfrm>
            <a:custGeom>
              <a:avLst/>
              <a:gdLst>
                <a:gd name="T0" fmla="*/ 0 w 39"/>
                <a:gd name="T1" fmla="*/ 0 w 39"/>
                <a:gd name="T2" fmla="*/ 39 w 39"/>
                <a:gd name="T3" fmla="*/ 0 w 3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9">
                  <a:moveTo>
                    <a:pt x="0" y="0"/>
                  </a:moveTo>
                  <a:lnTo>
                    <a:pt x="0" y="0"/>
                  </a:lnTo>
                  <a:lnTo>
                    <a:pt x="39" y="0"/>
                  </a:lnTo>
                  <a:cubicBezTo>
                    <a:pt x="27" y="0"/>
                    <a:pt x="14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53" name="Voľný tvar 102"/>
            <p:cNvSpPr>
              <a:spLocks/>
            </p:cNvSpPr>
            <p:nvPr/>
          </p:nvSpPr>
          <p:spPr bwMode="invGray">
            <a:xfrm>
              <a:off x="2187575" y="2717800"/>
              <a:ext cx="176213" cy="6350"/>
            </a:xfrm>
            <a:custGeom>
              <a:avLst/>
              <a:gdLst>
                <a:gd name="T0" fmla="*/ 71 w 92"/>
                <a:gd name="T1" fmla="*/ 3 h 3"/>
                <a:gd name="T2" fmla="*/ 71 w 92"/>
                <a:gd name="T3" fmla="*/ 3 h 3"/>
                <a:gd name="T4" fmla="*/ 92 w 92"/>
                <a:gd name="T5" fmla="*/ 0 h 3"/>
                <a:gd name="T6" fmla="*/ 8 w 92"/>
                <a:gd name="T7" fmla="*/ 1 h 3"/>
                <a:gd name="T8" fmla="*/ 2 w 92"/>
                <a:gd name="T9" fmla="*/ 3 h 3"/>
                <a:gd name="T10" fmla="*/ 71 w 92"/>
                <a:gd name="T11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2" h="3">
                  <a:moveTo>
                    <a:pt x="71" y="3"/>
                  </a:moveTo>
                  <a:lnTo>
                    <a:pt x="71" y="3"/>
                  </a:lnTo>
                  <a:cubicBezTo>
                    <a:pt x="47" y="2"/>
                    <a:pt x="88" y="1"/>
                    <a:pt x="92" y="0"/>
                  </a:cubicBezTo>
                  <a:lnTo>
                    <a:pt x="8" y="1"/>
                  </a:lnTo>
                  <a:cubicBezTo>
                    <a:pt x="8" y="1"/>
                    <a:pt x="0" y="2"/>
                    <a:pt x="2" y="3"/>
                  </a:cubicBezTo>
                  <a:lnTo>
                    <a:pt x="71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54" name="Voľný tvar 103"/>
            <p:cNvSpPr>
              <a:spLocks/>
            </p:cNvSpPr>
            <p:nvPr/>
          </p:nvSpPr>
          <p:spPr bwMode="invGray">
            <a:xfrm>
              <a:off x="2112962" y="2714625"/>
              <a:ext cx="90488" cy="4762"/>
            </a:xfrm>
            <a:custGeom>
              <a:avLst/>
              <a:gdLst>
                <a:gd name="T0" fmla="*/ 22 w 47"/>
                <a:gd name="T1" fmla="*/ 0 h 2"/>
                <a:gd name="T2" fmla="*/ 22 w 47"/>
                <a:gd name="T3" fmla="*/ 0 h 2"/>
                <a:gd name="T4" fmla="*/ 0 w 47"/>
                <a:gd name="T5" fmla="*/ 2 h 2"/>
                <a:gd name="T6" fmla="*/ 47 w 47"/>
                <a:gd name="T7" fmla="*/ 2 h 2"/>
                <a:gd name="T8" fmla="*/ 22 w 47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22" y="0"/>
                  </a:moveTo>
                  <a:lnTo>
                    <a:pt x="22" y="0"/>
                  </a:lnTo>
                  <a:cubicBezTo>
                    <a:pt x="19" y="1"/>
                    <a:pt x="11" y="1"/>
                    <a:pt x="0" y="2"/>
                  </a:cubicBezTo>
                  <a:lnTo>
                    <a:pt x="47" y="2"/>
                  </a:lnTo>
                  <a:cubicBezTo>
                    <a:pt x="47" y="1"/>
                    <a:pt x="41" y="0"/>
                    <a:pt x="2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55" name="Voľný tvar 104"/>
            <p:cNvSpPr>
              <a:spLocks/>
            </p:cNvSpPr>
            <p:nvPr/>
          </p:nvSpPr>
          <p:spPr bwMode="invGray">
            <a:xfrm>
              <a:off x="2101850" y="2811463"/>
              <a:ext cx="71438" cy="3175"/>
            </a:xfrm>
            <a:custGeom>
              <a:avLst/>
              <a:gdLst>
                <a:gd name="T0" fmla="*/ 37 w 37"/>
                <a:gd name="T1" fmla="*/ 0 h 1"/>
                <a:gd name="T2" fmla="*/ 37 w 37"/>
                <a:gd name="T3" fmla="*/ 0 h 1"/>
                <a:gd name="T4" fmla="*/ 22 w 37"/>
                <a:gd name="T5" fmla="*/ 1 h 1"/>
                <a:gd name="T6" fmla="*/ 0 w 37"/>
                <a:gd name="T7" fmla="*/ 1 h 1"/>
                <a:gd name="T8" fmla="*/ 37 w 37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" h="1">
                  <a:moveTo>
                    <a:pt x="37" y="0"/>
                  </a:moveTo>
                  <a:lnTo>
                    <a:pt x="37" y="0"/>
                  </a:lnTo>
                  <a:lnTo>
                    <a:pt x="22" y="1"/>
                  </a:lnTo>
                  <a:lnTo>
                    <a:pt x="0" y="1"/>
                  </a:lnTo>
                  <a:lnTo>
                    <a:pt x="3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56" name="Voľný tvar 105"/>
            <p:cNvSpPr>
              <a:spLocks/>
            </p:cNvSpPr>
            <p:nvPr/>
          </p:nvSpPr>
          <p:spPr bwMode="invGray">
            <a:xfrm>
              <a:off x="1724025" y="2805113"/>
              <a:ext cx="120650" cy="4762"/>
            </a:xfrm>
            <a:custGeom>
              <a:avLst/>
              <a:gdLst>
                <a:gd name="T0" fmla="*/ 0 w 63"/>
                <a:gd name="T1" fmla="*/ 0 h 2"/>
                <a:gd name="T2" fmla="*/ 0 w 63"/>
                <a:gd name="T3" fmla="*/ 0 h 2"/>
                <a:gd name="T4" fmla="*/ 63 w 63"/>
                <a:gd name="T5" fmla="*/ 0 h 2"/>
                <a:gd name="T6" fmla="*/ 0 w 6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2">
                  <a:moveTo>
                    <a:pt x="0" y="0"/>
                  </a:moveTo>
                  <a:lnTo>
                    <a:pt x="0" y="0"/>
                  </a:lnTo>
                  <a:cubicBezTo>
                    <a:pt x="18" y="2"/>
                    <a:pt x="52" y="1"/>
                    <a:pt x="63" y="0"/>
                  </a:cubicBezTo>
                  <a:cubicBezTo>
                    <a:pt x="24" y="0"/>
                    <a:pt x="41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57" name="Voľný tvar 106"/>
            <p:cNvSpPr>
              <a:spLocks/>
            </p:cNvSpPr>
            <p:nvPr/>
          </p:nvSpPr>
          <p:spPr bwMode="invGray">
            <a:xfrm>
              <a:off x="1744662" y="2833688"/>
              <a:ext cx="73025" cy="3175"/>
            </a:xfrm>
            <a:custGeom>
              <a:avLst/>
              <a:gdLst>
                <a:gd name="T0" fmla="*/ 38 w 38"/>
                <a:gd name="T1" fmla="*/ 0 h 1"/>
                <a:gd name="T2" fmla="*/ 38 w 38"/>
                <a:gd name="T3" fmla="*/ 0 h 1"/>
                <a:gd name="T4" fmla="*/ 0 w 38"/>
                <a:gd name="T5" fmla="*/ 1 h 1"/>
                <a:gd name="T6" fmla="*/ 3 w 38"/>
                <a:gd name="T7" fmla="*/ 1 h 1"/>
                <a:gd name="T8" fmla="*/ 38 w 38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1">
                  <a:moveTo>
                    <a:pt x="38" y="0"/>
                  </a:moveTo>
                  <a:lnTo>
                    <a:pt x="38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3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58" name="Voľný tvar 107"/>
            <p:cNvSpPr>
              <a:spLocks/>
            </p:cNvSpPr>
            <p:nvPr/>
          </p:nvSpPr>
          <p:spPr bwMode="invGray">
            <a:xfrm>
              <a:off x="-474663" y="2741613"/>
              <a:ext cx="34925" cy="0"/>
            </a:xfrm>
            <a:custGeom>
              <a:avLst/>
              <a:gdLst>
                <a:gd name="T0" fmla="*/ 18 w 18"/>
                <a:gd name="T1" fmla="*/ 18 w 18"/>
                <a:gd name="T2" fmla="*/ 0 w 18"/>
                <a:gd name="T3" fmla="*/ 18 w 1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8">
                  <a:moveTo>
                    <a:pt x="18" y="0"/>
                  </a:moveTo>
                  <a:lnTo>
                    <a:pt x="18" y="0"/>
                  </a:lnTo>
                  <a:lnTo>
                    <a:pt x="0" y="0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59" name="Voľný tvar 108"/>
            <p:cNvSpPr>
              <a:spLocks/>
            </p:cNvSpPr>
            <p:nvPr/>
          </p:nvSpPr>
          <p:spPr bwMode="invGray">
            <a:xfrm>
              <a:off x="-947738" y="2725738"/>
              <a:ext cx="1239838" cy="19050"/>
            </a:xfrm>
            <a:custGeom>
              <a:avLst/>
              <a:gdLst>
                <a:gd name="T0" fmla="*/ 588 w 647"/>
                <a:gd name="T1" fmla="*/ 5 h 8"/>
                <a:gd name="T2" fmla="*/ 588 w 647"/>
                <a:gd name="T3" fmla="*/ 5 h 8"/>
                <a:gd name="T4" fmla="*/ 619 w 647"/>
                <a:gd name="T5" fmla="*/ 0 h 8"/>
                <a:gd name="T6" fmla="*/ 570 w 647"/>
                <a:gd name="T7" fmla="*/ 1 h 8"/>
                <a:gd name="T8" fmla="*/ 574 w 647"/>
                <a:gd name="T9" fmla="*/ 0 h 8"/>
                <a:gd name="T10" fmla="*/ 515 w 647"/>
                <a:gd name="T11" fmla="*/ 1 h 8"/>
                <a:gd name="T12" fmla="*/ 533 w 647"/>
                <a:gd name="T13" fmla="*/ 3 h 8"/>
                <a:gd name="T14" fmla="*/ 450 w 647"/>
                <a:gd name="T15" fmla="*/ 0 h 8"/>
                <a:gd name="T16" fmla="*/ 361 w 647"/>
                <a:gd name="T17" fmla="*/ 0 h 8"/>
                <a:gd name="T18" fmla="*/ 368 w 647"/>
                <a:gd name="T19" fmla="*/ 0 h 8"/>
                <a:gd name="T20" fmla="*/ 355 w 647"/>
                <a:gd name="T21" fmla="*/ 0 h 8"/>
                <a:gd name="T22" fmla="*/ 55 w 647"/>
                <a:gd name="T23" fmla="*/ 1 h 8"/>
                <a:gd name="T24" fmla="*/ 45 w 647"/>
                <a:gd name="T25" fmla="*/ 6 h 8"/>
                <a:gd name="T26" fmla="*/ 207 w 647"/>
                <a:gd name="T27" fmla="*/ 5 h 8"/>
                <a:gd name="T28" fmla="*/ 214 w 647"/>
                <a:gd name="T29" fmla="*/ 6 h 8"/>
                <a:gd name="T30" fmla="*/ 250 w 647"/>
                <a:gd name="T31" fmla="*/ 4 h 8"/>
                <a:gd name="T32" fmla="*/ 216 w 647"/>
                <a:gd name="T33" fmla="*/ 3 h 8"/>
                <a:gd name="T34" fmla="*/ 393 w 647"/>
                <a:gd name="T35" fmla="*/ 3 h 8"/>
                <a:gd name="T36" fmla="*/ 265 w 647"/>
                <a:gd name="T37" fmla="*/ 5 h 8"/>
                <a:gd name="T38" fmla="*/ 265 w 647"/>
                <a:gd name="T39" fmla="*/ 7 h 8"/>
                <a:gd name="T40" fmla="*/ 588 w 647"/>
                <a:gd name="T41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47" h="8">
                  <a:moveTo>
                    <a:pt x="588" y="5"/>
                  </a:moveTo>
                  <a:lnTo>
                    <a:pt x="588" y="5"/>
                  </a:lnTo>
                  <a:cubicBezTo>
                    <a:pt x="499" y="3"/>
                    <a:pt x="647" y="3"/>
                    <a:pt x="619" y="0"/>
                  </a:cubicBezTo>
                  <a:lnTo>
                    <a:pt x="570" y="1"/>
                  </a:lnTo>
                  <a:lnTo>
                    <a:pt x="574" y="0"/>
                  </a:lnTo>
                  <a:lnTo>
                    <a:pt x="515" y="1"/>
                  </a:lnTo>
                  <a:cubicBezTo>
                    <a:pt x="527" y="2"/>
                    <a:pt x="536" y="2"/>
                    <a:pt x="533" y="3"/>
                  </a:cubicBezTo>
                  <a:cubicBezTo>
                    <a:pt x="454" y="3"/>
                    <a:pt x="508" y="2"/>
                    <a:pt x="450" y="0"/>
                  </a:cubicBezTo>
                  <a:lnTo>
                    <a:pt x="361" y="0"/>
                  </a:lnTo>
                  <a:lnTo>
                    <a:pt x="368" y="0"/>
                  </a:lnTo>
                  <a:cubicBezTo>
                    <a:pt x="361" y="0"/>
                    <a:pt x="357" y="0"/>
                    <a:pt x="355" y="0"/>
                  </a:cubicBezTo>
                  <a:lnTo>
                    <a:pt x="55" y="1"/>
                  </a:lnTo>
                  <a:cubicBezTo>
                    <a:pt x="0" y="3"/>
                    <a:pt x="85" y="4"/>
                    <a:pt x="45" y="6"/>
                  </a:cubicBezTo>
                  <a:cubicBezTo>
                    <a:pt x="108" y="6"/>
                    <a:pt x="202" y="8"/>
                    <a:pt x="207" y="5"/>
                  </a:cubicBezTo>
                  <a:cubicBezTo>
                    <a:pt x="205" y="5"/>
                    <a:pt x="201" y="6"/>
                    <a:pt x="214" y="6"/>
                  </a:cubicBezTo>
                  <a:lnTo>
                    <a:pt x="250" y="4"/>
                  </a:lnTo>
                  <a:lnTo>
                    <a:pt x="216" y="3"/>
                  </a:lnTo>
                  <a:cubicBezTo>
                    <a:pt x="252" y="1"/>
                    <a:pt x="371" y="1"/>
                    <a:pt x="393" y="3"/>
                  </a:cubicBezTo>
                  <a:cubicBezTo>
                    <a:pt x="325" y="4"/>
                    <a:pt x="359" y="6"/>
                    <a:pt x="265" y="5"/>
                  </a:cubicBezTo>
                  <a:cubicBezTo>
                    <a:pt x="269" y="6"/>
                    <a:pt x="286" y="7"/>
                    <a:pt x="265" y="7"/>
                  </a:cubicBezTo>
                  <a:cubicBezTo>
                    <a:pt x="375" y="6"/>
                    <a:pt x="474" y="8"/>
                    <a:pt x="588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60" name="Voľný tvar 109"/>
            <p:cNvSpPr>
              <a:spLocks/>
            </p:cNvSpPr>
            <p:nvPr/>
          </p:nvSpPr>
          <p:spPr bwMode="invGray">
            <a:xfrm>
              <a:off x="-1944688" y="2741613"/>
              <a:ext cx="4763" cy="0"/>
            </a:xfrm>
            <a:custGeom>
              <a:avLst/>
              <a:gdLst>
                <a:gd name="T0" fmla="*/ 1 w 2"/>
                <a:gd name="T1" fmla="*/ 1 w 2"/>
                <a:gd name="T2" fmla="*/ 2 w 2"/>
                <a:gd name="T3" fmla="*/ 1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">
                  <a:moveTo>
                    <a:pt x="1" y="0"/>
                  </a:moveTo>
                  <a:lnTo>
                    <a:pt x="1" y="0"/>
                  </a:lnTo>
                  <a:lnTo>
                    <a:pt x="2" y="0"/>
                  </a:lnTo>
                  <a:cubicBezTo>
                    <a:pt x="0" y="0"/>
                    <a:pt x="0" y="0"/>
                    <a:pt x="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61" name="Voľný tvar 110"/>
            <p:cNvSpPr>
              <a:spLocks/>
            </p:cNvSpPr>
            <p:nvPr/>
          </p:nvSpPr>
          <p:spPr bwMode="invGray">
            <a:xfrm>
              <a:off x="-1939925" y="2735263"/>
              <a:ext cx="173038" cy="6350"/>
            </a:xfrm>
            <a:custGeom>
              <a:avLst/>
              <a:gdLst>
                <a:gd name="T0" fmla="*/ 36 w 90"/>
                <a:gd name="T1" fmla="*/ 3 h 3"/>
                <a:gd name="T2" fmla="*/ 36 w 90"/>
                <a:gd name="T3" fmla="*/ 3 h 3"/>
                <a:gd name="T4" fmla="*/ 90 w 90"/>
                <a:gd name="T5" fmla="*/ 0 h 3"/>
                <a:gd name="T6" fmla="*/ 6 w 90"/>
                <a:gd name="T7" fmla="*/ 1 h 3"/>
                <a:gd name="T8" fmla="*/ 0 w 90"/>
                <a:gd name="T9" fmla="*/ 3 h 3"/>
                <a:gd name="T10" fmla="*/ 48 w 90"/>
                <a:gd name="T11" fmla="*/ 2 h 3"/>
                <a:gd name="T12" fmla="*/ 36 w 90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3">
                  <a:moveTo>
                    <a:pt x="36" y="3"/>
                  </a:moveTo>
                  <a:lnTo>
                    <a:pt x="36" y="3"/>
                  </a:lnTo>
                  <a:lnTo>
                    <a:pt x="90" y="0"/>
                  </a:lnTo>
                  <a:lnTo>
                    <a:pt x="6" y="1"/>
                  </a:lnTo>
                  <a:lnTo>
                    <a:pt x="0" y="3"/>
                  </a:lnTo>
                  <a:cubicBezTo>
                    <a:pt x="8" y="2"/>
                    <a:pt x="37" y="1"/>
                    <a:pt x="48" y="2"/>
                  </a:cubicBezTo>
                  <a:lnTo>
                    <a:pt x="36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62" name="Voľný tvar 111"/>
            <p:cNvSpPr>
              <a:spLocks/>
            </p:cNvSpPr>
            <p:nvPr/>
          </p:nvSpPr>
          <p:spPr bwMode="invGray">
            <a:xfrm>
              <a:off x="-1773238" y="2733675"/>
              <a:ext cx="123825" cy="12700"/>
            </a:xfrm>
            <a:custGeom>
              <a:avLst/>
              <a:gdLst>
                <a:gd name="T0" fmla="*/ 65 w 65"/>
                <a:gd name="T1" fmla="*/ 0 h 6"/>
                <a:gd name="T2" fmla="*/ 65 w 65"/>
                <a:gd name="T3" fmla="*/ 0 h 6"/>
                <a:gd name="T4" fmla="*/ 48 w 65"/>
                <a:gd name="T5" fmla="*/ 4 h 6"/>
                <a:gd name="T6" fmla="*/ 0 w 65"/>
                <a:gd name="T7" fmla="*/ 4 h 6"/>
                <a:gd name="T8" fmla="*/ 61 w 65"/>
                <a:gd name="T9" fmla="*/ 4 h 6"/>
                <a:gd name="T10" fmla="*/ 65 w 65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5" h="6">
                  <a:moveTo>
                    <a:pt x="65" y="0"/>
                  </a:moveTo>
                  <a:lnTo>
                    <a:pt x="65" y="0"/>
                  </a:lnTo>
                  <a:cubicBezTo>
                    <a:pt x="22" y="1"/>
                    <a:pt x="25" y="3"/>
                    <a:pt x="48" y="4"/>
                  </a:cubicBezTo>
                  <a:cubicBezTo>
                    <a:pt x="8" y="5"/>
                    <a:pt x="27" y="1"/>
                    <a:pt x="0" y="4"/>
                  </a:cubicBezTo>
                  <a:cubicBezTo>
                    <a:pt x="1" y="6"/>
                    <a:pt x="50" y="5"/>
                    <a:pt x="61" y="4"/>
                  </a:cubicBezTo>
                  <a:lnTo>
                    <a:pt x="6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63" name="Voľný tvar 112"/>
            <p:cNvSpPr>
              <a:spLocks/>
            </p:cNvSpPr>
            <p:nvPr/>
          </p:nvSpPr>
          <p:spPr bwMode="invGray">
            <a:xfrm>
              <a:off x="-1057275" y="2735263"/>
              <a:ext cx="57150" cy="3175"/>
            </a:xfrm>
            <a:custGeom>
              <a:avLst/>
              <a:gdLst>
                <a:gd name="T0" fmla="*/ 12 w 30"/>
                <a:gd name="T1" fmla="*/ 0 h 1"/>
                <a:gd name="T2" fmla="*/ 12 w 30"/>
                <a:gd name="T3" fmla="*/ 0 h 1"/>
                <a:gd name="T4" fmla="*/ 0 w 30"/>
                <a:gd name="T5" fmla="*/ 1 h 1"/>
                <a:gd name="T6" fmla="*/ 30 w 30"/>
                <a:gd name="T7" fmla="*/ 1 h 1"/>
                <a:gd name="T8" fmla="*/ 12 w 30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1">
                  <a:moveTo>
                    <a:pt x="12" y="0"/>
                  </a:moveTo>
                  <a:lnTo>
                    <a:pt x="12" y="0"/>
                  </a:lnTo>
                  <a:lnTo>
                    <a:pt x="0" y="1"/>
                  </a:lnTo>
                  <a:lnTo>
                    <a:pt x="30" y="1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64" name="Voľný tvar 113"/>
            <p:cNvSpPr>
              <a:spLocks/>
            </p:cNvSpPr>
            <p:nvPr/>
          </p:nvSpPr>
          <p:spPr bwMode="invGray">
            <a:xfrm>
              <a:off x="-1116013" y="2738438"/>
              <a:ext cx="58738" cy="3175"/>
            </a:xfrm>
            <a:custGeom>
              <a:avLst/>
              <a:gdLst>
                <a:gd name="T0" fmla="*/ 30 w 30"/>
                <a:gd name="T1" fmla="*/ 0 h 2"/>
                <a:gd name="T2" fmla="*/ 30 w 30"/>
                <a:gd name="T3" fmla="*/ 0 h 2"/>
                <a:gd name="T4" fmla="*/ 0 w 30"/>
                <a:gd name="T5" fmla="*/ 0 h 2"/>
                <a:gd name="T6" fmla="*/ 9 w 30"/>
                <a:gd name="T7" fmla="*/ 2 h 2"/>
                <a:gd name="T8" fmla="*/ 30 w 30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2">
                  <a:moveTo>
                    <a:pt x="30" y="0"/>
                  </a:moveTo>
                  <a:lnTo>
                    <a:pt x="30" y="0"/>
                  </a:lnTo>
                  <a:lnTo>
                    <a:pt x="0" y="0"/>
                  </a:lnTo>
                  <a:cubicBezTo>
                    <a:pt x="2" y="0"/>
                    <a:pt x="4" y="1"/>
                    <a:pt x="9" y="2"/>
                  </a:cubicBezTo>
                  <a:lnTo>
                    <a:pt x="3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65" name="Voľný tvar 114"/>
            <p:cNvSpPr>
              <a:spLocks/>
            </p:cNvSpPr>
            <p:nvPr/>
          </p:nvSpPr>
          <p:spPr bwMode="invGray">
            <a:xfrm>
              <a:off x="-1349375" y="2735263"/>
              <a:ext cx="84138" cy="0"/>
            </a:xfrm>
            <a:custGeom>
              <a:avLst/>
              <a:gdLst>
                <a:gd name="T0" fmla="*/ 44 w 44"/>
                <a:gd name="T1" fmla="*/ 44 w 44"/>
                <a:gd name="T2" fmla="*/ 0 w 44"/>
                <a:gd name="T3" fmla="*/ 44 w 4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44">
                  <a:moveTo>
                    <a:pt x="44" y="0"/>
                  </a:moveTo>
                  <a:lnTo>
                    <a:pt x="44" y="0"/>
                  </a:lnTo>
                  <a:lnTo>
                    <a:pt x="0" y="0"/>
                  </a:lnTo>
                  <a:lnTo>
                    <a:pt x="4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66" name="Voľný tvar 115"/>
            <p:cNvSpPr>
              <a:spLocks/>
            </p:cNvSpPr>
            <p:nvPr/>
          </p:nvSpPr>
          <p:spPr bwMode="invGray">
            <a:xfrm>
              <a:off x="-1265238" y="2735263"/>
              <a:ext cx="65088" cy="3175"/>
            </a:xfrm>
            <a:custGeom>
              <a:avLst/>
              <a:gdLst>
                <a:gd name="T0" fmla="*/ 34 w 34"/>
                <a:gd name="T1" fmla="*/ 1 h 1"/>
                <a:gd name="T2" fmla="*/ 34 w 34"/>
                <a:gd name="T3" fmla="*/ 1 h 1"/>
                <a:gd name="T4" fmla="*/ 33 w 34"/>
                <a:gd name="T5" fmla="*/ 0 h 1"/>
                <a:gd name="T6" fmla="*/ 0 w 34"/>
                <a:gd name="T7" fmla="*/ 0 h 1"/>
                <a:gd name="T8" fmla="*/ 34 w 3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1">
                  <a:moveTo>
                    <a:pt x="34" y="1"/>
                  </a:moveTo>
                  <a:lnTo>
                    <a:pt x="34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34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67" name="Voľný tvar 116"/>
            <p:cNvSpPr>
              <a:spLocks/>
            </p:cNvSpPr>
            <p:nvPr/>
          </p:nvSpPr>
          <p:spPr bwMode="invGray">
            <a:xfrm>
              <a:off x="-1219200" y="2728913"/>
              <a:ext cx="103188" cy="9525"/>
            </a:xfrm>
            <a:custGeom>
              <a:avLst/>
              <a:gdLst>
                <a:gd name="T0" fmla="*/ 54 w 54"/>
                <a:gd name="T1" fmla="*/ 4 h 4"/>
                <a:gd name="T2" fmla="*/ 54 w 54"/>
                <a:gd name="T3" fmla="*/ 4 h 4"/>
                <a:gd name="T4" fmla="*/ 0 w 54"/>
                <a:gd name="T5" fmla="*/ 1 h 4"/>
                <a:gd name="T6" fmla="*/ 9 w 54"/>
                <a:gd name="T7" fmla="*/ 3 h 4"/>
                <a:gd name="T8" fmla="*/ 54 w 5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" h="4">
                  <a:moveTo>
                    <a:pt x="54" y="4"/>
                  </a:moveTo>
                  <a:lnTo>
                    <a:pt x="54" y="4"/>
                  </a:lnTo>
                  <a:cubicBezTo>
                    <a:pt x="49" y="2"/>
                    <a:pt x="43" y="0"/>
                    <a:pt x="0" y="1"/>
                  </a:cubicBezTo>
                  <a:lnTo>
                    <a:pt x="9" y="3"/>
                  </a:lnTo>
                  <a:lnTo>
                    <a:pt x="54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68" name="Voľný tvar 117"/>
            <p:cNvSpPr>
              <a:spLocks/>
            </p:cNvSpPr>
            <p:nvPr/>
          </p:nvSpPr>
          <p:spPr bwMode="invGray">
            <a:xfrm>
              <a:off x="1225550" y="2830513"/>
              <a:ext cx="73025" cy="3175"/>
            </a:xfrm>
            <a:custGeom>
              <a:avLst/>
              <a:gdLst>
                <a:gd name="T0" fmla="*/ 34 w 38"/>
                <a:gd name="T1" fmla="*/ 0 h 2"/>
                <a:gd name="T2" fmla="*/ 34 w 38"/>
                <a:gd name="T3" fmla="*/ 0 h 2"/>
                <a:gd name="T4" fmla="*/ 0 w 38"/>
                <a:gd name="T5" fmla="*/ 1 h 2"/>
                <a:gd name="T6" fmla="*/ 4 w 38"/>
                <a:gd name="T7" fmla="*/ 2 h 2"/>
                <a:gd name="T8" fmla="*/ 38 w 38"/>
                <a:gd name="T9" fmla="*/ 1 h 2"/>
                <a:gd name="T10" fmla="*/ 34 w 38"/>
                <a:gd name="T11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2">
                  <a:moveTo>
                    <a:pt x="34" y="0"/>
                  </a:moveTo>
                  <a:lnTo>
                    <a:pt x="34" y="0"/>
                  </a:lnTo>
                  <a:lnTo>
                    <a:pt x="0" y="1"/>
                  </a:lnTo>
                  <a:lnTo>
                    <a:pt x="4" y="2"/>
                  </a:lnTo>
                  <a:lnTo>
                    <a:pt x="38" y="1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69" name="Voľný tvar 118"/>
            <p:cNvSpPr>
              <a:spLocks/>
            </p:cNvSpPr>
            <p:nvPr/>
          </p:nvSpPr>
          <p:spPr bwMode="invGray">
            <a:xfrm>
              <a:off x="874712" y="2827338"/>
              <a:ext cx="39688" cy="3175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9" y="1"/>
                    <a:pt x="16" y="1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70" name="Voľný tvar 119"/>
            <p:cNvSpPr>
              <a:spLocks/>
            </p:cNvSpPr>
            <p:nvPr/>
          </p:nvSpPr>
          <p:spPr bwMode="invGray">
            <a:xfrm>
              <a:off x="417512" y="2827338"/>
              <a:ext cx="457200" cy="31750"/>
            </a:xfrm>
            <a:custGeom>
              <a:avLst/>
              <a:gdLst>
                <a:gd name="T0" fmla="*/ 113 w 238"/>
                <a:gd name="T1" fmla="*/ 12 h 14"/>
                <a:gd name="T2" fmla="*/ 113 w 238"/>
                <a:gd name="T3" fmla="*/ 12 h 14"/>
                <a:gd name="T4" fmla="*/ 94 w 238"/>
                <a:gd name="T5" fmla="*/ 9 h 14"/>
                <a:gd name="T6" fmla="*/ 157 w 238"/>
                <a:gd name="T7" fmla="*/ 6 h 14"/>
                <a:gd name="T8" fmla="*/ 145 w 238"/>
                <a:gd name="T9" fmla="*/ 8 h 14"/>
                <a:gd name="T10" fmla="*/ 169 w 238"/>
                <a:gd name="T11" fmla="*/ 6 h 14"/>
                <a:gd name="T12" fmla="*/ 238 w 238"/>
                <a:gd name="T13" fmla="*/ 1 h 14"/>
                <a:gd name="T14" fmla="*/ 32 w 238"/>
                <a:gd name="T15" fmla="*/ 3 h 14"/>
                <a:gd name="T16" fmla="*/ 19 w 238"/>
                <a:gd name="T17" fmla="*/ 13 h 14"/>
                <a:gd name="T18" fmla="*/ 113 w 238"/>
                <a:gd name="T19" fmla="*/ 12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38" h="14">
                  <a:moveTo>
                    <a:pt x="113" y="12"/>
                  </a:moveTo>
                  <a:lnTo>
                    <a:pt x="113" y="12"/>
                  </a:lnTo>
                  <a:cubicBezTo>
                    <a:pt x="73" y="10"/>
                    <a:pt x="168" y="9"/>
                    <a:pt x="94" y="9"/>
                  </a:cubicBezTo>
                  <a:cubicBezTo>
                    <a:pt x="88" y="7"/>
                    <a:pt x="122" y="5"/>
                    <a:pt x="157" y="6"/>
                  </a:cubicBezTo>
                  <a:cubicBezTo>
                    <a:pt x="155" y="7"/>
                    <a:pt x="123" y="7"/>
                    <a:pt x="145" y="8"/>
                  </a:cubicBezTo>
                  <a:cubicBezTo>
                    <a:pt x="168" y="7"/>
                    <a:pt x="177" y="8"/>
                    <a:pt x="169" y="6"/>
                  </a:cubicBezTo>
                  <a:cubicBezTo>
                    <a:pt x="208" y="4"/>
                    <a:pt x="212" y="3"/>
                    <a:pt x="238" y="1"/>
                  </a:cubicBezTo>
                  <a:cubicBezTo>
                    <a:pt x="191" y="2"/>
                    <a:pt x="92" y="0"/>
                    <a:pt x="32" y="3"/>
                  </a:cubicBezTo>
                  <a:cubicBezTo>
                    <a:pt x="0" y="6"/>
                    <a:pt x="20" y="9"/>
                    <a:pt x="19" y="13"/>
                  </a:cubicBezTo>
                  <a:cubicBezTo>
                    <a:pt x="24" y="14"/>
                    <a:pt x="110" y="14"/>
                    <a:pt x="113" y="1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71" name="Voľný tvar 120"/>
            <p:cNvSpPr>
              <a:spLocks/>
            </p:cNvSpPr>
            <p:nvPr/>
          </p:nvSpPr>
          <p:spPr bwMode="invGray">
            <a:xfrm>
              <a:off x="755650" y="2859087"/>
              <a:ext cx="68263" cy="4762"/>
            </a:xfrm>
            <a:custGeom>
              <a:avLst/>
              <a:gdLst>
                <a:gd name="T0" fmla="*/ 0 w 36"/>
                <a:gd name="T1" fmla="*/ 1 h 2"/>
                <a:gd name="T2" fmla="*/ 0 w 36"/>
                <a:gd name="T3" fmla="*/ 1 h 2"/>
                <a:gd name="T4" fmla="*/ 36 w 36"/>
                <a:gd name="T5" fmla="*/ 1 h 2"/>
                <a:gd name="T6" fmla="*/ 0 w 36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2">
                  <a:moveTo>
                    <a:pt x="0" y="1"/>
                  </a:moveTo>
                  <a:lnTo>
                    <a:pt x="0" y="1"/>
                  </a:lnTo>
                  <a:cubicBezTo>
                    <a:pt x="19" y="2"/>
                    <a:pt x="24" y="1"/>
                    <a:pt x="36" y="1"/>
                  </a:cubicBezTo>
                  <a:cubicBezTo>
                    <a:pt x="33" y="0"/>
                    <a:pt x="15" y="1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72" name="Voľný tvar 121"/>
            <p:cNvSpPr>
              <a:spLocks/>
            </p:cNvSpPr>
            <p:nvPr/>
          </p:nvSpPr>
          <p:spPr bwMode="invGray">
            <a:xfrm>
              <a:off x="-133350" y="2798763"/>
              <a:ext cx="111125" cy="4762"/>
            </a:xfrm>
            <a:custGeom>
              <a:avLst/>
              <a:gdLst>
                <a:gd name="T0" fmla="*/ 37 w 58"/>
                <a:gd name="T1" fmla="*/ 0 h 2"/>
                <a:gd name="T2" fmla="*/ 37 w 58"/>
                <a:gd name="T3" fmla="*/ 0 h 2"/>
                <a:gd name="T4" fmla="*/ 7 w 58"/>
                <a:gd name="T5" fmla="*/ 2 h 2"/>
                <a:gd name="T6" fmla="*/ 58 w 58"/>
                <a:gd name="T7" fmla="*/ 2 h 2"/>
                <a:gd name="T8" fmla="*/ 37 w 58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" h="2">
                  <a:moveTo>
                    <a:pt x="37" y="0"/>
                  </a:moveTo>
                  <a:lnTo>
                    <a:pt x="37" y="0"/>
                  </a:lnTo>
                  <a:cubicBezTo>
                    <a:pt x="34" y="1"/>
                    <a:pt x="0" y="1"/>
                    <a:pt x="7" y="2"/>
                  </a:cubicBezTo>
                  <a:lnTo>
                    <a:pt x="58" y="2"/>
                  </a:lnTo>
                  <a:cubicBezTo>
                    <a:pt x="46" y="2"/>
                    <a:pt x="42" y="1"/>
                    <a:pt x="37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73" name="Voľný tvar 122"/>
            <p:cNvSpPr>
              <a:spLocks/>
            </p:cNvSpPr>
            <p:nvPr/>
          </p:nvSpPr>
          <p:spPr bwMode="invGray">
            <a:xfrm>
              <a:off x="-22225" y="2800350"/>
              <a:ext cx="44450" cy="3175"/>
            </a:xfrm>
            <a:custGeom>
              <a:avLst/>
              <a:gdLst>
                <a:gd name="T0" fmla="*/ 23 w 23"/>
                <a:gd name="T1" fmla="*/ 0 h 1"/>
                <a:gd name="T2" fmla="*/ 23 w 23"/>
                <a:gd name="T3" fmla="*/ 0 h 1"/>
                <a:gd name="T4" fmla="*/ 0 w 23"/>
                <a:gd name="T5" fmla="*/ 1 h 1"/>
                <a:gd name="T6" fmla="*/ 23 w 2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1">
                  <a:moveTo>
                    <a:pt x="23" y="0"/>
                  </a:moveTo>
                  <a:lnTo>
                    <a:pt x="23" y="0"/>
                  </a:lnTo>
                  <a:lnTo>
                    <a:pt x="0" y="1"/>
                  </a:lnTo>
                  <a:cubicBezTo>
                    <a:pt x="6" y="1"/>
                    <a:pt x="13" y="1"/>
                    <a:pt x="2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74" name="Voľný tvar 123"/>
            <p:cNvSpPr>
              <a:spLocks/>
            </p:cNvSpPr>
            <p:nvPr/>
          </p:nvSpPr>
          <p:spPr bwMode="invGray">
            <a:xfrm>
              <a:off x="-66675" y="2798763"/>
              <a:ext cx="6350" cy="0"/>
            </a:xfrm>
            <a:custGeom>
              <a:avLst/>
              <a:gdLst>
                <a:gd name="T0" fmla="*/ 0 w 3"/>
                <a:gd name="T1" fmla="*/ 0 w 3"/>
                <a:gd name="T2" fmla="*/ 2 w 3"/>
                <a:gd name="T3" fmla="*/ 0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cubicBezTo>
                    <a:pt x="3" y="0"/>
                    <a:pt x="3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75" name="Voľný tvar 124"/>
            <p:cNvSpPr>
              <a:spLocks/>
            </p:cNvSpPr>
            <p:nvPr/>
          </p:nvSpPr>
          <p:spPr bwMode="invGray">
            <a:xfrm>
              <a:off x="-1566863" y="2730500"/>
              <a:ext cx="65088" cy="3175"/>
            </a:xfrm>
            <a:custGeom>
              <a:avLst/>
              <a:gdLst>
                <a:gd name="T0" fmla="*/ 33 w 34"/>
                <a:gd name="T1" fmla="*/ 1 h 1"/>
                <a:gd name="T2" fmla="*/ 33 w 34"/>
                <a:gd name="T3" fmla="*/ 1 h 1"/>
                <a:gd name="T4" fmla="*/ 0 w 34"/>
                <a:gd name="T5" fmla="*/ 1 h 1"/>
                <a:gd name="T6" fmla="*/ 33 w 3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" h="1">
                  <a:moveTo>
                    <a:pt x="33" y="1"/>
                  </a:moveTo>
                  <a:lnTo>
                    <a:pt x="33" y="1"/>
                  </a:lnTo>
                  <a:cubicBezTo>
                    <a:pt x="34" y="0"/>
                    <a:pt x="12" y="1"/>
                    <a:pt x="0" y="1"/>
                  </a:cubicBezTo>
                  <a:cubicBezTo>
                    <a:pt x="9" y="1"/>
                    <a:pt x="22" y="1"/>
                    <a:pt x="3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76" name="Voľný tvar 125"/>
            <p:cNvSpPr>
              <a:spLocks/>
            </p:cNvSpPr>
            <p:nvPr/>
          </p:nvSpPr>
          <p:spPr bwMode="invGray">
            <a:xfrm>
              <a:off x="-3175000" y="2740025"/>
              <a:ext cx="38100" cy="0"/>
            </a:xfrm>
            <a:custGeom>
              <a:avLst/>
              <a:gdLst>
                <a:gd name="T0" fmla="*/ 20 w 20"/>
                <a:gd name="T1" fmla="*/ 20 w 20"/>
                <a:gd name="T2" fmla="*/ 0 w 20"/>
                <a:gd name="T3" fmla="*/ 20 w 2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0">
                  <a:moveTo>
                    <a:pt x="20" y="0"/>
                  </a:moveTo>
                  <a:lnTo>
                    <a:pt x="20" y="0"/>
                  </a:lnTo>
                  <a:lnTo>
                    <a:pt x="0" y="0"/>
                  </a:lnTo>
                  <a:cubicBezTo>
                    <a:pt x="7" y="0"/>
                    <a:pt x="11" y="0"/>
                    <a:pt x="2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77" name="Voľný tvar 126"/>
            <p:cNvSpPr>
              <a:spLocks/>
            </p:cNvSpPr>
            <p:nvPr/>
          </p:nvSpPr>
          <p:spPr bwMode="invGray">
            <a:xfrm>
              <a:off x="-3735388" y="2803525"/>
              <a:ext cx="6350" cy="1587"/>
            </a:xfrm>
            <a:custGeom>
              <a:avLst/>
              <a:gdLst>
                <a:gd name="T0" fmla="*/ 4 w 4"/>
                <a:gd name="T1" fmla="*/ 0 h 1"/>
                <a:gd name="T2" fmla="*/ 4 w 4"/>
                <a:gd name="T3" fmla="*/ 0 h 1"/>
                <a:gd name="T4" fmla="*/ 0 w 4"/>
                <a:gd name="T5" fmla="*/ 1 h 1"/>
                <a:gd name="T6" fmla="*/ 4 w 4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1">
                  <a:moveTo>
                    <a:pt x="4" y="0"/>
                  </a:moveTo>
                  <a:lnTo>
                    <a:pt x="4" y="0"/>
                  </a:lnTo>
                  <a:cubicBezTo>
                    <a:pt x="3" y="0"/>
                    <a:pt x="2" y="1"/>
                    <a:pt x="0" y="1"/>
                  </a:cubicBezTo>
                  <a:cubicBezTo>
                    <a:pt x="2" y="1"/>
                    <a:pt x="3" y="1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  <p:sp>
          <p:nvSpPr>
            <p:cNvPr id="378" name="Voľný tvar 127"/>
            <p:cNvSpPr>
              <a:spLocks/>
            </p:cNvSpPr>
            <p:nvPr/>
          </p:nvSpPr>
          <p:spPr bwMode="invGray">
            <a:xfrm>
              <a:off x="-3924300" y="2803525"/>
              <a:ext cx="188913" cy="3175"/>
            </a:xfrm>
            <a:custGeom>
              <a:avLst/>
              <a:gdLst>
                <a:gd name="T0" fmla="*/ 98 w 98"/>
                <a:gd name="T1" fmla="*/ 1 h 2"/>
                <a:gd name="T2" fmla="*/ 98 w 98"/>
                <a:gd name="T3" fmla="*/ 1 h 2"/>
                <a:gd name="T4" fmla="*/ 26 w 98"/>
                <a:gd name="T5" fmla="*/ 1 h 2"/>
                <a:gd name="T6" fmla="*/ 28 w 98"/>
                <a:gd name="T7" fmla="*/ 1 h 2"/>
                <a:gd name="T8" fmla="*/ 0 w 98"/>
                <a:gd name="T9" fmla="*/ 2 h 2"/>
                <a:gd name="T10" fmla="*/ 98 w 98"/>
                <a:gd name="T11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8" h="2">
                  <a:moveTo>
                    <a:pt x="98" y="1"/>
                  </a:moveTo>
                  <a:lnTo>
                    <a:pt x="98" y="1"/>
                  </a:lnTo>
                  <a:cubicBezTo>
                    <a:pt x="84" y="2"/>
                    <a:pt x="42" y="0"/>
                    <a:pt x="26" y="1"/>
                  </a:cubicBezTo>
                  <a:lnTo>
                    <a:pt x="28" y="1"/>
                  </a:lnTo>
                  <a:lnTo>
                    <a:pt x="0" y="2"/>
                  </a:lnTo>
                  <a:cubicBezTo>
                    <a:pt x="27" y="2"/>
                    <a:pt x="82" y="2"/>
                    <a:pt x="9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/>
            </a:p>
          </p:txBody>
        </p:sp>
      </p:grpSp>
      <p:sp>
        <p:nvSpPr>
          <p:cNvPr id="3" name="Zástupný text 2"/>
          <p:cNvSpPr>
            <a:spLocks noGrp="1"/>
          </p:cNvSpPr>
          <p:nvPr>
            <p:ph type="body" idx="1"/>
          </p:nvPr>
        </p:nvSpPr>
        <p:spPr>
          <a:xfrm>
            <a:off x="1522413" y="5102525"/>
            <a:ext cx="9143999" cy="1069675"/>
          </a:xfrm>
        </p:spPr>
        <p:txBody>
          <a:bodyPr rtlCol="0" anchor="t">
            <a:normAutofit/>
          </a:bodyPr>
          <a:lstStyle>
            <a:lvl1pPr marL="0" indent="0">
              <a:spcBef>
                <a:spcPts val="0"/>
              </a:spcBef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sk-SK"/>
              <a:t>Kliknite sem a upravte štýly predlohy textu</a:t>
            </a:r>
          </a:p>
        </p:txBody>
      </p:sp>
      <p:sp>
        <p:nvSpPr>
          <p:cNvPr id="5" name="Zástupná pät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sk-SK" dirty="0"/>
          </a:p>
        </p:txBody>
      </p:sp>
      <p:sp>
        <p:nvSpPr>
          <p:cNvPr id="4" name="Zástupný dátum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B55A7E3-D21E-469A-8644-E12CF815A232}" type="datetime1">
              <a:rPr lang="sk-SK" smtClean="0"/>
              <a:t>3. 3. 2025</a:t>
            </a:fld>
            <a:endParaRPr lang="sk-SK" dirty="0"/>
          </a:p>
        </p:txBody>
      </p:sp>
      <p:sp>
        <p:nvSpPr>
          <p:cNvPr id="6" name="Zástupné číslo snímky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5BA54BD-C84D-46CE-8B72-31BFB26ABA43}" type="slidenum">
              <a:rPr lang="sk-SK" smtClean="0"/>
              <a:t>‹#›</a:t>
            </a:fld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4058797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typy obsah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 hasCustomPrompt="1"/>
          </p:nvPr>
        </p:nvSpPr>
        <p:spPr>
          <a:xfrm>
            <a:off x="1522414" y="274638"/>
            <a:ext cx="9143998" cy="1020762"/>
          </a:xfrm>
        </p:spPr>
        <p:txBody>
          <a:bodyPr rtlCol="0"/>
          <a:lstStyle>
            <a:lvl1pPr rtl="0">
              <a:defRPr/>
            </a:lvl1pPr>
          </a:lstStyle>
          <a:p>
            <a:pPr rtl="0"/>
            <a:r>
              <a:rPr lang="sk-SK" dirty="0"/>
              <a:t>Kliknite sem a upravte štýl predlohy nadpisov</a:t>
            </a:r>
          </a:p>
        </p:txBody>
      </p:sp>
      <p:grpSp>
        <p:nvGrpSpPr>
          <p:cNvPr id="158" name="čiara" descr="Grafika čiary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</p:grpSpPr>
        <p:sp>
          <p:nvSpPr>
            <p:cNvPr id="159" name="Voľný tvar 1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60" name="Voľný tvar 1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61" name="Voľný tvar 1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62" name="Voľný tvar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63" name="Voľný tvar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64" name="Voľný tvar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65" name="Voľný tvar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66" name="Voľný tvar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67" name="Voľný tvar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68" name="Voľný tvar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69" name="Voľný tvar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70" name="Voľný tvar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71" name="Voľný tvar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72" name="Voľný tvar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73" name="Voľný tvar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74" name="Voľný tvar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75" name="Voľný tvar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76" name="Voľný tvar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77" name="Voľný tvar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78" name="Voľný tvar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79" name="Voľný tvar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80" name="Voľný tvar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81" name="Voľný tvar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82" name="Voľný tvar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83" name="Voľný tvar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84" name="Voľný tvar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85" name="Voľný tvar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86" name="Voľný tvar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87" name="Voľný tvar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88" name="Voľný tvar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89" name="Voľný tvar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90" name="Voľný tvar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91" name="Voľný tvar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92" name="Voľný tvar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93" name="Voľný tvar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94" name="Voľný tvar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95" name="Voľný tvar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96" name="Voľný tvar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97" name="Voľný tvar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98" name="Voľný tvar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99" name="Voľný tvar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00" name="Voľný tvar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01" name="Voľný tvar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02" name="Voľný tvar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03" name="Voľný tvar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04" name="Voľný tvar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05" name="Voľný tvar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06" name="Voľný tvar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07" name="Voľný tvar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08" name="Voľný tvar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09" name="Voľný tvar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10" name="Voľný tvar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11" name="Voľný tvar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12" name="Voľný tvar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13" name="Voľný tvar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14" name="Voľný tvar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15" name="Voľný tvar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16" name="Voľný tvar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17" name="Voľný tvar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18" name="Voľný tvar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19" name="Voľný tvar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20" name="Voľný tvar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21" name="Voľný tvar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22" name="Voľný tvar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23" name="Voľný tvar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24" name="Voľný tvar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25" name="Voľný tvar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26" name="Voľný tvar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27" name="Voľný tvar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28" name="Voľný tvar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29" name="Voľný tvar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30" name="Voľný tvar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31" name="Voľný tvar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32" name="Voľný tvar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</p:grpSp>
      <p:sp>
        <p:nvSpPr>
          <p:cNvPr id="3" name="Zástupný obsah 2"/>
          <p:cNvSpPr>
            <a:spLocks noGrp="1"/>
          </p:cNvSpPr>
          <p:nvPr>
            <p:ph sz="half" idx="1"/>
          </p:nvPr>
        </p:nvSpPr>
        <p:spPr>
          <a:xfrm>
            <a:off x="1522413" y="1905000"/>
            <a:ext cx="4419599" cy="4267200"/>
          </a:xfrm>
        </p:spPr>
        <p:txBody>
          <a:bodyPr rtlCol="0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 marL="1956816">
              <a:defRPr sz="1600"/>
            </a:lvl6pPr>
            <a:lvl7pPr marL="1956816">
              <a:defRPr sz="1600" baseline="0"/>
            </a:lvl7pPr>
            <a:lvl8pPr marL="1956816">
              <a:defRPr sz="1600" baseline="0"/>
            </a:lvl8pPr>
            <a:lvl9pPr marL="1956816">
              <a:defRPr sz="1600" baseline="0"/>
            </a:lvl9pPr>
          </a:lstStyle>
          <a:p>
            <a:pPr lvl="0" rtl="0"/>
            <a:r>
              <a:rPr lang="sk-SK"/>
              <a:t>Kliknite sem a upravte štýly predlohy textu</a:t>
            </a:r>
          </a:p>
          <a:p>
            <a:pPr lvl="1" rtl="0"/>
            <a:r>
              <a:rPr lang="sk-SK"/>
              <a:t>Druhá úroveň</a:t>
            </a:r>
          </a:p>
          <a:p>
            <a:pPr lvl="2" rtl="0"/>
            <a:r>
              <a:rPr lang="sk-SK"/>
              <a:t>Tretia úroveň</a:t>
            </a:r>
          </a:p>
          <a:p>
            <a:pPr lvl="3" rtl="0"/>
            <a:r>
              <a:rPr lang="sk-SK"/>
              <a:t>Štvrtá úroveň</a:t>
            </a:r>
          </a:p>
          <a:p>
            <a:pPr lvl="4" rtl="0"/>
            <a:r>
              <a:rPr lang="sk-SK"/>
              <a:t>Piata úroveň</a:t>
            </a:r>
            <a:endParaRPr lang="sk-SK" dirty="0"/>
          </a:p>
        </p:txBody>
      </p:sp>
      <p:sp>
        <p:nvSpPr>
          <p:cNvPr id="4" name="Zástupný obsah 3"/>
          <p:cNvSpPr>
            <a:spLocks noGrp="1"/>
          </p:cNvSpPr>
          <p:nvPr>
            <p:ph sz="half" idx="2"/>
          </p:nvPr>
        </p:nvSpPr>
        <p:spPr>
          <a:xfrm>
            <a:off x="6246815" y="1905000"/>
            <a:ext cx="4419598" cy="4267200"/>
          </a:xfrm>
        </p:spPr>
        <p:txBody>
          <a:bodyPr rtlCol="0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 marL="1956816">
              <a:defRPr sz="1600"/>
            </a:lvl6pPr>
            <a:lvl7pPr marL="1956816">
              <a:defRPr sz="1600"/>
            </a:lvl7pPr>
            <a:lvl8pPr marL="1956816">
              <a:defRPr sz="1600" baseline="0"/>
            </a:lvl8pPr>
            <a:lvl9pPr marL="1956816">
              <a:defRPr sz="1600" baseline="0"/>
            </a:lvl9pPr>
          </a:lstStyle>
          <a:p>
            <a:pPr lvl="0" rtl="0"/>
            <a:r>
              <a:rPr lang="sk-SK"/>
              <a:t>Kliknite sem a upravte štýly predlohy textu</a:t>
            </a:r>
          </a:p>
          <a:p>
            <a:pPr lvl="1" rtl="0"/>
            <a:r>
              <a:rPr lang="sk-SK"/>
              <a:t>Druhá úroveň</a:t>
            </a:r>
          </a:p>
          <a:p>
            <a:pPr lvl="2" rtl="0"/>
            <a:r>
              <a:rPr lang="sk-SK"/>
              <a:t>Tretia úroveň</a:t>
            </a:r>
          </a:p>
          <a:p>
            <a:pPr lvl="3" rtl="0"/>
            <a:r>
              <a:rPr lang="sk-SK"/>
              <a:t>Štvrtá úroveň</a:t>
            </a:r>
          </a:p>
          <a:p>
            <a:pPr lvl="4" rtl="0"/>
            <a:r>
              <a:rPr lang="sk-SK"/>
              <a:t>Piata úroveň</a:t>
            </a:r>
            <a:endParaRPr lang="sk-SK" dirty="0"/>
          </a:p>
        </p:txBody>
      </p:sp>
      <p:sp>
        <p:nvSpPr>
          <p:cNvPr id="6" name="Zástupná pät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sk-SK" dirty="0"/>
          </a:p>
        </p:txBody>
      </p:sp>
      <p:sp>
        <p:nvSpPr>
          <p:cNvPr id="5" name="Zástupný dátum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ED0CE40-81D1-40B4-9B03-C6163AA7428F}" type="datetime1">
              <a:rPr lang="sk-SK" smtClean="0"/>
              <a:t>3. 3. 2025</a:t>
            </a:fld>
            <a:endParaRPr lang="sk-SK" dirty="0"/>
          </a:p>
        </p:txBody>
      </p:sp>
      <p:sp>
        <p:nvSpPr>
          <p:cNvPr id="7" name="Zástupné číslo snímky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5BA54BD-C84D-46CE-8B72-31BFB26ABA43}" type="slidenum">
              <a:rPr lang="sk-SK" smtClean="0"/>
              <a:t>‹#›</a:t>
            </a:fld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16832941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ov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 hasCustomPrompt="1"/>
          </p:nvPr>
        </p:nvSpPr>
        <p:spPr>
          <a:xfrm>
            <a:off x="1522414" y="274638"/>
            <a:ext cx="9143998" cy="1020762"/>
          </a:xfrm>
        </p:spPr>
        <p:txBody>
          <a:bodyPr rtlCol="0"/>
          <a:lstStyle>
            <a:lvl1pPr rtl="0">
              <a:defRPr/>
            </a:lvl1pPr>
          </a:lstStyle>
          <a:p>
            <a:pPr rtl="0"/>
            <a:r>
              <a:rPr lang="sk-SK" dirty="0"/>
              <a:t>Kliknite sem a upravte štýl predlohy nadpisov</a:t>
            </a:r>
          </a:p>
        </p:txBody>
      </p:sp>
      <p:grpSp>
        <p:nvGrpSpPr>
          <p:cNvPr id="160" name="čiara" descr="Grafika čiary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</p:grpSpPr>
        <p:sp>
          <p:nvSpPr>
            <p:cNvPr id="161" name="Voľný tvar 16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62" name="Voľný tvar 16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63" name="Voľný tvar 16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64" name="Voľný tvar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65" name="Voľný tvar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66" name="Voľný tvar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67" name="Voľný tvar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68" name="Voľný tvar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69" name="Voľný tvar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70" name="Voľný tvar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71" name="Voľný tvar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72" name="Voľný tvar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73" name="Voľný tvar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74" name="Voľný tvar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75" name="Voľný tvar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76" name="Voľný tvar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77" name="Voľný tvar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78" name="Voľný tvar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79" name="Voľný tvar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80" name="Voľný tvar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81" name="Voľný tvar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82" name="Voľný tvar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83" name="Voľný tvar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84" name="Voľný tvar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85" name="Voľný tvar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86" name="Voľný tvar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87" name="Voľný tvar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88" name="Voľný tvar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89" name="Voľný tvar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90" name="Voľný tvar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91" name="Voľný tvar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92" name="Voľný tvar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93" name="Voľný tvar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94" name="Voľný tvar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95" name="Voľný tvar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96" name="Voľný tvar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97" name="Voľný tvar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98" name="Voľný tvar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99" name="Voľný tvar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00" name="Voľný tvar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01" name="Voľný tvar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02" name="Voľný tvar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03" name="Voľný tvar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04" name="Voľný tvar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05" name="Voľný tvar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06" name="Voľný tvar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07" name="Voľný tvar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08" name="Voľný tvar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09" name="Voľný tvar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10" name="Voľný tvar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11" name="Voľný tvar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12" name="Voľný tvar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13" name="Voľný tvar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14" name="Voľný tvar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15" name="Voľný tvar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16" name="Voľný tvar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17" name="Voľný tvar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18" name="Voľný tvar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19" name="Voľný tvar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20" name="Voľný tvar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21" name="Voľný tvar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22" name="Voľný tvar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23" name="Voľný tvar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24" name="Voľný tvar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25" name="Voľný tvar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26" name="Voľný tvar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27" name="Voľný tvar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28" name="Voľný tvar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29" name="Voľný tvar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30" name="Voľný tvar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31" name="Voľný tvar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32" name="Voľný tvar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33" name="Voľný tvar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34" name="Voľný tvar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</p:grpSp>
      <p:sp>
        <p:nvSpPr>
          <p:cNvPr id="3" name="Zástupný text 2"/>
          <p:cNvSpPr>
            <a:spLocks noGrp="1"/>
          </p:cNvSpPr>
          <p:nvPr>
            <p:ph type="body" idx="1"/>
          </p:nvPr>
        </p:nvSpPr>
        <p:spPr>
          <a:xfrm>
            <a:off x="1522413" y="1905000"/>
            <a:ext cx="4416552" cy="762000"/>
          </a:xfrm>
        </p:spPr>
        <p:txBody>
          <a:bodyPr rtlCol="0" anchor="ctr"/>
          <a:lstStyle>
            <a:lvl1pPr marL="0" indent="0">
              <a:spcBef>
                <a:spcPts val="0"/>
              </a:spcBef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sk-SK"/>
              <a:t>Kliknite sem a upravte štýly predlohy textu</a:t>
            </a:r>
          </a:p>
        </p:txBody>
      </p:sp>
      <p:sp>
        <p:nvSpPr>
          <p:cNvPr id="4" name="Zástupný obsah 3"/>
          <p:cNvSpPr>
            <a:spLocks noGrp="1"/>
          </p:cNvSpPr>
          <p:nvPr>
            <p:ph sz="half" idx="2"/>
          </p:nvPr>
        </p:nvSpPr>
        <p:spPr>
          <a:xfrm>
            <a:off x="1522413" y="2819399"/>
            <a:ext cx="4416552" cy="3352801"/>
          </a:xfrm>
        </p:spPr>
        <p:txBody>
          <a:bodyPr rtlCol="0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 marL="1956816">
              <a:defRPr sz="1600"/>
            </a:lvl6pPr>
            <a:lvl7pPr marL="1956816">
              <a:defRPr sz="1600" baseline="0"/>
            </a:lvl7pPr>
            <a:lvl8pPr marL="1956816">
              <a:defRPr sz="1600" baseline="0"/>
            </a:lvl8pPr>
            <a:lvl9pPr marL="1956816">
              <a:defRPr sz="1600" baseline="0"/>
            </a:lvl9pPr>
          </a:lstStyle>
          <a:p>
            <a:pPr lvl="0" rtl="0"/>
            <a:r>
              <a:rPr lang="sk-SK"/>
              <a:t>Kliknite sem a upravte štýly predlohy textu</a:t>
            </a:r>
          </a:p>
          <a:p>
            <a:pPr lvl="1" rtl="0"/>
            <a:r>
              <a:rPr lang="sk-SK"/>
              <a:t>Druhá úroveň</a:t>
            </a:r>
          </a:p>
          <a:p>
            <a:pPr lvl="2" rtl="0"/>
            <a:r>
              <a:rPr lang="sk-SK"/>
              <a:t>Tretia úroveň</a:t>
            </a:r>
          </a:p>
          <a:p>
            <a:pPr lvl="3" rtl="0"/>
            <a:r>
              <a:rPr lang="sk-SK"/>
              <a:t>Štvrtá úroveň</a:t>
            </a:r>
          </a:p>
          <a:p>
            <a:pPr lvl="4" rtl="0"/>
            <a:r>
              <a:rPr lang="sk-SK"/>
              <a:t>Piata úroveň</a:t>
            </a:r>
            <a:endParaRPr lang="sk-SK" dirty="0"/>
          </a:p>
        </p:txBody>
      </p:sp>
      <p:sp>
        <p:nvSpPr>
          <p:cNvPr id="5" name="Zástupný text 4"/>
          <p:cNvSpPr>
            <a:spLocks noGrp="1"/>
          </p:cNvSpPr>
          <p:nvPr>
            <p:ph type="body" sz="quarter" idx="3"/>
          </p:nvPr>
        </p:nvSpPr>
        <p:spPr>
          <a:xfrm>
            <a:off x="6249860" y="1905000"/>
            <a:ext cx="4416552" cy="762000"/>
          </a:xfrm>
        </p:spPr>
        <p:txBody>
          <a:bodyPr rtlCol="0" anchor="ctr"/>
          <a:lstStyle>
            <a:lvl1pPr marL="0" indent="0">
              <a:spcBef>
                <a:spcPts val="0"/>
              </a:spcBef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sk-SK"/>
              <a:t>Kliknite sem a upravte štýly predlohy textu</a:t>
            </a:r>
          </a:p>
        </p:txBody>
      </p:sp>
      <p:sp>
        <p:nvSpPr>
          <p:cNvPr id="8" name="Zástupná päta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sk-SK" dirty="0"/>
          </a:p>
        </p:txBody>
      </p:sp>
      <p:sp>
        <p:nvSpPr>
          <p:cNvPr id="7" name="Zástupný dátum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2BE855B-A590-4B1D-8D7A-B7580F1A81FA}" type="datetime1">
              <a:rPr lang="sk-SK" smtClean="0"/>
              <a:t>3. 3. 2025</a:t>
            </a:fld>
            <a:endParaRPr lang="sk-SK" dirty="0"/>
          </a:p>
        </p:txBody>
      </p:sp>
      <p:sp>
        <p:nvSpPr>
          <p:cNvPr id="9" name="Zástupné číslo snímky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5BA54BD-C84D-46CE-8B72-31BFB26ABA43}" type="slidenum">
              <a:rPr lang="sk-SK" smtClean="0"/>
              <a:t>‹#›</a:t>
            </a:fld>
            <a:endParaRPr lang="sk-SK" dirty="0"/>
          </a:p>
        </p:txBody>
      </p:sp>
      <p:sp>
        <p:nvSpPr>
          <p:cNvPr id="85" name="Zástupný obsah 3"/>
          <p:cNvSpPr>
            <a:spLocks noGrp="1"/>
          </p:cNvSpPr>
          <p:nvPr>
            <p:ph sz="half" idx="13"/>
          </p:nvPr>
        </p:nvSpPr>
        <p:spPr>
          <a:xfrm>
            <a:off x="6249860" y="2819400"/>
            <a:ext cx="4416552" cy="3352801"/>
          </a:xfrm>
        </p:spPr>
        <p:txBody>
          <a:bodyPr rtlCol="0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 marL="1956816">
              <a:defRPr sz="1600"/>
            </a:lvl6pPr>
            <a:lvl7pPr marL="1956816">
              <a:defRPr sz="1600" baseline="0"/>
            </a:lvl7pPr>
            <a:lvl8pPr marL="1956816">
              <a:defRPr sz="1600" baseline="0"/>
            </a:lvl8pPr>
            <a:lvl9pPr marL="1956816">
              <a:defRPr sz="1600" baseline="0"/>
            </a:lvl9pPr>
          </a:lstStyle>
          <a:p>
            <a:pPr lvl="0" rtl="0"/>
            <a:r>
              <a:rPr lang="sk-SK"/>
              <a:t>Kliknite sem a upravte štýly predlohy textu</a:t>
            </a:r>
          </a:p>
          <a:p>
            <a:pPr lvl="1" rtl="0"/>
            <a:r>
              <a:rPr lang="sk-SK"/>
              <a:t>Druhá úroveň</a:t>
            </a:r>
          </a:p>
          <a:p>
            <a:pPr lvl="2" rtl="0"/>
            <a:r>
              <a:rPr lang="sk-SK"/>
              <a:t>Tretia úroveň</a:t>
            </a:r>
          </a:p>
          <a:p>
            <a:pPr lvl="3" rtl="0"/>
            <a:r>
              <a:rPr lang="sk-SK"/>
              <a:t>Štvrtá úroveň</a:t>
            </a:r>
          </a:p>
          <a:p>
            <a:pPr lvl="4" rtl="0"/>
            <a:r>
              <a:rPr lang="sk-SK"/>
              <a:t>Piata úroveň</a:t>
            </a: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41824918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Iba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sk-SK"/>
              <a:t>Kliknutím upravte štýl predlohy nadpisu</a:t>
            </a:r>
            <a:endParaRPr lang="sk-SK" dirty="0"/>
          </a:p>
        </p:txBody>
      </p:sp>
      <p:grpSp>
        <p:nvGrpSpPr>
          <p:cNvPr id="156" name="čiara" descr="Grafika čiary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</p:grpSpPr>
        <p:sp>
          <p:nvSpPr>
            <p:cNvPr id="157" name="Voľný tvar 1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58" name="Voľný tvar 1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59" name="Voľný tvar 1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60" name="Voľný tvar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61" name="Voľný tvar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62" name="Voľný tvar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63" name="Voľný tvar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64" name="Voľný tvar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65" name="Voľný tvar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66" name="Voľný tvar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67" name="Voľný tvar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68" name="Voľný tvar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69" name="Voľný tvar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70" name="Voľný tvar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71" name="Voľný tvar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72" name="Voľný tvar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73" name="Voľný tvar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74" name="Voľný tvar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75" name="Voľný tvar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76" name="Voľný tvar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77" name="Voľný tvar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78" name="Voľný tvar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79" name="Voľný tvar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80" name="Voľný tvar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81" name="Voľný tvar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82" name="Voľný tvar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83" name="Voľný tvar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84" name="Voľný tvar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85" name="Voľný tvar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86" name="Voľný tvar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87" name="Voľný tvar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88" name="Voľný tvar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89" name="Voľný tvar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90" name="Voľný tvar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91" name="Voľný tvar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92" name="Voľný tvar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93" name="Voľný tvar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94" name="Voľný tvar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95" name="Voľný tvar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96" name="Voľný tvar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97" name="Voľný tvar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98" name="Voľný tvar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99" name="Voľný tvar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00" name="Voľný tvar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01" name="Voľný tvar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02" name="Voľný tvar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03" name="Voľný tvar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04" name="Voľný tvar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05" name="Voľný tvar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06" name="Voľný tvar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07" name="Voľný tvar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08" name="Voľný tvar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09" name="Voľný tvar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10" name="Voľný tvar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11" name="Voľný tvar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12" name="Voľný tvar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13" name="Voľný tvar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14" name="Voľný tvar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15" name="Voľný tvar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16" name="Voľný tvar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17" name="Voľný tvar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18" name="Voľný tvar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19" name="Voľný tvar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20" name="Voľný tvar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21" name="Voľný tvar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22" name="Voľný tvar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23" name="Voľný tvar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24" name="Voľný tvar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25" name="Voľný tvar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26" name="Voľný tvar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27" name="Voľný tvar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28" name="Voľný tvar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29" name="Voľný tvar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30" name="Voľný tvar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</p:grpSp>
      <p:sp>
        <p:nvSpPr>
          <p:cNvPr id="4" name="Zástupná päta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sk-SK" dirty="0"/>
          </a:p>
        </p:txBody>
      </p:sp>
      <p:sp>
        <p:nvSpPr>
          <p:cNvPr id="3" name="Zástupný dátum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7B18BD9-1251-49E5-BE0A-1622E2AE7367}" type="datetime1">
              <a:rPr lang="sk-SK" smtClean="0"/>
              <a:t>3. 3. 2025</a:t>
            </a:fld>
            <a:endParaRPr lang="sk-SK" dirty="0"/>
          </a:p>
        </p:txBody>
      </p:sp>
      <p:sp>
        <p:nvSpPr>
          <p:cNvPr id="5" name="Zástupné číslo snímky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5BA54BD-C84D-46CE-8B72-31BFB26ABA43}" type="slidenum">
              <a:rPr lang="sk-SK" smtClean="0"/>
              <a:t>‹#›</a:t>
            </a:fld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25315614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á päta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sk-SK" dirty="0"/>
          </a:p>
        </p:txBody>
      </p:sp>
      <p:sp>
        <p:nvSpPr>
          <p:cNvPr id="2" name="Zástupný dátum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C653EA0-FB6C-4458-B5BE-CAF4BBAE5732}" type="datetime1">
              <a:rPr lang="sk-SK" smtClean="0"/>
              <a:t>3. 3. 2025</a:t>
            </a:fld>
            <a:endParaRPr lang="sk-SK" dirty="0"/>
          </a:p>
        </p:txBody>
      </p:sp>
      <p:sp>
        <p:nvSpPr>
          <p:cNvPr id="4" name="Zástupné číslo snímky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5BA54BD-C84D-46CE-8B72-31BFB26ABA43}" type="slidenum">
              <a:rPr lang="sk-SK" smtClean="0"/>
              <a:t>‹#›</a:t>
            </a:fld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14059666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 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 rtlCol="0" anchor="b">
            <a:noAutofit/>
          </a:bodyPr>
          <a:lstStyle>
            <a:lvl1pPr algn="l">
              <a:defRPr sz="3200" b="0"/>
            </a:lvl1pPr>
          </a:lstStyle>
          <a:p>
            <a:pPr rtl="0"/>
            <a:r>
              <a:rPr lang="sk-SK"/>
              <a:t>Kliknutím upravte štýl predlohy nadpisu</a:t>
            </a:r>
            <a:endParaRPr lang="sk-SK" dirty="0"/>
          </a:p>
        </p:txBody>
      </p:sp>
      <p:sp>
        <p:nvSpPr>
          <p:cNvPr id="4" name="Zástupný objekt textu 3"/>
          <p:cNvSpPr>
            <a:spLocks noGrp="1"/>
          </p:cNvSpPr>
          <p:nvPr>
            <p:ph type="body" sz="half" idx="2"/>
          </p:nvPr>
        </p:nvSpPr>
        <p:spPr>
          <a:xfrm>
            <a:off x="1522413" y="3429000"/>
            <a:ext cx="2743200" cy="2743200"/>
          </a:xfrm>
        </p:spPr>
        <p:txBody>
          <a:bodyPr rtlCol="0" anchor="b">
            <a:normAutofit/>
          </a:bodyPr>
          <a:lstStyle>
            <a:lvl1pPr marL="0" indent="0">
              <a:spcBef>
                <a:spcPts val="12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sk-SK"/>
              <a:t>Kliknite sem a upravte štýly predlohy textu</a:t>
            </a:r>
          </a:p>
        </p:txBody>
      </p:sp>
      <p:sp>
        <p:nvSpPr>
          <p:cNvPr id="3" name="Zástupný obsah 2"/>
          <p:cNvSpPr>
            <a:spLocks noGrp="1"/>
          </p:cNvSpPr>
          <p:nvPr>
            <p:ph idx="1"/>
          </p:nvPr>
        </p:nvSpPr>
        <p:spPr>
          <a:xfrm>
            <a:off x="4710022" y="1905000"/>
            <a:ext cx="5669280" cy="4038600"/>
          </a:xfrm>
        </p:spPr>
        <p:txBody>
          <a:bodyPr rtlCol="0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 baseline="0"/>
            </a:lvl7pPr>
            <a:lvl8pPr>
              <a:defRPr sz="1600" baseline="0"/>
            </a:lvl8pPr>
            <a:lvl9pPr>
              <a:defRPr sz="1600" baseline="0"/>
            </a:lvl9pPr>
          </a:lstStyle>
          <a:p>
            <a:pPr lvl="0" rtl="0"/>
            <a:r>
              <a:rPr lang="sk-SK"/>
              <a:t>Kliknite sem a upravte štýly predlohy textu</a:t>
            </a:r>
          </a:p>
          <a:p>
            <a:pPr lvl="1" rtl="0"/>
            <a:r>
              <a:rPr lang="sk-SK"/>
              <a:t>Druhá úroveň</a:t>
            </a:r>
          </a:p>
          <a:p>
            <a:pPr lvl="2" rtl="0"/>
            <a:r>
              <a:rPr lang="sk-SK"/>
              <a:t>Tretia úroveň</a:t>
            </a:r>
          </a:p>
          <a:p>
            <a:pPr lvl="3" rtl="0"/>
            <a:r>
              <a:rPr lang="sk-SK"/>
              <a:t>Štvrtá úroveň</a:t>
            </a:r>
          </a:p>
          <a:p>
            <a:pPr lvl="4" rtl="0"/>
            <a:r>
              <a:rPr lang="sk-SK"/>
              <a:t>Piata úroveň</a:t>
            </a:r>
            <a:endParaRPr lang="sk-SK" dirty="0"/>
          </a:p>
        </p:txBody>
      </p:sp>
      <p:grpSp>
        <p:nvGrpSpPr>
          <p:cNvPr id="615" name="rám" descr="Grafika poľa"/>
          <p:cNvGrpSpPr/>
          <p:nvPr/>
        </p:nvGrpSpPr>
        <p:grpSpPr bwMode="invGray">
          <a:xfrm>
            <a:off x="4417839" y="1630821"/>
            <a:ext cx="6291028" cy="4575885"/>
            <a:chOff x="4417839" y="1630821"/>
            <a:chExt cx="6291028" cy="4575885"/>
          </a:xfrm>
        </p:grpSpPr>
        <p:grpSp>
          <p:nvGrpSpPr>
            <p:cNvPr id="616" name="Skupina 615"/>
            <p:cNvGrpSpPr/>
            <p:nvPr/>
          </p:nvGrpSpPr>
          <p:grpSpPr bwMode="invGray">
            <a:xfrm>
              <a:off x="5414491" y="1630821"/>
              <a:ext cx="5294376" cy="4114800"/>
              <a:chOff x="3310555" y="716546"/>
              <a:chExt cx="5294376" cy="4114800"/>
            </a:xfrm>
          </p:grpSpPr>
          <p:grpSp>
            <p:nvGrpSpPr>
              <p:cNvPr id="768" name="Skupina 767"/>
              <p:cNvGrpSpPr/>
              <p:nvPr/>
            </p:nvGrpSpPr>
            <p:grpSpPr bwMode="invGray">
              <a:xfrm flipH="1">
                <a:off x="3310555" y="737968"/>
                <a:ext cx="5294376" cy="54864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844" name="Voľný tvar 843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45" name="Voľný tvar 844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46" name="Voľný tvar 845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47" name="Voľný tvar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48" name="Voľný tvar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49" name="Voľný tvar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50" name="Voľný tvar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51" name="Voľný tvar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52" name="Voľný tvar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53" name="Voľný tvar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54" name="Voľný tvar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55" name="Voľný tvar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56" name="Voľný tvar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57" name="Voľný tvar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58" name="Voľný tvar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59" name="Voľný tvar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60" name="Voľný tvar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61" name="Voľný tvar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62" name="Voľný tvar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63" name="Voľný tvar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64" name="Voľný tvar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65" name="Voľný tvar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66" name="Voľný tvar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67" name="Voľný tvar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68" name="Voľný tvar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69" name="Voľný tvar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70" name="Voľný tvar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71" name="Voľný tvar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72" name="Voľný tvar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73" name="Voľný tvar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74" name="Voľný tvar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75" name="Voľný tvar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76" name="Voľný tvar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77" name="Voľný tvar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78" name="Voľný tvar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79" name="Voľný tvar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80" name="Voľný tvar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81" name="Voľný tvar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82" name="Voľný tvar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83" name="Voľný tvar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84" name="Voľný tvar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85" name="Voľný tvar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86" name="Voľný tvar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87" name="Voľný tvar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88" name="Voľný tvar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89" name="Voľný tvar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90" name="Voľný tvar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91" name="Voľný tvar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92" name="Voľný tvar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93" name="Voľný tvar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94" name="Voľný tvar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95" name="Voľný tvar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96" name="Voľný tvar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97" name="Voľný tvar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98" name="Voľný tvar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99" name="Voľný tvar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900" name="Voľný tvar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901" name="Voľný tvar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902" name="Voľný tvar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903" name="Voľný tvar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904" name="Voľný tvar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905" name="Voľný tvar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906" name="Voľný tvar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907" name="Voľný tvar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908" name="Voľný tvar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909" name="Voľný tvar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910" name="Voľný tvar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911" name="Voľný tvar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912" name="Voľný tvar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913" name="Voľný tvar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914" name="Voľný tvar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915" name="Voľný tvar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916" name="Voľný tvar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917" name="Voľný tvar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</p:grpSp>
          <p:grpSp>
            <p:nvGrpSpPr>
              <p:cNvPr id="769" name="Skupina 768"/>
              <p:cNvGrpSpPr/>
              <p:nvPr/>
            </p:nvGrpSpPr>
            <p:grpSpPr bwMode="invGray">
              <a:xfrm rot="16200000" flipH="1">
                <a:off x="6492229" y="2755658"/>
                <a:ext cx="4114800" cy="36576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770" name="Voľný tvar 769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71" name="Voľný tvar 770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72" name="Voľný tvar 771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73" name="Voľný tvar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74" name="Voľný tvar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75" name="Voľný tvar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76" name="Voľný tvar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77" name="Voľný tvar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78" name="Voľný tvar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79" name="Voľný tvar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80" name="Voľný tvar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81" name="Voľný tvar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82" name="Voľný tvar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83" name="Voľný tvar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84" name="Voľný tvar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85" name="Voľný tvar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86" name="Voľný tvar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87" name="Voľný tvar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88" name="Voľný tvar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89" name="Voľný tvar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90" name="Voľný tvar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91" name="Voľný tvar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92" name="Voľný tvar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93" name="Voľný tvar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94" name="Voľný tvar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95" name="Voľný tvar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96" name="Voľný tvar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97" name="Voľný tvar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98" name="Voľný tvar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99" name="Voľný tvar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00" name="Voľný tvar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01" name="Voľný tvar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02" name="Voľný tvar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03" name="Voľný tvar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04" name="Voľný tvar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05" name="Voľný tvar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06" name="Voľný tvar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07" name="Voľný tvar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08" name="Voľný tvar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09" name="Voľný tvar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10" name="Voľný tvar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11" name="Voľný tvar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12" name="Voľný tvar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13" name="Voľný tvar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14" name="Voľný tvar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15" name="Voľný tvar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16" name="Voľný tvar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17" name="Voľný tvar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18" name="Voľný tvar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19" name="Voľný tvar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20" name="Voľný tvar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21" name="Voľný tvar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22" name="Voľný tvar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23" name="Voľný tvar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24" name="Voľný tvar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25" name="Voľný tvar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26" name="Voľný tvar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27" name="Voľný tvar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28" name="Voľný tvar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29" name="Voľný tvar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30" name="Voľný tvar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31" name="Voľný tvar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32" name="Voľný tvar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33" name="Voľný tvar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34" name="Voľný tvar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35" name="Voľný tvar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36" name="Voľný tvar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37" name="Voľný tvar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38" name="Voľný tvar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39" name="Voľný tvar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40" name="Voľný tvar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41" name="Voľný tvar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42" name="Voľný tvar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43" name="Voľný tvar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</p:grpSp>
        </p:grpSp>
        <p:grpSp>
          <p:nvGrpSpPr>
            <p:cNvPr id="617" name="Skupina 616"/>
            <p:cNvGrpSpPr/>
            <p:nvPr/>
          </p:nvGrpSpPr>
          <p:grpSpPr bwMode="invGray">
            <a:xfrm rot="10800000">
              <a:off x="4417839" y="2091906"/>
              <a:ext cx="5294376" cy="4114800"/>
              <a:chOff x="3310555" y="716546"/>
              <a:chExt cx="5294376" cy="4114800"/>
            </a:xfrm>
          </p:grpSpPr>
          <p:grpSp>
            <p:nvGrpSpPr>
              <p:cNvPr id="618" name="Skupina 617"/>
              <p:cNvGrpSpPr/>
              <p:nvPr/>
            </p:nvGrpSpPr>
            <p:grpSpPr bwMode="invGray">
              <a:xfrm flipH="1">
                <a:off x="3310555" y="737968"/>
                <a:ext cx="5294376" cy="54864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694" name="Voľný tvar 693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95" name="Voľný tvar 694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96" name="Voľný tvar 695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97" name="Voľný tvar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98" name="Voľný tvar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99" name="Voľný tvar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00" name="Voľný tvar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01" name="Voľný tvar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02" name="Voľný tvar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03" name="Voľný tvar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04" name="Voľný tvar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05" name="Voľný tvar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06" name="Voľný tvar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07" name="Voľný tvar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08" name="Voľný tvar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09" name="Voľný tvar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10" name="Voľný tvar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11" name="Voľný tvar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12" name="Voľný tvar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13" name="Voľný tvar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14" name="Voľný tvar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15" name="Voľný tvar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16" name="Voľný tvar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17" name="Voľný tvar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18" name="Voľný tvar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19" name="Voľný tvar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20" name="Voľný tvar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21" name="Voľný tvar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22" name="Voľný tvar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23" name="Voľný tvar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24" name="Voľný tvar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25" name="Voľný tvar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26" name="Voľný tvar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27" name="Voľný tvar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28" name="Voľný tvar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29" name="Voľný tvar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30" name="Voľný tvar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31" name="Voľný tvar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32" name="Voľný tvar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33" name="Voľný tvar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34" name="Voľný tvar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35" name="Voľný tvar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36" name="Voľný tvar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37" name="Voľný tvar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38" name="Voľný tvar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39" name="Voľný tvar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40" name="Voľný tvar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41" name="Voľný tvar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42" name="Voľný tvar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43" name="Voľný tvar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44" name="Voľný tvar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45" name="Voľný tvar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46" name="Voľný tvar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47" name="Voľný tvar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48" name="Voľný tvar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49" name="Voľný tvar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50" name="Voľný tvar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51" name="Voľný tvar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52" name="Voľný tvar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53" name="Voľný tvar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54" name="Voľný tvar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55" name="Voľný tvar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56" name="Voľný tvar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57" name="Voľný tvar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58" name="Voľný tvar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59" name="Voľný tvar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60" name="Voľný tvar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61" name="Voľný tvar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62" name="Voľný tvar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63" name="Voľný tvar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64" name="Voľný tvar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65" name="Voľný tvar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66" name="Voľný tvar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67" name="Voľný tvar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</p:grpSp>
          <p:grpSp>
            <p:nvGrpSpPr>
              <p:cNvPr id="619" name="Skupina 618"/>
              <p:cNvGrpSpPr/>
              <p:nvPr/>
            </p:nvGrpSpPr>
            <p:grpSpPr bwMode="invGray">
              <a:xfrm rot="16200000" flipH="1">
                <a:off x="6492229" y="2755658"/>
                <a:ext cx="4114800" cy="36576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620" name="Voľný tvar 619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21" name="Voľný tvar 620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22" name="Voľný tvar 621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23" name="Voľný tvar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24" name="Voľný tvar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25" name="Voľný tvar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26" name="Voľný tvar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27" name="Voľný tvar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28" name="Voľný tvar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29" name="Voľný tvar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30" name="Voľný tvar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31" name="Voľný tvar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32" name="Voľný tvar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33" name="Voľný tvar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34" name="Voľný tvar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35" name="Voľný tvar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36" name="Voľný tvar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37" name="Voľný tvar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38" name="Voľný tvar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39" name="Voľný tvar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40" name="Voľný tvar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41" name="Voľný tvar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42" name="Voľný tvar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43" name="Voľný tvar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44" name="Voľný tvar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45" name="Voľný tvar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46" name="Voľný tvar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47" name="Voľný tvar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48" name="Voľný tvar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49" name="Voľný tvar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50" name="Voľný tvar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51" name="Voľný tvar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52" name="Voľný tvar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53" name="Voľný tvar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54" name="Voľný tvar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55" name="Voľný tvar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56" name="Voľný tvar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57" name="Voľný tvar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58" name="Voľný tvar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59" name="Voľný tvar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60" name="Voľný tvar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61" name="Voľný tvar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62" name="Voľný tvar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63" name="Voľný tvar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64" name="Voľný tvar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65" name="Voľný tvar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66" name="Voľný tvar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67" name="Voľný tvar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68" name="Voľný tvar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69" name="Voľný tvar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70" name="Voľný tvar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71" name="Voľný tvar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72" name="Voľný tvar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73" name="Voľný tvar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74" name="Voľný tvar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75" name="Voľný tvar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76" name="Voľný tvar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77" name="Voľný tvar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78" name="Voľný tvar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79" name="Voľný tvar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80" name="Voľný tvar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81" name="Voľný tvar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82" name="Voľný tvar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83" name="Voľný tvar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84" name="Voľný tvar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85" name="Voľný tvar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86" name="Voľný tvar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87" name="Voľný tvar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88" name="Voľný tvar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89" name="Voľný tvar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90" name="Voľný tvar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91" name="Voľný tvar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92" name="Voľný tvar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93" name="Voľný tvar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</p:grpSp>
        </p:grpSp>
      </p:grpSp>
      <p:sp>
        <p:nvSpPr>
          <p:cNvPr id="6" name="Zástupná pät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sk-SK" dirty="0"/>
          </a:p>
        </p:txBody>
      </p:sp>
      <p:sp>
        <p:nvSpPr>
          <p:cNvPr id="5" name="Zástupný dátum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1A53737-8673-4070-9CB1-E475422ECF0C}" type="datetime1">
              <a:rPr lang="sk-SK" smtClean="0"/>
              <a:t>3. 3. 2025</a:t>
            </a:fld>
            <a:endParaRPr lang="sk-SK" dirty="0"/>
          </a:p>
        </p:txBody>
      </p:sp>
      <p:sp>
        <p:nvSpPr>
          <p:cNvPr id="7" name="Zástupné číslo snímky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5BA54BD-C84D-46CE-8B72-31BFB26ABA43}" type="slidenum">
              <a:rPr lang="sk-SK" smtClean="0"/>
              <a:t>‹#›</a:t>
            </a:fld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9621166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ok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 rtlCol="0" anchor="b">
            <a:noAutofit/>
          </a:bodyPr>
          <a:lstStyle>
            <a:lvl1pPr algn="l">
              <a:defRPr sz="3200" b="0"/>
            </a:lvl1pPr>
          </a:lstStyle>
          <a:p>
            <a:pPr rtl="0"/>
            <a:r>
              <a:rPr lang="sk-SK"/>
              <a:t>Kliknutím upravte štýl predlohy nadpisu</a:t>
            </a:r>
            <a:endParaRPr lang="sk-SK" dirty="0"/>
          </a:p>
        </p:txBody>
      </p:sp>
      <p:sp>
        <p:nvSpPr>
          <p:cNvPr id="3" name="Zástupný obrázok 2" descr="Prázdny zástupný objekt na pridanie obrázka Kliknite na zástupný objekt a vyberte obrázok, ktorý chcete pridať."/>
          <p:cNvSpPr>
            <a:spLocks noGrp="1"/>
          </p:cNvSpPr>
          <p:nvPr>
            <p:ph type="pic" idx="1"/>
          </p:nvPr>
        </p:nvSpPr>
        <p:spPr>
          <a:xfrm>
            <a:off x="1745838" y="1884311"/>
            <a:ext cx="5669280" cy="4041648"/>
          </a:xfrm>
          <a:solidFill>
            <a:schemeClr val="bg1"/>
          </a:solidFill>
        </p:spPr>
        <p:txBody>
          <a:bodyPr tIns="914400" rtlCol="0"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sk-SK"/>
              <a:t>Kliknutím na ikonu pridáte obrázok</a:t>
            </a:r>
            <a:endParaRPr lang="sk-SK" dirty="0"/>
          </a:p>
        </p:txBody>
      </p:sp>
      <p:grpSp>
        <p:nvGrpSpPr>
          <p:cNvPr id="614" name="rám" descr="Grafika poľa"/>
          <p:cNvGrpSpPr/>
          <p:nvPr/>
        </p:nvGrpSpPr>
        <p:grpSpPr bwMode="invGray">
          <a:xfrm flipH="1">
            <a:off x="1447500" y="1630821"/>
            <a:ext cx="6291028" cy="4575885"/>
            <a:chOff x="4417839" y="1630821"/>
            <a:chExt cx="6291028" cy="4575885"/>
          </a:xfrm>
        </p:grpSpPr>
        <p:grpSp>
          <p:nvGrpSpPr>
            <p:cNvPr id="615" name="Skupina 614"/>
            <p:cNvGrpSpPr/>
            <p:nvPr/>
          </p:nvGrpSpPr>
          <p:grpSpPr bwMode="invGray">
            <a:xfrm>
              <a:off x="5414491" y="1630821"/>
              <a:ext cx="5294376" cy="4114800"/>
              <a:chOff x="3310555" y="716546"/>
              <a:chExt cx="5294376" cy="4114800"/>
            </a:xfrm>
          </p:grpSpPr>
          <p:grpSp>
            <p:nvGrpSpPr>
              <p:cNvPr id="767" name="Skupina 766"/>
              <p:cNvGrpSpPr/>
              <p:nvPr/>
            </p:nvGrpSpPr>
            <p:grpSpPr bwMode="invGray">
              <a:xfrm flipH="1">
                <a:off x="3310555" y="737968"/>
                <a:ext cx="5294376" cy="54864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843" name="Voľný tvar 842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44" name="Voľný tvar 843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45" name="Voľný tvar 844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46" name="Voľný tvar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47" name="Voľný tvar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48" name="Voľný tvar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49" name="Voľný tvar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50" name="Voľný tvar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51" name="Voľný tvar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52" name="Voľný tvar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53" name="Voľný tvar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54" name="Voľný tvar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55" name="Voľný tvar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56" name="Voľný tvar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57" name="Voľný tvar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58" name="Voľný tvar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59" name="Voľný tvar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60" name="Voľný tvar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61" name="Voľný tvar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62" name="Voľný tvar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63" name="Voľný tvar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64" name="Voľný tvar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65" name="Voľný tvar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66" name="Voľný tvar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67" name="Voľný tvar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68" name="Voľný tvar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69" name="Voľný tvar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70" name="Voľný tvar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71" name="Voľný tvar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72" name="Voľný tvar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73" name="Voľný tvar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74" name="Voľný tvar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75" name="Voľný tvar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76" name="Voľný tvar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77" name="Voľný tvar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78" name="Voľný tvar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79" name="Voľný tvar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80" name="Voľný tvar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81" name="Voľný tvar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82" name="Voľný tvar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83" name="Voľný tvar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84" name="Voľný tvar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85" name="Voľný tvar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86" name="Voľný tvar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87" name="Voľný tvar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88" name="Voľný tvar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89" name="Voľný tvar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90" name="Voľný tvar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91" name="Voľný tvar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92" name="Voľný tvar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93" name="Voľný tvar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94" name="Voľný tvar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95" name="Voľný tvar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96" name="Voľný tvar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97" name="Voľný tvar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98" name="Voľný tvar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99" name="Voľný tvar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900" name="Voľný tvar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901" name="Voľný tvar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902" name="Voľný tvar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903" name="Voľný tvar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904" name="Voľný tvar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905" name="Voľný tvar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906" name="Voľný tvar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907" name="Voľný tvar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908" name="Voľný tvar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909" name="Voľný tvar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910" name="Voľný tvar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911" name="Voľný tvar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912" name="Voľný tvar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913" name="Voľný tvar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914" name="Voľný tvar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915" name="Voľný tvar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916" name="Voľný tvar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</p:grpSp>
          <p:grpSp>
            <p:nvGrpSpPr>
              <p:cNvPr id="768" name="Skupina 767"/>
              <p:cNvGrpSpPr/>
              <p:nvPr/>
            </p:nvGrpSpPr>
            <p:grpSpPr bwMode="invGray">
              <a:xfrm rot="16200000" flipH="1">
                <a:off x="6492229" y="2755658"/>
                <a:ext cx="4114800" cy="36576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769" name="Voľný tvar 768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70" name="Voľný tvar 769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71" name="Voľný tvar 770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72" name="Voľný tvar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73" name="Voľný tvar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74" name="Voľný tvar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75" name="Voľný tvar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76" name="Voľný tvar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77" name="Voľný tvar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78" name="Voľný tvar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79" name="Voľný tvar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80" name="Voľný tvar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81" name="Voľný tvar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82" name="Voľný tvar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83" name="Voľný tvar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84" name="Voľný tvar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85" name="Voľný tvar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86" name="Voľný tvar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87" name="Voľný tvar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88" name="Voľný tvar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89" name="Voľný tvar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90" name="Voľný tvar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91" name="Voľný tvar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92" name="Voľný tvar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93" name="Voľný tvar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94" name="Voľný tvar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95" name="Voľný tvar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96" name="Voľný tvar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97" name="Voľný tvar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98" name="Voľný tvar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99" name="Voľný tvar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00" name="Voľný tvar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01" name="Voľný tvar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02" name="Voľný tvar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03" name="Voľný tvar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04" name="Voľný tvar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05" name="Voľný tvar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06" name="Voľný tvar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07" name="Voľný tvar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08" name="Voľný tvar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09" name="Voľný tvar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10" name="Voľný tvar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11" name="Voľný tvar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12" name="Voľný tvar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13" name="Voľný tvar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14" name="Voľný tvar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15" name="Voľný tvar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16" name="Voľný tvar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17" name="Voľný tvar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18" name="Voľný tvar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19" name="Voľný tvar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20" name="Voľný tvar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21" name="Voľný tvar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22" name="Voľný tvar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23" name="Voľný tvar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24" name="Voľný tvar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25" name="Voľný tvar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26" name="Voľný tvar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27" name="Voľný tvar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28" name="Voľný tvar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29" name="Voľný tvar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30" name="Voľný tvar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31" name="Voľný tvar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32" name="Voľný tvar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33" name="Voľný tvar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34" name="Voľný tvar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35" name="Voľný tvar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36" name="Voľný tvar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37" name="Voľný tvar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38" name="Voľný tvar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39" name="Voľný tvar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40" name="Voľný tvar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41" name="Voľný tvar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842" name="Voľný tvar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</p:grpSp>
        </p:grpSp>
        <p:grpSp>
          <p:nvGrpSpPr>
            <p:cNvPr id="616" name="Skupina 615"/>
            <p:cNvGrpSpPr/>
            <p:nvPr/>
          </p:nvGrpSpPr>
          <p:grpSpPr bwMode="invGray">
            <a:xfrm rot="10800000">
              <a:off x="4417839" y="2091906"/>
              <a:ext cx="5294376" cy="4114800"/>
              <a:chOff x="3310555" y="716546"/>
              <a:chExt cx="5294376" cy="4114800"/>
            </a:xfrm>
          </p:grpSpPr>
          <p:grpSp>
            <p:nvGrpSpPr>
              <p:cNvPr id="617" name="Skupina 616"/>
              <p:cNvGrpSpPr/>
              <p:nvPr/>
            </p:nvGrpSpPr>
            <p:grpSpPr bwMode="invGray">
              <a:xfrm flipH="1">
                <a:off x="3310555" y="737968"/>
                <a:ext cx="5294376" cy="54864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693" name="Voľný tvar 692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94" name="Voľný tvar 693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95" name="Voľný tvar 694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96" name="Voľný tvar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97" name="Voľný tvar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98" name="Voľný tvar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99" name="Voľný tvar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00" name="Voľný tvar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01" name="Voľný tvar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02" name="Voľný tvar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03" name="Voľný tvar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04" name="Voľný tvar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05" name="Voľný tvar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06" name="Voľný tvar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07" name="Voľný tvar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08" name="Voľný tvar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09" name="Voľný tvar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10" name="Voľný tvar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11" name="Voľný tvar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12" name="Voľný tvar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13" name="Voľný tvar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14" name="Voľný tvar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15" name="Voľný tvar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16" name="Voľný tvar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17" name="Voľný tvar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18" name="Voľný tvar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19" name="Voľný tvar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20" name="Voľný tvar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21" name="Voľný tvar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22" name="Voľný tvar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23" name="Voľný tvar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24" name="Voľný tvar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25" name="Voľný tvar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26" name="Voľný tvar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27" name="Voľný tvar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28" name="Voľný tvar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29" name="Voľný tvar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30" name="Voľný tvar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31" name="Voľný tvar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32" name="Voľný tvar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33" name="Voľný tvar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34" name="Voľný tvar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35" name="Voľný tvar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36" name="Voľný tvar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37" name="Voľný tvar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38" name="Voľný tvar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39" name="Voľný tvar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40" name="Voľný tvar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41" name="Voľný tvar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42" name="Voľný tvar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43" name="Voľný tvar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44" name="Voľný tvar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45" name="Voľný tvar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46" name="Voľný tvar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47" name="Voľný tvar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48" name="Voľný tvar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49" name="Voľný tvar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50" name="Voľný tvar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51" name="Voľný tvar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52" name="Voľný tvar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53" name="Voľný tvar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54" name="Voľný tvar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55" name="Voľný tvar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56" name="Voľný tvar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57" name="Voľný tvar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58" name="Voľný tvar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59" name="Voľný tvar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60" name="Voľný tvar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61" name="Voľný tvar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62" name="Voľný tvar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63" name="Voľný tvar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64" name="Voľný tvar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65" name="Voľný tvar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766" name="Voľný tvar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</p:grpSp>
          <p:grpSp>
            <p:nvGrpSpPr>
              <p:cNvPr id="618" name="Skupina 617"/>
              <p:cNvGrpSpPr/>
              <p:nvPr/>
            </p:nvGrpSpPr>
            <p:grpSpPr bwMode="invGray">
              <a:xfrm rot="16200000" flipH="1">
                <a:off x="6492229" y="2755658"/>
                <a:ext cx="4114800" cy="36576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619" name="Voľný tvar 618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20" name="Voľný tvar 619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21" name="Voľný tvar 620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22" name="Voľný tvar 621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23" name="Voľný tvar 622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24" name="Voľný tvar 623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25" name="Voľný tvar 624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26" name="Voľný tvar 625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27" name="Voľný tvar 626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28" name="Voľný tvar 627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29" name="Voľný tvar 628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30" name="Voľný tvar 629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31" name="Voľný tvar 630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32" name="Voľný tvar 631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33" name="Voľný tvar 632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34" name="Voľný tvar 633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35" name="Voľný tvar 634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36" name="Voľný tvar 635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37" name="Voľný tvar 636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38" name="Voľný tvar 637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39" name="Voľný tvar 638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40" name="Voľný tvar 639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41" name="Voľný tvar 640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42" name="Voľný tvar 641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43" name="Voľný tvar 642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44" name="Voľný tvar 643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45" name="Voľný tvar 644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46" name="Voľný tvar 645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47" name="Voľný tvar 646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48" name="Voľný tvar 647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49" name="Voľný tvar 648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50" name="Voľný tvar 649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51" name="Voľný tvar 650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52" name="Voľný tvar 651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53" name="Voľný tvar 652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54" name="Voľný tvar 653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55" name="Voľný tvar 654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56" name="Voľný tvar 655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57" name="Voľný tvar 656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58" name="Voľný tvar 657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59" name="Voľný tvar 658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60" name="Voľný tvar 659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61" name="Voľný tvar 660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62" name="Voľný tvar 661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63" name="Voľný tvar 662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64" name="Voľný tvar 663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65" name="Voľný tvar 664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66" name="Voľný tvar 665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67" name="Voľný tvar 666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68" name="Voľný tvar 667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69" name="Voľný tvar 668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70" name="Voľný tvar 669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71" name="Voľný tvar 670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72" name="Voľný tvar 671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73" name="Voľný tvar 672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74" name="Voľný tvar 673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75" name="Voľný tvar 674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76" name="Voľný tvar 675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77" name="Voľný tvar 676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78" name="Voľný tvar 677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79" name="Voľný tvar 678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80" name="Voľný tvar 679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81" name="Voľný tvar 680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82" name="Voľný tvar 681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83" name="Voľný tvar 682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84" name="Voľný tvar 683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85" name="Voľný tvar 684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86" name="Voľný tvar 685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87" name="Voľný tvar 686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88" name="Voľný tvar 687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89" name="Voľný tvar 688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90" name="Voľný tvar 689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91" name="Voľný tvar 690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  <p:sp>
              <p:nvSpPr>
                <p:cNvPr id="692" name="Voľný tvar 691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sk-SK" dirty="0">
                    <a:ln>
                      <a:noFill/>
                    </a:ln>
                  </a:endParaRPr>
                </a:p>
              </p:txBody>
            </p:sp>
          </p:grpSp>
        </p:grpSp>
      </p:grpSp>
      <p:sp>
        <p:nvSpPr>
          <p:cNvPr id="4" name="Zástupný text 3"/>
          <p:cNvSpPr>
            <a:spLocks noGrp="1"/>
          </p:cNvSpPr>
          <p:nvPr>
            <p:ph type="body" sz="half" idx="2"/>
          </p:nvPr>
        </p:nvSpPr>
        <p:spPr>
          <a:xfrm>
            <a:off x="7905959" y="3411748"/>
            <a:ext cx="2743200" cy="2743200"/>
          </a:xfrm>
        </p:spPr>
        <p:txBody>
          <a:bodyPr rtlCol="0" anchor="b">
            <a:normAutofit/>
          </a:bodyPr>
          <a:lstStyle>
            <a:lvl1pPr marL="0" indent="0">
              <a:spcBef>
                <a:spcPts val="12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sk-SK"/>
              <a:t>Kliknite sem a upravte štýly predlohy textu</a:t>
            </a:r>
          </a:p>
        </p:txBody>
      </p:sp>
      <p:sp>
        <p:nvSpPr>
          <p:cNvPr id="6" name="Zástupná pät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sk-SK" dirty="0"/>
          </a:p>
        </p:txBody>
      </p:sp>
      <p:sp>
        <p:nvSpPr>
          <p:cNvPr id="5" name="Zástupný dátum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D49F099-0F98-42CE-8FC1-709245EEFB76}" type="datetime1">
              <a:rPr lang="sk-SK" smtClean="0"/>
              <a:t>3. 3. 2025</a:t>
            </a:fld>
            <a:endParaRPr lang="sk-SK" dirty="0"/>
          </a:p>
        </p:txBody>
      </p:sp>
      <p:sp>
        <p:nvSpPr>
          <p:cNvPr id="7" name="Zástupné číslo snímky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5BA54BD-C84D-46CE-8B72-31BFB26ABA43}" type="slidenum">
              <a:rPr lang="sk-SK" smtClean="0"/>
              <a:t>‹#›</a:t>
            </a:fld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36176941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z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sk-SK"/>
              <a:t>Kliknutím upravte štýl predlohy nadpisu</a:t>
            </a:r>
            <a:endParaRPr lang="sk-SK" dirty="0"/>
          </a:p>
        </p:txBody>
      </p:sp>
      <p:grpSp>
        <p:nvGrpSpPr>
          <p:cNvPr id="7" name="čiara" descr="Grafika čiary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</p:grpSpPr>
        <p:sp>
          <p:nvSpPr>
            <p:cNvPr id="8" name="Voľný tvar 7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9" name="Voľný tvar 8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0" name="Voľný tvar 9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1" name="Voľný tvar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2" name="Voľný tvar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3" name="Voľný tvar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4" name="Voľný tvar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5" name="Voľný tvar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6" name="Voľný tvar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7" name="Voľný tvar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8" name="Voľný tvar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9" name="Voľný tvar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0" name="Voľný tvar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1" name="Voľný tvar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2" name="Voľný tvar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3" name="Voľný tvar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4" name="Voľný tvar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5" name="Voľný tvar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6" name="Voľný tvar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7" name="Voľný tvar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8" name="Voľný tvar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9" name="Voľný tvar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30" name="Voľný tvar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31" name="Voľný tvar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32" name="Voľný tvar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33" name="Voľný tvar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34" name="Voľný tvar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35" name="Voľný tvar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36" name="Voľný tvar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37" name="Voľný tvar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38" name="Voľný tvar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39" name="Voľný tvar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40" name="Voľný tvar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41" name="Voľný tvar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42" name="Voľný tvar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43" name="Voľný tvar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44" name="Voľný tvar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45" name="Voľný tvar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46" name="Voľný tvar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47" name="Voľný tvar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48" name="Voľný tvar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49" name="Voľný tvar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50" name="Voľný tvar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51" name="Voľný tvar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52" name="Voľný tvar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53" name="Voľný tvar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54" name="Voľný tvar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55" name="Voľný tvar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56" name="Voľný tvar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57" name="Voľný tvar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58" name="Voľný tvar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59" name="Voľný tvar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60" name="Voľný tvar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61" name="Voľný tvar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62" name="Voľný tvar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63" name="Voľný tvar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64" name="Voľný tvar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65" name="Voľný tvar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66" name="Voľný tvar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67" name="Voľný tvar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68" name="Voľný tvar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69" name="Voľný tvar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70" name="Voľný tvar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71" name="Voľný tvar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72" name="Voľný tvar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73" name="Voľný tvar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74" name="Voľný tvar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75" name="Voľný tvar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76" name="Voľný tvar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77" name="Voľný tvar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78" name="Voľný tvar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79" name="Voľný tvar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80" name="Voľný tvar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81" name="Voľný tvar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</p:grpSp>
      <p:sp>
        <p:nvSpPr>
          <p:cNvPr id="3" name="Zástupný zvislý text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>
            <a:lvl5pPr>
              <a:defRPr/>
            </a:lvl5pPr>
            <a:lvl6pPr marL="1956816">
              <a:defRPr/>
            </a:lvl6pPr>
            <a:lvl7pPr marL="1956816">
              <a:defRPr/>
            </a:lvl7pPr>
            <a:lvl8pPr marL="1956816">
              <a:defRPr/>
            </a:lvl8pPr>
            <a:lvl9pPr marL="1956816">
              <a:defRPr/>
            </a:lvl9pPr>
          </a:lstStyle>
          <a:p>
            <a:pPr lvl="0" rtl="0"/>
            <a:r>
              <a:rPr lang="sk-SK"/>
              <a:t>Kliknite sem a upravte štýly predlohy textu</a:t>
            </a:r>
          </a:p>
          <a:p>
            <a:pPr lvl="1" rtl="0"/>
            <a:r>
              <a:rPr lang="sk-SK"/>
              <a:t>Druhá úroveň</a:t>
            </a:r>
          </a:p>
          <a:p>
            <a:pPr lvl="2" rtl="0"/>
            <a:r>
              <a:rPr lang="sk-SK"/>
              <a:t>Tretia úroveň</a:t>
            </a:r>
          </a:p>
          <a:p>
            <a:pPr lvl="3" rtl="0"/>
            <a:r>
              <a:rPr lang="sk-SK"/>
              <a:t>Štvrtá úroveň</a:t>
            </a:r>
          </a:p>
          <a:p>
            <a:pPr lvl="4" rtl="0"/>
            <a:r>
              <a:rPr lang="sk-SK"/>
              <a:t>Piata úroveň</a:t>
            </a:r>
            <a:endParaRPr lang="sk-SK" dirty="0"/>
          </a:p>
        </p:txBody>
      </p:sp>
      <p:sp>
        <p:nvSpPr>
          <p:cNvPr id="5" name="Zástupná pät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sk-SK" dirty="0"/>
          </a:p>
        </p:txBody>
      </p:sp>
      <p:sp>
        <p:nvSpPr>
          <p:cNvPr id="4" name="Zástupný dátum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6302878-9071-4200-8023-5B7C828D491C}" type="datetime1">
              <a:rPr lang="sk-SK" smtClean="0"/>
              <a:t>3. 3. 2025</a:t>
            </a:fld>
            <a:endParaRPr lang="sk-SK" dirty="0"/>
          </a:p>
        </p:txBody>
      </p:sp>
      <p:sp>
        <p:nvSpPr>
          <p:cNvPr id="6" name="Zástupné číslo snímky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5BA54BD-C84D-46CE-8B72-31BFB26ABA43}" type="slidenum">
              <a:rPr lang="sk-SK" smtClean="0"/>
              <a:t>‹#›</a:t>
            </a:fld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21267935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Z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vislý nadpis 1"/>
          <p:cNvSpPr>
            <a:spLocks noGrp="1"/>
          </p:cNvSpPr>
          <p:nvPr>
            <p:ph type="title" orient="vert" hasCustomPrompt="1"/>
          </p:nvPr>
        </p:nvSpPr>
        <p:spPr>
          <a:xfrm>
            <a:off x="10361612" y="274639"/>
            <a:ext cx="1371600" cy="5901747"/>
          </a:xfrm>
        </p:spPr>
        <p:txBody>
          <a:bodyPr vert="eaVert" rtlCol="0"/>
          <a:lstStyle>
            <a:lvl1pPr rtl="0">
              <a:defRPr/>
            </a:lvl1pPr>
          </a:lstStyle>
          <a:p>
            <a:pPr rtl="0"/>
            <a:r>
              <a:rPr lang="sk-SK" dirty="0"/>
              <a:t>Kliknite sem a upravte štýl predlohy nadpisov</a:t>
            </a:r>
          </a:p>
        </p:txBody>
      </p:sp>
      <p:grpSp>
        <p:nvGrpSpPr>
          <p:cNvPr id="7" name="čiara" descr="Grafika čiary"/>
          <p:cNvGrpSpPr/>
          <p:nvPr/>
        </p:nvGrpSpPr>
        <p:grpSpPr bwMode="invGray">
          <a:xfrm rot="5400000">
            <a:off x="6864412" y="3472598"/>
            <a:ext cx="6492240" cy="64008"/>
            <a:chOff x="1522413" y="1514475"/>
            <a:chExt cx="10569575" cy="64008"/>
          </a:xfrm>
        </p:grpSpPr>
        <p:sp>
          <p:nvSpPr>
            <p:cNvPr id="8" name="Voľný tvar 1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9" name="Voľný tvar 1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0" name="Voľný tvar 1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1" name="Voľný tvar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2" name="Voľný tvar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3" name="Voľný tvar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4" name="Voľný tvar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5" name="Voľný tvar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6" name="Voľný tvar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7" name="Voľný tvar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8" name="Voľný tvar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19" name="Voľný tvar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0" name="Voľný tvar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1" name="Voľný tvar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2" name="Voľný tvar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3" name="Voľný tvar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4" name="Voľný tvar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5" name="Voľný tvar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6" name="Voľný tvar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7" name="Voľný tvar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8" name="Voľný tvar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29" name="Voľný tvar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30" name="Voľný tvar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31" name="Voľný tvar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32" name="Voľný tvar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33" name="Voľný tvar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34" name="Voľný tvar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35" name="Voľný tvar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36" name="Voľný tvar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37" name="Voľný tvar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38" name="Voľný tvar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39" name="Voľný tvar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40" name="Voľný tvar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41" name="Voľný tvar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42" name="Voľný tvar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43" name="Voľný tvar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44" name="Voľný tvar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45" name="Voľný tvar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46" name="Voľný tvar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47" name="Voľný tvar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48" name="Voľný tvar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49" name="Voľný tvar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50" name="Voľný tvar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51" name="Voľný tvar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52" name="Voľný tvar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53" name="Voľný tvar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54" name="Voľný tvar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55" name="Voľný tvar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56" name="Voľný tvar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57" name="Voľný tvar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58" name="Voľný tvar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59" name="Voľný tvar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60" name="Voľný tvar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61" name="Voľný tvar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62" name="Voľný tvar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63" name="Voľný tvar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64" name="Voľný tvar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65" name="Voľný tvar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66" name="Voľný tvar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67" name="Voľný tvar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68" name="Voľný tvar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69" name="Voľný tvar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70" name="Voľný tvar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71" name="Voľný tvar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72" name="Voľný tvar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73" name="Voľný tvar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74" name="Voľný tvar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75" name="Voľný tvar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76" name="Voľný tvar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77" name="Voľný tvar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78" name="Voľný tvar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79" name="Voľný tvar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80" name="Voľný tvar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  <p:sp>
          <p:nvSpPr>
            <p:cNvPr id="81" name="Voľný tvar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sk-SK" dirty="0">
                <a:ln>
                  <a:noFill/>
                </a:ln>
              </a:endParaRPr>
            </a:p>
          </p:txBody>
        </p:sp>
      </p:grpSp>
      <p:sp>
        <p:nvSpPr>
          <p:cNvPr id="3" name="Zástupný zvislý text 2"/>
          <p:cNvSpPr>
            <a:spLocks noGrp="1"/>
          </p:cNvSpPr>
          <p:nvPr>
            <p:ph type="body" orient="vert" idx="1" hasCustomPrompt="1"/>
          </p:nvPr>
        </p:nvSpPr>
        <p:spPr>
          <a:xfrm>
            <a:off x="608012" y="277813"/>
            <a:ext cx="9144001" cy="5898573"/>
          </a:xfrm>
        </p:spPr>
        <p:txBody>
          <a:bodyPr vert="eaVert" rtlCol="0"/>
          <a:lstStyle>
            <a:lvl5pPr>
              <a:defRPr/>
            </a:lvl5pPr>
            <a:lvl6pPr marL="1261872" indent="0">
              <a:buNone/>
              <a:defRPr/>
            </a:lvl6pPr>
            <a:lvl7pPr>
              <a:defRPr/>
            </a:lvl7pPr>
            <a:lvl8pPr>
              <a:defRPr baseline="0"/>
            </a:lvl8pPr>
            <a:lvl9pPr>
              <a:defRPr baseline="0"/>
            </a:lvl9pPr>
          </a:lstStyle>
          <a:p>
            <a:pPr lvl="0" rtl="0"/>
            <a:r>
              <a:rPr lang="sk-SK" dirty="0"/>
              <a:t>Kliknite sem a upravte štýly predlohy textu</a:t>
            </a:r>
          </a:p>
          <a:p>
            <a:pPr lvl="1" rtl="0"/>
            <a:r>
              <a:rPr lang="sk-SK" dirty="0"/>
              <a:t>Druhá úroveň</a:t>
            </a:r>
          </a:p>
          <a:p>
            <a:pPr lvl="2" rtl="0"/>
            <a:r>
              <a:rPr lang="sk-SK" dirty="0"/>
              <a:t>Tretia úroveň</a:t>
            </a:r>
          </a:p>
          <a:p>
            <a:pPr lvl="3" rtl="0"/>
            <a:r>
              <a:rPr lang="sk-SK" dirty="0"/>
              <a:t>Štvrtá úroveň</a:t>
            </a:r>
          </a:p>
          <a:p>
            <a:pPr lvl="4" rtl="0"/>
            <a:r>
              <a:rPr lang="sk-SK" dirty="0"/>
              <a:t>Piata úroveň</a:t>
            </a:r>
          </a:p>
        </p:txBody>
      </p:sp>
      <p:sp>
        <p:nvSpPr>
          <p:cNvPr id="5" name="Zástupná pät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sk-SK" dirty="0"/>
          </a:p>
        </p:txBody>
      </p:sp>
      <p:sp>
        <p:nvSpPr>
          <p:cNvPr id="4" name="Zástupný dátum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5F832C3-EEA6-41EC-88BA-EB980B321231}" type="datetime1">
              <a:rPr lang="sk-SK" smtClean="0"/>
              <a:t>3. 3. 2025</a:t>
            </a:fld>
            <a:endParaRPr lang="sk-SK" dirty="0"/>
          </a:p>
        </p:txBody>
      </p:sp>
      <p:sp>
        <p:nvSpPr>
          <p:cNvPr id="6" name="Zástupné číslo snímky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5BA54BD-C84D-46CE-8B72-31BFB26ABA43}" type="slidenum">
              <a:rPr lang="sk-SK" smtClean="0"/>
              <a:t>‹#›</a:t>
            </a:fld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2211791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nadpisu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sk-SK" dirty="0"/>
              <a:t>Kliknite sem a upravte štýl predlohy nadpisov</a:t>
            </a:r>
          </a:p>
        </p:txBody>
      </p:sp>
      <p:sp>
        <p:nvSpPr>
          <p:cNvPr id="3" name="Zástupný text 2"/>
          <p:cNvSpPr>
            <a:spLocks noGrp="1"/>
          </p:cNvSpPr>
          <p:nvPr>
            <p:ph type="body" idx="1"/>
          </p:nvPr>
        </p:nvSpPr>
        <p:spPr>
          <a:xfrm>
            <a:off x="1522414" y="1905000"/>
            <a:ext cx="9144000" cy="4267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sk-SK" dirty="0"/>
              <a:t>Kliknite sem a upravte štýl predlohy textu</a:t>
            </a:r>
          </a:p>
          <a:p>
            <a:pPr lvl="1" rtl="0"/>
            <a:r>
              <a:rPr lang="sk-SK" dirty="0"/>
              <a:t>Druhá úroveň</a:t>
            </a:r>
          </a:p>
          <a:p>
            <a:pPr lvl="2" rtl="0"/>
            <a:r>
              <a:rPr lang="sk-SK" dirty="0"/>
              <a:t>Tretia úroveň</a:t>
            </a:r>
          </a:p>
          <a:p>
            <a:pPr lvl="3" rtl="0"/>
            <a:r>
              <a:rPr lang="sk-SK" dirty="0"/>
              <a:t>Štvrtá úroveň</a:t>
            </a:r>
          </a:p>
          <a:p>
            <a:pPr lvl="4" rtl="0"/>
            <a:r>
              <a:rPr lang="sk-SK" dirty="0"/>
              <a:t>Piata úroveň</a:t>
            </a:r>
          </a:p>
        </p:txBody>
      </p:sp>
      <p:sp>
        <p:nvSpPr>
          <p:cNvPr id="5" name="Zástupná päta 4"/>
          <p:cNvSpPr>
            <a:spLocks noGrp="1"/>
          </p:cNvSpPr>
          <p:nvPr>
            <p:ph type="ftr" sz="quarter" idx="3"/>
          </p:nvPr>
        </p:nvSpPr>
        <p:spPr>
          <a:xfrm>
            <a:off x="1522413" y="6400801"/>
            <a:ext cx="6324599" cy="2762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endParaRPr lang="sk-SK" dirty="0"/>
          </a:p>
        </p:txBody>
      </p:sp>
      <p:sp>
        <p:nvSpPr>
          <p:cNvPr id="4" name="Zástupný dátum 3"/>
          <p:cNvSpPr>
            <a:spLocks noGrp="1"/>
          </p:cNvSpPr>
          <p:nvPr>
            <p:ph type="dt" sz="half" idx="2"/>
          </p:nvPr>
        </p:nvSpPr>
        <p:spPr>
          <a:xfrm>
            <a:off x="8075612" y="6400801"/>
            <a:ext cx="1243859" cy="2762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88B566E3-90FA-4C91-8CC2-CE63D4ACDD39}" type="datetime1">
              <a:rPr lang="sk-SK" smtClean="0"/>
              <a:t>3. 3. 2025</a:t>
            </a:fld>
            <a:endParaRPr lang="sk-SK" dirty="0"/>
          </a:p>
        </p:txBody>
      </p:sp>
      <p:sp>
        <p:nvSpPr>
          <p:cNvPr id="6" name="Zástupné číslo snímky 5"/>
          <p:cNvSpPr>
            <a:spLocks noGrp="1"/>
          </p:cNvSpPr>
          <p:nvPr>
            <p:ph type="sldNum" sz="quarter" idx="4"/>
          </p:nvPr>
        </p:nvSpPr>
        <p:spPr>
          <a:xfrm>
            <a:off x="9523412" y="6400801"/>
            <a:ext cx="1143002" cy="2762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25BA54BD-C84D-46CE-8B72-31BFB26ABA43}" type="slidenum">
              <a:rPr lang="sk-SK" smtClean="0"/>
              <a:pPr/>
              <a:t>‹#›</a:t>
            </a:fld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53563648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914400" rtl="0" eaLnBrk="1" latinLnBrk="0" hangingPunct="1">
        <a:lnSpc>
          <a:spcPct val="90000"/>
        </a:lnSpc>
        <a:spcBef>
          <a:spcPts val="1800"/>
        </a:spcBef>
        <a:buSzPct val="100000"/>
        <a:buFont typeface="Arial" pitchFamily="34" charset="0"/>
        <a:buChar char="▪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76072" indent="-27432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Consolas" pitchFamily="49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8046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332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Consolas" pitchFamily="49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618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4904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Consolas" pitchFamily="49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9476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Consolas" pitchFamily="49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1762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/>
        <p:txBody>
          <a:bodyPr rtlCol="0"/>
          <a:lstStyle/>
          <a:p>
            <a:pPr rtl="0"/>
            <a:r>
              <a:rPr lang="sk-SK" dirty="0">
                <a:solidFill>
                  <a:srgbClr val="FF0000"/>
                </a:solidFill>
                <a:latin typeface="Comic Sans MS" panose="030F0702030302020204" pitchFamily="66" charset="0"/>
              </a:rPr>
              <a:t>Druhy prídavných mien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/>
        <p:txBody>
          <a:bodyPr rtlCol="0"/>
          <a:lstStyle/>
          <a:p>
            <a:r>
              <a:rPr lang="sk-SK" dirty="0"/>
              <a:t>Podnadpis</a:t>
            </a:r>
          </a:p>
        </p:txBody>
      </p:sp>
    </p:spTree>
    <p:extLst>
      <p:ext uri="{BB962C8B-B14F-4D97-AF65-F5344CB8AC3E}">
        <p14:creationId xmlns:p14="http://schemas.microsoft.com/office/powerpoint/2010/main" val="19201110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Nadpis 12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sk-SK" b="1" dirty="0">
                <a:solidFill>
                  <a:srgbClr val="FF0000"/>
                </a:solidFill>
                <a:latin typeface="Comic Sans MS" panose="030F0702030302020204" pitchFamily="66" charset="0"/>
              </a:rPr>
              <a:t>Druhy prídavných mien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A9F599B5-73D7-9512-FEEE-6DF734C150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7789" y="1844824"/>
            <a:ext cx="4416552" cy="762000"/>
          </a:xfrm>
        </p:spPr>
        <p:txBody>
          <a:bodyPr>
            <a:normAutofit fontScale="92500" lnSpcReduction="10000"/>
          </a:bodyPr>
          <a:lstStyle/>
          <a:p>
            <a:pPr algn="ctr"/>
            <a:r>
              <a:rPr lang="sk-SK" sz="2800" b="1" dirty="0">
                <a:solidFill>
                  <a:srgbClr val="FFFF00"/>
                </a:solidFill>
                <a:latin typeface="Comic Sans MS" panose="030F0702030302020204" pitchFamily="66" charset="0"/>
              </a:rPr>
              <a:t>AKOSTNÉ</a:t>
            </a:r>
          </a:p>
          <a:p>
            <a:pPr algn="ctr"/>
            <a:r>
              <a:rPr lang="sk-SK" sz="2800" b="1" dirty="0">
                <a:solidFill>
                  <a:srgbClr val="FFFF00"/>
                </a:solidFill>
                <a:latin typeface="Comic Sans MS" panose="030F0702030302020204" pitchFamily="66" charset="0"/>
              </a:rPr>
              <a:t> PRÍDAVNÝCH MIEN</a:t>
            </a:r>
          </a:p>
        </p:txBody>
      </p:sp>
      <p:sp>
        <p:nvSpPr>
          <p:cNvPr id="14" name="Zástupný symbol obsahu 13"/>
          <p:cNvSpPr>
            <a:spLocks noGrp="1"/>
          </p:cNvSpPr>
          <p:nvPr>
            <p:ph sz="half" idx="2"/>
          </p:nvPr>
        </p:nvSpPr>
        <p:spPr>
          <a:xfrm>
            <a:off x="333772" y="2667001"/>
            <a:ext cx="5605193" cy="3505200"/>
          </a:xfrm>
        </p:spPr>
        <p:txBody>
          <a:bodyPr rtlCol="0">
            <a:normAutofit/>
          </a:bodyPr>
          <a:lstStyle/>
          <a:p>
            <a:pPr rtl="0">
              <a:buFontTx/>
              <a:buChar char="-"/>
            </a:pPr>
            <a:r>
              <a:rPr lang="sk-SK" dirty="0">
                <a:solidFill>
                  <a:schemeClr val="accent1"/>
                </a:solidFill>
              </a:rPr>
              <a:t>zvyčajne ich vieme stupňovať</a:t>
            </a:r>
          </a:p>
          <a:p>
            <a:pPr marL="0" indent="0" rtl="0">
              <a:buNone/>
            </a:pPr>
            <a:r>
              <a:rPr lang="sk-SK" dirty="0"/>
              <a:t>(milý – milší – najmilší)</a:t>
            </a:r>
          </a:p>
          <a:p>
            <a:pPr rtl="0">
              <a:buFontTx/>
              <a:buChar char="-"/>
            </a:pPr>
            <a:r>
              <a:rPr lang="sk-SK" dirty="0">
                <a:solidFill>
                  <a:schemeClr val="accent1"/>
                </a:solidFill>
              </a:rPr>
              <a:t>farby</a:t>
            </a:r>
          </a:p>
          <a:p>
            <a:pPr marL="0" indent="0" rtl="0">
              <a:buNone/>
            </a:pPr>
            <a:r>
              <a:rPr lang="sk-SK" dirty="0"/>
              <a:t>(červená, hnedý, sivé)</a:t>
            </a:r>
          </a:p>
          <a:p>
            <a:pPr marL="0" indent="0" rtl="0">
              <a:buNone/>
            </a:pPr>
            <a:r>
              <a:rPr lang="sk-SK" dirty="0">
                <a:solidFill>
                  <a:schemeClr val="accent1"/>
                </a:solidFill>
              </a:rPr>
              <a:t>- majú antonymá a synonymá </a:t>
            </a:r>
          </a:p>
          <a:p>
            <a:pPr marL="0" indent="0" rtl="0">
              <a:buNone/>
            </a:pPr>
            <a:r>
              <a:rPr lang="sk-SK" dirty="0"/>
              <a:t>( šťastný – smutný; milý -  príjemný)</a:t>
            </a:r>
          </a:p>
          <a:p>
            <a:pPr rtl="0">
              <a:buFontTx/>
              <a:buChar char="-"/>
            </a:pPr>
            <a:endParaRPr lang="sk-SK" dirty="0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677994D0-9E11-98E8-E5A2-ADD13F3C65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72172" y="1837606"/>
            <a:ext cx="4416552" cy="762000"/>
          </a:xfrm>
        </p:spPr>
        <p:txBody>
          <a:bodyPr>
            <a:normAutofit fontScale="92500" lnSpcReduction="10000"/>
          </a:bodyPr>
          <a:lstStyle/>
          <a:p>
            <a:pPr algn="ctr"/>
            <a:r>
              <a:rPr lang="sk-SK" sz="2800" b="1" dirty="0">
                <a:solidFill>
                  <a:srgbClr val="FFFF00"/>
                </a:solidFill>
                <a:latin typeface="Comic Sans MS" panose="030F0702030302020204" pitchFamily="66" charset="0"/>
              </a:rPr>
              <a:t>VZŤAHOVÉ</a:t>
            </a:r>
          </a:p>
          <a:p>
            <a:pPr algn="ctr"/>
            <a:r>
              <a:rPr lang="sk-SK" sz="2800" b="1" dirty="0">
                <a:solidFill>
                  <a:srgbClr val="FFFF00"/>
                </a:solidFill>
                <a:latin typeface="Comic Sans MS" panose="030F0702030302020204" pitchFamily="66" charset="0"/>
              </a:rPr>
              <a:t> PRÍDAVNÉ MENÁ</a:t>
            </a:r>
          </a:p>
        </p:txBody>
      </p:sp>
      <p:sp>
        <p:nvSpPr>
          <p:cNvPr id="5" name="Zástupný objekt pre obsah 4">
            <a:extLst>
              <a:ext uri="{FF2B5EF4-FFF2-40B4-BE49-F238E27FC236}">
                <a16:creationId xmlns:a16="http://schemas.microsoft.com/office/drawing/2014/main" id="{FAAD30B3-9D4F-31C4-B69E-A703AE275681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249860" y="2667000"/>
            <a:ext cx="5461176" cy="3505201"/>
          </a:xfrm>
        </p:spPr>
        <p:txBody>
          <a:bodyPr/>
          <a:lstStyle/>
          <a:p>
            <a:pPr marL="0" indent="0">
              <a:buNone/>
            </a:pPr>
            <a:r>
              <a:rPr lang="sk-SK" dirty="0">
                <a:solidFill>
                  <a:schemeClr val="accent1"/>
                </a:solidFill>
              </a:rPr>
              <a:t>- vznikli z iného slovného druhu</a:t>
            </a:r>
          </a:p>
          <a:p>
            <a:pPr marL="0" indent="0">
              <a:buNone/>
            </a:pPr>
            <a:r>
              <a:rPr lang="sk-SK" dirty="0"/>
              <a:t>( svadba – svadobný; futbal – futbalový)</a:t>
            </a:r>
          </a:p>
          <a:p>
            <a:pPr marL="0" indent="0">
              <a:buNone/>
            </a:pPr>
            <a:r>
              <a:rPr lang="sk-SK" dirty="0">
                <a:solidFill>
                  <a:schemeClr val="accent1"/>
                </a:solidFill>
              </a:rPr>
              <a:t>- nedajú sa stupňovať, nemajú antonymá ani synonymá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Písanie rukou 1">
                <a:extLst>
                  <a:ext uri="{FF2B5EF4-FFF2-40B4-BE49-F238E27FC236}">
                    <a16:creationId xmlns:a16="http://schemas.microsoft.com/office/drawing/2014/main" id="{CD44C2AB-9B6C-3633-8658-405A2D579B20}"/>
                  </a:ext>
                </a:extLst>
              </p14:cNvPr>
              <p14:cNvContentPartPr/>
              <p14:nvPr/>
            </p14:nvContentPartPr>
            <p14:xfrm>
              <a:off x="425520" y="1181160"/>
              <a:ext cx="11340720" cy="5467680"/>
            </p14:xfrm>
          </p:contentPart>
        </mc:Choice>
        <mc:Fallback>
          <p:pic>
            <p:nvPicPr>
              <p:cNvPr id="2" name="Písanie rukou 1">
                <a:extLst>
                  <a:ext uri="{FF2B5EF4-FFF2-40B4-BE49-F238E27FC236}">
                    <a16:creationId xmlns:a16="http://schemas.microsoft.com/office/drawing/2014/main" id="{CD44C2AB-9B6C-3633-8658-405A2D579B2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16160" y="1171800"/>
                <a:ext cx="11359440" cy="5486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285360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ástupný objekt pre dátum 5">
            <a:extLst>
              <a:ext uri="{FF2B5EF4-FFF2-40B4-BE49-F238E27FC236}">
                <a16:creationId xmlns:a16="http://schemas.microsoft.com/office/drawing/2014/main" id="{779D1263-CC05-65CE-43EE-76A786204E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52BE855B-A590-4B1D-8D7A-B7580F1A81FA}" type="datetime1">
              <a:rPr lang="sk-SK" smtClean="0"/>
              <a:t>3. 3. 2025</a:t>
            </a:fld>
            <a:endParaRPr lang="sk-SK" dirty="0"/>
          </a:p>
        </p:txBody>
      </p:sp>
      <p:graphicFrame>
        <p:nvGraphicFramePr>
          <p:cNvPr id="9" name="Tabuľka 8">
            <a:extLst>
              <a:ext uri="{FF2B5EF4-FFF2-40B4-BE49-F238E27FC236}">
                <a16:creationId xmlns:a16="http://schemas.microsoft.com/office/drawing/2014/main" id="{C40511D7-7D02-23B2-ACD2-C7E6152665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0295878"/>
              </p:ext>
            </p:extLst>
          </p:nvPr>
        </p:nvGraphicFramePr>
        <p:xfrm>
          <a:off x="405780" y="151884"/>
          <a:ext cx="11305256" cy="6554232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{0505E3EF-67EA-436B-97B2-0124C06EBD24}</a:tableStyleId>
              </a:tblPr>
              <a:tblGrid>
                <a:gridCol w="504056">
                  <a:extLst>
                    <a:ext uri="{9D8B030D-6E8A-4147-A177-3AD203B41FA5}">
                      <a16:colId xmlns:a16="http://schemas.microsoft.com/office/drawing/2014/main" val="3758755369"/>
                    </a:ext>
                  </a:extLst>
                </a:gridCol>
                <a:gridCol w="7776864">
                  <a:extLst>
                    <a:ext uri="{9D8B030D-6E8A-4147-A177-3AD203B41FA5}">
                      <a16:colId xmlns:a16="http://schemas.microsoft.com/office/drawing/2014/main" val="717566101"/>
                    </a:ext>
                  </a:extLst>
                </a:gridCol>
                <a:gridCol w="1618568">
                  <a:extLst>
                    <a:ext uri="{9D8B030D-6E8A-4147-A177-3AD203B41FA5}">
                      <a16:colId xmlns:a16="http://schemas.microsoft.com/office/drawing/2014/main" val="2433218393"/>
                    </a:ext>
                  </a:extLst>
                </a:gridCol>
                <a:gridCol w="1405768">
                  <a:extLst>
                    <a:ext uri="{9D8B030D-6E8A-4147-A177-3AD203B41FA5}">
                      <a16:colId xmlns:a16="http://schemas.microsoft.com/office/drawing/2014/main" val="3847270968"/>
                    </a:ext>
                  </a:extLst>
                </a:gridCol>
              </a:tblGrid>
              <a:tr h="458232">
                <a:tc>
                  <a:txBody>
                    <a:bodyPr/>
                    <a:lstStyle/>
                    <a:p>
                      <a:r>
                        <a:rPr lang="sk-SK" sz="1600">
                          <a:solidFill>
                            <a:sysClr val="windowText" lastClr="000000"/>
                          </a:solidFill>
                          <a:effectLst/>
                        </a:rPr>
                        <a:t> </a:t>
                      </a:r>
                      <a:endParaRPr lang="sk-SK" sz="1600">
                        <a:solidFill>
                          <a:sysClr val="windowText" lastClr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sk-SK" sz="1600">
                          <a:solidFill>
                            <a:sysClr val="windowText" lastClr="000000"/>
                          </a:solidFill>
                          <a:effectLst/>
                        </a:rPr>
                        <a:t> </a:t>
                      </a:r>
                      <a:endParaRPr lang="sk-SK" sz="1600">
                        <a:solidFill>
                          <a:sysClr val="windowText" lastClr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sk-SK" sz="1600">
                          <a:solidFill>
                            <a:sysClr val="windowText" lastClr="000000"/>
                          </a:solidFill>
                          <a:effectLst/>
                        </a:rPr>
                        <a:t>akostné</a:t>
                      </a:r>
                      <a:endParaRPr lang="sk-SK" sz="1600">
                        <a:solidFill>
                          <a:sysClr val="windowText" lastClr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sk-SK" sz="1600">
                          <a:solidFill>
                            <a:sysClr val="windowText" lastClr="000000"/>
                          </a:solidFill>
                          <a:effectLst/>
                        </a:rPr>
                        <a:t>vzťahové</a:t>
                      </a:r>
                      <a:endParaRPr lang="sk-SK" sz="1600">
                        <a:solidFill>
                          <a:sysClr val="windowText" lastClr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61797491"/>
                  </a:ext>
                </a:extLst>
              </a:tr>
              <a:tr h="193112">
                <a:tc>
                  <a:txBody>
                    <a:bodyPr/>
                    <a:lstStyle/>
                    <a:p>
                      <a:pPr algn="ctr"/>
                      <a:r>
                        <a:rPr lang="sk-SK" sz="1600">
                          <a:solidFill>
                            <a:sysClr val="windowText" lastClr="000000"/>
                          </a:solidFill>
                          <a:effectLst/>
                        </a:rPr>
                        <a:t>1.</a:t>
                      </a:r>
                      <a:endParaRPr lang="sk-SK" sz="1600">
                        <a:solidFill>
                          <a:sysClr val="windowText" lastClr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sk-SK" sz="2000" b="1" dirty="0">
                          <a:solidFill>
                            <a:sysClr val="windowText" lastClr="000000"/>
                          </a:solidFill>
                          <a:effectLst/>
                        </a:rPr>
                        <a:t>hustý</a:t>
                      </a:r>
                      <a:endParaRPr lang="sk-SK" sz="2000" b="1" dirty="0">
                        <a:solidFill>
                          <a:sysClr val="windowText" lastClr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sk-SK" sz="1600" dirty="0">
                          <a:solidFill>
                            <a:sysClr val="windowText" lastClr="000000"/>
                          </a:solidFill>
                          <a:effectLst/>
                        </a:rPr>
                        <a:t> </a:t>
                      </a:r>
                      <a:endParaRPr lang="sk-SK" sz="1600" dirty="0">
                        <a:solidFill>
                          <a:sysClr val="windowText" lastClr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sk-SK" sz="1600">
                          <a:solidFill>
                            <a:sysClr val="windowText" lastClr="000000"/>
                          </a:solidFill>
                          <a:effectLst/>
                        </a:rPr>
                        <a:t> </a:t>
                      </a:r>
                      <a:endParaRPr lang="sk-SK" sz="1600">
                        <a:solidFill>
                          <a:sysClr val="windowText" lastClr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52837412"/>
                  </a:ext>
                </a:extLst>
              </a:tr>
              <a:tr h="193112">
                <a:tc>
                  <a:txBody>
                    <a:bodyPr/>
                    <a:lstStyle/>
                    <a:p>
                      <a:pPr algn="ctr"/>
                      <a:r>
                        <a:rPr lang="sk-SK" sz="1600">
                          <a:solidFill>
                            <a:sysClr val="windowText" lastClr="000000"/>
                          </a:solidFill>
                          <a:effectLst/>
                        </a:rPr>
                        <a:t>2.</a:t>
                      </a:r>
                      <a:endParaRPr lang="sk-SK" sz="1600">
                        <a:solidFill>
                          <a:sysClr val="windowText" lastClr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sk-SK" sz="2000" b="1">
                          <a:solidFill>
                            <a:sysClr val="windowText" lastClr="000000"/>
                          </a:solidFill>
                          <a:effectLst/>
                        </a:rPr>
                        <a:t>moderný</a:t>
                      </a:r>
                      <a:endParaRPr lang="sk-SK" sz="2000" b="1">
                        <a:solidFill>
                          <a:sysClr val="windowText" lastClr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sk-SK" sz="1600">
                          <a:solidFill>
                            <a:sysClr val="windowText" lastClr="000000"/>
                          </a:solidFill>
                          <a:effectLst/>
                        </a:rPr>
                        <a:t> </a:t>
                      </a:r>
                      <a:endParaRPr lang="sk-SK" sz="1600">
                        <a:solidFill>
                          <a:sysClr val="windowText" lastClr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sk-SK" sz="1600">
                          <a:solidFill>
                            <a:sysClr val="windowText" lastClr="000000"/>
                          </a:solidFill>
                          <a:effectLst/>
                        </a:rPr>
                        <a:t> </a:t>
                      </a:r>
                      <a:endParaRPr lang="sk-SK" sz="1600">
                        <a:solidFill>
                          <a:sysClr val="windowText" lastClr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29613260"/>
                  </a:ext>
                </a:extLst>
              </a:tr>
              <a:tr h="193112">
                <a:tc>
                  <a:txBody>
                    <a:bodyPr/>
                    <a:lstStyle/>
                    <a:p>
                      <a:pPr algn="ctr"/>
                      <a:r>
                        <a:rPr lang="sk-SK" sz="1600">
                          <a:solidFill>
                            <a:sysClr val="windowText" lastClr="000000"/>
                          </a:solidFill>
                          <a:effectLst/>
                        </a:rPr>
                        <a:t>3.</a:t>
                      </a:r>
                      <a:endParaRPr lang="sk-SK" sz="1600">
                        <a:solidFill>
                          <a:sysClr val="windowText" lastClr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sk-SK" sz="2000" b="1">
                          <a:solidFill>
                            <a:sysClr val="windowText" lastClr="000000"/>
                          </a:solidFill>
                          <a:effectLst/>
                        </a:rPr>
                        <a:t>hodinový</a:t>
                      </a:r>
                      <a:endParaRPr lang="sk-SK" sz="2000" b="1">
                        <a:solidFill>
                          <a:sysClr val="windowText" lastClr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sk-SK" sz="1600">
                          <a:solidFill>
                            <a:sysClr val="windowText" lastClr="000000"/>
                          </a:solidFill>
                          <a:effectLst/>
                        </a:rPr>
                        <a:t> </a:t>
                      </a:r>
                      <a:endParaRPr lang="sk-SK" sz="1600">
                        <a:solidFill>
                          <a:sysClr val="windowText" lastClr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sk-SK" sz="1600">
                          <a:solidFill>
                            <a:sysClr val="windowText" lastClr="000000"/>
                          </a:solidFill>
                          <a:effectLst/>
                        </a:rPr>
                        <a:t> </a:t>
                      </a:r>
                      <a:endParaRPr lang="sk-SK" sz="1600">
                        <a:solidFill>
                          <a:sysClr val="windowText" lastClr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27774239"/>
                  </a:ext>
                </a:extLst>
              </a:tr>
              <a:tr h="193112">
                <a:tc>
                  <a:txBody>
                    <a:bodyPr/>
                    <a:lstStyle/>
                    <a:p>
                      <a:pPr algn="ctr"/>
                      <a:r>
                        <a:rPr lang="sk-SK" sz="1600">
                          <a:solidFill>
                            <a:sysClr val="windowText" lastClr="000000"/>
                          </a:solidFill>
                          <a:effectLst/>
                        </a:rPr>
                        <a:t>4.</a:t>
                      </a:r>
                      <a:endParaRPr lang="sk-SK" sz="1600">
                        <a:solidFill>
                          <a:sysClr val="windowText" lastClr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sk-SK" sz="2000" b="1" dirty="0">
                          <a:solidFill>
                            <a:sysClr val="windowText" lastClr="000000"/>
                          </a:solidFill>
                          <a:effectLst/>
                        </a:rPr>
                        <a:t>starý</a:t>
                      </a:r>
                      <a:endParaRPr lang="sk-SK" sz="2000" b="1" dirty="0">
                        <a:solidFill>
                          <a:sysClr val="windowText" lastClr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sk-SK" sz="1600">
                          <a:solidFill>
                            <a:sysClr val="windowText" lastClr="000000"/>
                          </a:solidFill>
                          <a:effectLst/>
                        </a:rPr>
                        <a:t> </a:t>
                      </a:r>
                      <a:endParaRPr lang="sk-SK" sz="1600">
                        <a:solidFill>
                          <a:sysClr val="windowText" lastClr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sk-SK" sz="1600">
                          <a:solidFill>
                            <a:sysClr val="windowText" lastClr="000000"/>
                          </a:solidFill>
                          <a:effectLst/>
                        </a:rPr>
                        <a:t> </a:t>
                      </a:r>
                      <a:endParaRPr lang="sk-SK" sz="1600">
                        <a:solidFill>
                          <a:sysClr val="windowText" lastClr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4315799"/>
                  </a:ext>
                </a:extLst>
              </a:tr>
              <a:tr h="193112">
                <a:tc>
                  <a:txBody>
                    <a:bodyPr/>
                    <a:lstStyle/>
                    <a:p>
                      <a:pPr algn="ctr"/>
                      <a:r>
                        <a:rPr lang="sk-SK" sz="1600">
                          <a:solidFill>
                            <a:sysClr val="windowText" lastClr="000000"/>
                          </a:solidFill>
                          <a:effectLst/>
                        </a:rPr>
                        <a:t>5.</a:t>
                      </a:r>
                      <a:endParaRPr lang="sk-SK" sz="1600">
                        <a:solidFill>
                          <a:sysClr val="windowText" lastClr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sk-SK" sz="2000" b="1">
                          <a:solidFill>
                            <a:sysClr val="windowText" lastClr="000000"/>
                          </a:solidFill>
                          <a:effectLst/>
                        </a:rPr>
                        <a:t>chlebový</a:t>
                      </a:r>
                      <a:endParaRPr lang="sk-SK" sz="2000" b="1">
                        <a:solidFill>
                          <a:sysClr val="windowText" lastClr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sk-SK" sz="1600">
                          <a:solidFill>
                            <a:sysClr val="windowText" lastClr="000000"/>
                          </a:solidFill>
                          <a:effectLst/>
                        </a:rPr>
                        <a:t> </a:t>
                      </a:r>
                      <a:endParaRPr lang="sk-SK" sz="1600">
                        <a:solidFill>
                          <a:sysClr val="windowText" lastClr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sk-SK" sz="1600">
                          <a:solidFill>
                            <a:sysClr val="windowText" lastClr="000000"/>
                          </a:solidFill>
                          <a:effectLst/>
                        </a:rPr>
                        <a:t> </a:t>
                      </a:r>
                      <a:endParaRPr lang="sk-SK" sz="1600">
                        <a:solidFill>
                          <a:sysClr val="windowText" lastClr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85009936"/>
                  </a:ext>
                </a:extLst>
              </a:tr>
              <a:tr h="193112">
                <a:tc>
                  <a:txBody>
                    <a:bodyPr/>
                    <a:lstStyle/>
                    <a:p>
                      <a:pPr algn="ctr"/>
                      <a:r>
                        <a:rPr lang="sk-SK" sz="1600">
                          <a:solidFill>
                            <a:sysClr val="windowText" lastClr="000000"/>
                          </a:solidFill>
                          <a:effectLst/>
                        </a:rPr>
                        <a:t>6.</a:t>
                      </a:r>
                      <a:endParaRPr lang="sk-SK" sz="1600">
                        <a:solidFill>
                          <a:sysClr val="windowText" lastClr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sk-SK" sz="2000" b="1">
                          <a:solidFill>
                            <a:sysClr val="windowText" lastClr="000000"/>
                          </a:solidFill>
                          <a:effectLst/>
                        </a:rPr>
                        <a:t>kovový</a:t>
                      </a:r>
                      <a:endParaRPr lang="sk-SK" sz="2000" b="1">
                        <a:solidFill>
                          <a:sysClr val="windowText" lastClr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sk-SK" sz="1600">
                          <a:solidFill>
                            <a:sysClr val="windowText" lastClr="000000"/>
                          </a:solidFill>
                          <a:effectLst/>
                        </a:rPr>
                        <a:t> </a:t>
                      </a:r>
                      <a:endParaRPr lang="sk-SK" sz="1600">
                        <a:solidFill>
                          <a:sysClr val="windowText" lastClr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sk-SK" sz="1600">
                          <a:solidFill>
                            <a:sysClr val="windowText" lastClr="000000"/>
                          </a:solidFill>
                          <a:effectLst/>
                        </a:rPr>
                        <a:t> </a:t>
                      </a:r>
                      <a:endParaRPr lang="sk-SK" sz="1600">
                        <a:solidFill>
                          <a:sysClr val="windowText" lastClr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63410538"/>
                  </a:ext>
                </a:extLst>
              </a:tr>
              <a:tr h="193112">
                <a:tc>
                  <a:txBody>
                    <a:bodyPr/>
                    <a:lstStyle/>
                    <a:p>
                      <a:pPr algn="ctr"/>
                      <a:r>
                        <a:rPr lang="sk-SK" sz="1600">
                          <a:solidFill>
                            <a:sysClr val="windowText" lastClr="000000"/>
                          </a:solidFill>
                          <a:effectLst/>
                        </a:rPr>
                        <a:t>7.</a:t>
                      </a:r>
                      <a:endParaRPr lang="sk-SK" sz="1600">
                        <a:solidFill>
                          <a:sysClr val="windowText" lastClr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sk-SK" sz="2000" b="1" dirty="0">
                          <a:solidFill>
                            <a:sysClr val="windowText" lastClr="000000"/>
                          </a:solidFill>
                          <a:effectLst/>
                        </a:rPr>
                        <a:t>srdcový</a:t>
                      </a:r>
                      <a:endParaRPr lang="sk-SK" sz="2000" b="1" dirty="0">
                        <a:solidFill>
                          <a:sysClr val="windowText" lastClr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sk-SK" sz="1600">
                          <a:solidFill>
                            <a:sysClr val="windowText" lastClr="000000"/>
                          </a:solidFill>
                          <a:effectLst/>
                        </a:rPr>
                        <a:t> </a:t>
                      </a:r>
                      <a:endParaRPr lang="sk-SK" sz="1600">
                        <a:solidFill>
                          <a:sysClr val="windowText" lastClr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sk-SK" sz="1600">
                          <a:solidFill>
                            <a:sysClr val="windowText" lastClr="000000"/>
                          </a:solidFill>
                          <a:effectLst/>
                        </a:rPr>
                        <a:t> </a:t>
                      </a:r>
                      <a:endParaRPr lang="sk-SK" sz="1600">
                        <a:solidFill>
                          <a:sysClr val="windowText" lastClr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40778519"/>
                  </a:ext>
                </a:extLst>
              </a:tr>
              <a:tr h="193112">
                <a:tc>
                  <a:txBody>
                    <a:bodyPr/>
                    <a:lstStyle/>
                    <a:p>
                      <a:pPr algn="ctr"/>
                      <a:r>
                        <a:rPr lang="sk-SK" sz="1600">
                          <a:solidFill>
                            <a:sysClr val="windowText" lastClr="000000"/>
                          </a:solidFill>
                          <a:effectLst/>
                        </a:rPr>
                        <a:t>8.</a:t>
                      </a:r>
                      <a:endParaRPr lang="sk-SK" sz="1600">
                        <a:solidFill>
                          <a:sysClr val="windowText" lastClr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sk-SK" sz="2000" b="1" dirty="0">
                          <a:solidFill>
                            <a:sysClr val="windowText" lastClr="000000"/>
                          </a:solidFill>
                          <a:effectLst/>
                        </a:rPr>
                        <a:t>nábytkársky</a:t>
                      </a:r>
                      <a:endParaRPr lang="sk-SK" sz="2000" b="1" dirty="0">
                        <a:solidFill>
                          <a:sysClr val="windowText" lastClr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sk-SK" sz="1600">
                          <a:solidFill>
                            <a:sysClr val="windowText" lastClr="000000"/>
                          </a:solidFill>
                          <a:effectLst/>
                        </a:rPr>
                        <a:t> </a:t>
                      </a:r>
                      <a:endParaRPr lang="sk-SK" sz="1600">
                        <a:solidFill>
                          <a:sysClr val="windowText" lastClr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sk-SK" sz="1600">
                          <a:solidFill>
                            <a:sysClr val="windowText" lastClr="000000"/>
                          </a:solidFill>
                          <a:effectLst/>
                        </a:rPr>
                        <a:t> </a:t>
                      </a:r>
                      <a:endParaRPr lang="sk-SK" sz="1600">
                        <a:solidFill>
                          <a:sysClr val="windowText" lastClr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18330384"/>
                  </a:ext>
                </a:extLst>
              </a:tr>
              <a:tr h="193112">
                <a:tc>
                  <a:txBody>
                    <a:bodyPr/>
                    <a:lstStyle/>
                    <a:p>
                      <a:pPr algn="ctr"/>
                      <a:r>
                        <a:rPr lang="sk-SK" sz="1600">
                          <a:solidFill>
                            <a:sysClr val="windowText" lastClr="000000"/>
                          </a:solidFill>
                          <a:effectLst/>
                        </a:rPr>
                        <a:t>9.</a:t>
                      </a:r>
                      <a:endParaRPr lang="sk-SK" sz="1600">
                        <a:solidFill>
                          <a:sysClr val="windowText" lastClr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sk-SK" sz="2000" b="1" dirty="0">
                          <a:solidFill>
                            <a:sysClr val="windowText" lastClr="000000"/>
                          </a:solidFill>
                          <a:effectLst/>
                        </a:rPr>
                        <a:t>falošný</a:t>
                      </a:r>
                      <a:endParaRPr lang="sk-SK" sz="2000" b="1" dirty="0">
                        <a:solidFill>
                          <a:sysClr val="windowText" lastClr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sk-SK" sz="1600">
                          <a:solidFill>
                            <a:sysClr val="windowText" lastClr="000000"/>
                          </a:solidFill>
                          <a:effectLst/>
                        </a:rPr>
                        <a:t> </a:t>
                      </a:r>
                      <a:endParaRPr lang="sk-SK" sz="1600">
                        <a:solidFill>
                          <a:sysClr val="windowText" lastClr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sk-SK" sz="1600">
                          <a:solidFill>
                            <a:sysClr val="windowText" lastClr="000000"/>
                          </a:solidFill>
                          <a:effectLst/>
                        </a:rPr>
                        <a:t> </a:t>
                      </a:r>
                      <a:endParaRPr lang="sk-SK" sz="1600">
                        <a:solidFill>
                          <a:sysClr val="windowText" lastClr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59160016"/>
                  </a:ext>
                </a:extLst>
              </a:tr>
              <a:tr h="193112">
                <a:tc>
                  <a:txBody>
                    <a:bodyPr/>
                    <a:lstStyle/>
                    <a:p>
                      <a:pPr algn="ctr"/>
                      <a:r>
                        <a:rPr lang="sk-SK" sz="1600">
                          <a:solidFill>
                            <a:sysClr val="windowText" lastClr="000000"/>
                          </a:solidFill>
                          <a:effectLst/>
                        </a:rPr>
                        <a:t>10.</a:t>
                      </a:r>
                      <a:endParaRPr lang="sk-SK" sz="1600">
                        <a:solidFill>
                          <a:sysClr val="windowText" lastClr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sk-SK" sz="2000" b="1">
                          <a:solidFill>
                            <a:sysClr val="windowText" lastClr="000000"/>
                          </a:solidFill>
                          <a:effectLst/>
                        </a:rPr>
                        <a:t>prenikavý</a:t>
                      </a:r>
                      <a:endParaRPr lang="sk-SK" sz="2000" b="1">
                        <a:solidFill>
                          <a:sysClr val="windowText" lastClr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sk-SK" sz="1600">
                          <a:solidFill>
                            <a:sysClr val="windowText" lastClr="000000"/>
                          </a:solidFill>
                          <a:effectLst/>
                        </a:rPr>
                        <a:t> </a:t>
                      </a:r>
                      <a:endParaRPr lang="sk-SK" sz="1600">
                        <a:solidFill>
                          <a:sysClr val="windowText" lastClr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sk-SK" sz="1600">
                          <a:solidFill>
                            <a:sysClr val="windowText" lastClr="000000"/>
                          </a:solidFill>
                          <a:effectLst/>
                        </a:rPr>
                        <a:t> </a:t>
                      </a:r>
                      <a:endParaRPr lang="sk-SK" sz="1600">
                        <a:solidFill>
                          <a:sysClr val="windowText" lastClr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56594497"/>
                  </a:ext>
                </a:extLst>
              </a:tr>
              <a:tr h="193112">
                <a:tc>
                  <a:txBody>
                    <a:bodyPr/>
                    <a:lstStyle/>
                    <a:p>
                      <a:pPr algn="ctr"/>
                      <a:r>
                        <a:rPr lang="sk-SK" sz="1600">
                          <a:solidFill>
                            <a:sysClr val="windowText" lastClr="000000"/>
                          </a:solidFill>
                          <a:effectLst/>
                        </a:rPr>
                        <a:t>11.</a:t>
                      </a:r>
                      <a:endParaRPr lang="sk-SK" sz="1600">
                        <a:solidFill>
                          <a:sysClr val="windowText" lastClr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sk-SK" sz="2000" b="1">
                          <a:solidFill>
                            <a:sysClr val="windowText" lastClr="000000"/>
                          </a:solidFill>
                          <a:effectLst/>
                        </a:rPr>
                        <a:t>televízny</a:t>
                      </a:r>
                      <a:endParaRPr lang="sk-SK" sz="2000" b="1">
                        <a:solidFill>
                          <a:sysClr val="windowText" lastClr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sk-SK" sz="1600">
                          <a:solidFill>
                            <a:sysClr val="windowText" lastClr="000000"/>
                          </a:solidFill>
                          <a:effectLst/>
                        </a:rPr>
                        <a:t> </a:t>
                      </a:r>
                      <a:endParaRPr lang="sk-SK" sz="1600">
                        <a:solidFill>
                          <a:sysClr val="windowText" lastClr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sk-SK" sz="1600">
                          <a:solidFill>
                            <a:sysClr val="windowText" lastClr="000000"/>
                          </a:solidFill>
                          <a:effectLst/>
                        </a:rPr>
                        <a:t> </a:t>
                      </a:r>
                      <a:endParaRPr lang="sk-SK" sz="1600">
                        <a:solidFill>
                          <a:sysClr val="windowText" lastClr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46661846"/>
                  </a:ext>
                </a:extLst>
              </a:tr>
              <a:tr h="193112">
                <a:tc>
                  <a:txBody>
                    <a:bodyPr/>
                    <a:lstStyle/>
                    <a:p>
                      <a:pPr algn="ctr"/>
                      <a:r>
                        <a:rPr lang="sk-SK" sz="1600">
                          <a:solidFill>
                            <a:sysClr val="windowText" lastClr="000000"/>
                          </a:solidFill>
                          <a:effectLst/>
                        </a:rPr>
                        <a:t>12.</a:t>
                      </a:r>
                      <a:endParaRPr lang="sk-SK" sz="1600">
                        <a:solidFill>
                          <a:sysClr val="windowText" lastClr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sk-SK" sz="2000" b="1" dirty="0">
                          <a:solidFill>
                            <a:sysClr val="windowText" lastClr="000000"/>
                          </a:solidFill>
                          <a:effectLst/>
                        </a:rPr>
                        <a:t>rohový</a:t>
                      </a:r>
                      <a:endParaRPr lang="sk-SK" sz="2000" b="1" dirty="0">
                        <a:solidFill>
                          <a:sysClr val="windowText" lastClr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sk-SK" sz="1600">
                          <a:solidFill>
                            <a:sysClr val="windowText" lastClr="000000"/>
                          </a:solidFill>
                          <a:effectLst/>
                        </a:rPr>
                        <a:t> </a:t>
                      </a:r>
                      <a:endParaRPr lang="sk-SK" sz="1600">
                        <a:solidFill>
                          <a:sysClr val="windowText" lastClr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sk-SK" sz="1600">
                          <a:solidFill>
                            <a:sysClr val="windowText" lastClr="000000"/>
                          </a:solidFill>
                          <a:effectLst/>
                        </a:rPr>
                        <a:t> </a:t>
                      </a:r>
                      <a:endParaRPr lang="sk-SK" sz="1600">
                        <a:solidFill>
                          <a:sysClr val="windowText" lastClr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35258387"/>
                  </a:ext>
                </a:extLst>
              </a:tr>
              <a:tr h="193112">
                <a:tc>
                  <a:txBody>
                    <a:bodyPr/>
                    <a:lstStyle/>
                    <a:p>
                      <a:pPr algn="ctr"/>
                      <a:r>
                        <a:rPr lang="sk-SK" sz="1600">
                          <a:solidFill>
                            <a:sysClr val="windowText" lastClr="000000"/>
                          </a:solidFill>
                          <a:effectLst/>
                        </a:rPr>
                        <a:t>13.</a:t>
                      </a:r>
                      <a:endParaRPr lang="sk-SK" sz="1600">
                        <a:solidFill>
                          <a:sysClr val="windowText" lastClr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sk-SK" sz="2000" b="1">
                          <a:solidFill>
                            <a:sysClr val="windowText" lastClr="000000"/>
                          </a:solidFill>
                          <a:effectLst/>
                        </a:rPr>
                        <a:t>žltý</a:t>
                      </a:r>
                      <a:endParaRPr lang="sk-SK" sz="2000" b="1">
                        <a:solidFill>
                          <a:sysClr val="windowText" lastClr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sk-SK" sz="1600">
                          <a:solidFill>
                            <a:sysClr val="windowText" lastClr="000000"/>
                          </a:solidFill>
                          <a:effectLst/>
                        </a:rPr>
                        <a:t> </a:t>
                      </a:r>
                      <a:endParaRPr lang="sk-SK" sz="1600">
                        <a:solidFill>
                          <a:sysClr val="windowText" lastClr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sk-SK" sz="1600">
                          <a:solidFill>
                            <a:sysClr val="windowText" lastClr="000000"/>
                          </a:solidFill>
                          <a:effectLst/>
                        </a:rPr>
                        <a:t> </a:t>
                      </a:r>
                      <a:endParaRPr lang="sk-SK" sz="1600">
                        <a:solidFill>
                          <a:sysClr val="windowText" lastClr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69790368"/>
                  </a:ext>
                </a:extLst>
              </a:tr>
              <a:tr h="193112">
                <a:tc>
                  <a:txBody>
                    <a:bodyPr/>
                    <a:lstStyle/>
                    <a:p>
                      <a:pPr algn="ctr"/>
                      <a:r>
                        <a:rPr lang="sk-SK" sz="1600">
                          <a:solidFill>
                            <a:sysClr val="windowText" lastClr="000000"/>
                          </a:solidFill>
                          <a:effectLst/>
                        </a:rPr>
                        <a:t>14.</a:t>
                      </a:r>
                      <a:endParaRPr lang="sk-SK" sz="1600">
                        <a:solidFill>
                          <a:sysClr val="windowText" lastClr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sk-SK" sz="2000" b="1">
                          <a:solidFill>
                            <a:sysClr val="windowText" lastClr="000000"/>
                          </a:solidFill>
                          <a:effectLst/>
                        </a:rPr>
                        <a:t>levický pekár</a:t>
                      </a:r>
                      <a:endParaRPr lang="sk-SK" sz="2000" b="1">
                        <a:solidFill>
                          <a:sysClr val="windowText" lastClr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sk-SK" sz="1600">
                          <a:solidFill>
                            <a:sysClr val="windowText" lastClr="000000"/>
                          </a:solidFill>
                          <a:effectLst/>
                        </a:rPr>
                        <a:t> </a:t>
                      </a:r>
                      <a:endParaRPr lang="sk-SK" sz="1600">
                        <a:solidFill>
                          <a:sysClr val="windowText" lastClr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sk-SK" sz="1600">
                          <a:solidFill>
                            <a:sysClr val="windowText" lastClr="000000"/>
                          </a:solidFill>
                          <a:effectLst/>
                        </a:rPr>
                        <a:t> </a:t>
                      </a:r>
                      <a:endParaRPr lang="sk-SK" sz="1600">
                        <a:solidFill>
                          <a:sysClr val="windowText" lastClr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77440354"/>
                  </a:ext>
                </a:extLst>
              </a:tr>
              <a:tr h="193112">
                <a:tc>
                  <a:txBody>
                    <a:bodyPr/>
                    <a:lstStyle/>
                    <a:p>
                      <a:pPr algn="ctr"/>
                      <a:r>
                        <a:rPr lang="sk-SK" sz="1600">
                          <a:solidFill>
                            <a:sysClr val="windowText" lastClr="000000"/>
                          </a:solidFill>
                          <a:effectLst/>
                        </a:rPr>
                        <a:t>15.</a:t>
                      </a:r>
                      <a:endParaRPr lang="sk-SK" sz="1600">
                        <a:solidFill>
                          <a:sysClr val="windowText" lastClr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sk-SK" sz="2000" b="1" dirty="0">
                          <a:solidFill>
                            <a:sysClr val="windowText" lastClr="000000"/>
                          </a:solidFill>
                          <a:effectLst/>
                        </a:rPr>
                        <a:t>chutný</a:t>
                      </a:r>
                      <a:endParaRPr lang="sk-SK" sz="2000" b="1" dirty="0">
                        <a:solidFill>
                          <a:sysClr val="windowText" lastClr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sk-SK" sz="1600">
                          <a:solidFill>
                            <a:sysClr val="windowText" lastClr="000000"/>
                          </a:solidFill>
                          <a:effectLst/>
                        </a:rPr>
                        <a:t> </a:t>
                      </a:r>
                      <a:endParaRPr lang="sk-SK" sz="1600">
                        <a:solidFill>
                          <a:sysClr val="windowText" lastClr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sk-SK" sz="1600">
                          <a:solidFill>
                            <a:sysClr val="windowText" lastClr="000000"/>
                          </a:solidFill>
                          <a:effectLst/>
                        </a:rPr>
                        <a:t> </a:t>
                      </a:r>
                      <a:endParaRPr lang="sk-SK" sz="1600">
                        <a:solidFill>
                          <a:sysClr val="windowText" lastClr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48764686"/>
                  </a:ext>
                </a:extLst>
              </a:tr>
              <a:tr h="193112">
                <a:tc>
                  <a:txBody>
                    <a:bodyPr/>
                    <a:lstStyle/>
                    <a:p>
                      <a:pPr algn="ctr"/>
                      <a:r>
                        <a:rPr lang="sk-SK" sz="1600">
                          <a:solidFill>
                            <a:sysClr val="windowText" lastClr="000000"/>
                          </a:solidFill>
                          <a:effectLst/>
                        </a:rPr>
                        <a:t>16.</a:t>
                      </a:r>
                      <a:endParaRPr lang="sk-SK" sz="1600">
                        <a:solidFill>
                          <a:sysClr val="windowText" lastClr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sk-SK" sz="2000" b="1" dirty="0">
                          <a:solidFill>
                            <a:sysClr val="windowText" lastClr="000000"/>
                          </a:solidFill>
                          <a:effectLst/>
                        </a:rPr>
                        <a:t>ázijské jedlo</a:t>
                      </a:r>
                      <a:endParaRPr lang="sk-SK" sz="2000" b="1" dirty="0">
                        <a:solidFill>
                          <a:sysClr val="windowText" lastClr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sk-SK" sz="1600">
                          <a:solidFill>
                            <a:sysClr val="windowText" lastClr="000000"/>
                          </a:solidFill>
                          <a:effectLst/>
                        </a:rPr>
                        <a:t> </a:t>
                      </a:r>
                      <a:endParaRPr lang="sk-SK" sz="1600">
                        <a:solidFill>
                          <a:sysClr val="windowText" lastClr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sk-SK" sz="1600">
                          <a:solidFill>
                            <a:sysClr val="windowText" lastClr="000000"/>
                          </a:solidFill>
                          <a:effectLst/>
                        </a:rPr>
                        <a:t> </a:t>
                      </a:r>
                      <a:endParaRPr lang="sk-SK" sz="1600">
                        <a:solidFill>
                          <a:sysClr val="windowText" lastClr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19460026"/>
                  </a:ext>
                </a:extLst>
              </a:tr>
              <a:tr h="193112">
                <a:tc>
                  <a:txBody>
                    <a:bodyPr/>
                    <a:lstStyle/>
                    <a:p>
                      <a:pPr algn="ctr"/>
                      <a:r>
                        <a:rPr lang="sk-SK" sz="1600">
                          <a:solidFill>
                            <a:sysClr val="windowText" lastClr="000000"/>
                          </a:solidFill>
                          <a:effectLst/>
                        </a:rPr>
                        <a:t>17.</a:t>
                      </a:r>
                      <a:endParaRPr lang="sk-SK" sz="1600">
                        <a:solidFill>
                          <a:sysClr val="windowText" lastClr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sk-SK" sz="2000" b="1" dirty="0">
                          <a:solidFill>
                            <a:sysClr val="windowText" lastClr="000000"/>
                          </a:solidFill>
                          <a:effectLst/>
                        </a:rPr>
                        <a:t>papierový</a:t>
                      </a:r>
                      <a:endParaRPr lang="sk-SK" sz="2000" b="1" dirty="0">
                        <a:solidFill>
                          <a:sysClr val="windowText" lastClr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sk-SK" sz="1600">
                          <a:solidFill>
                            <a:sysClr val="windowText" lastClr="000000"/>
                          </a:solidFill>
                          <a:effectLst/>
                        </a:rPr>
                        <a:t> </a:t>
                      </a:r>
                      <a:endParaRPr lang="sk-SK" sz="1600">
                        <a:solidFill>
                          <a:sysClr val="windowText" lastClr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sk-SK" sz="1600">
                          <a:solidFill>
                            <a:sysClr val="windowText" lastClr="000000"/>
                          </a:solidFill>
                          <a:effectLst/>
                        </a:rPr>
                        <a:t> </a:t>
                      </a:r>
                      <a:endParaRPr lang="sk-SK" sz="1600">
                        <a:solidFill>
                          <a:sysClr val="windowText" lastClr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3482371"/>
                  </a:ext>
                </a:extLst>
              </a:tr>
              <a:tr h="193112">
                <a:tc>
                  <a:txBody>
                    <a:bodyPr/>
                    <a:lstStyle/>
                    <a:p>
                      <a:pPr algn="ctr"/>
                      <a:r>
                        <a:rPr lang="sk-SK" sz="1600">
                          <a:solidFill>
                            <a:sysClr val="windowText" lastClr="000000"/>
                          </a:solidFill>
                          <a:effectLst/>
                        </a:rPr>
                        <a:t>18.</a:t>
                      </a:r>
                      <a:endParaRPr lang="sk-SK" sz="1600">
                        <a:solidFill>
                          <a:sysClr val="windowText" lastClr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sk-SK" sz="2000" b="1" dirty="0">
                          <a:solidFill>
                            <a:sysClr val="windowText" lastClr="000000"/>
                          </a:solidFill>
                          <a:effectLst/>
                        </a:rPr>
                        <a:t>mesačný</a:t>
                      </a:r>
                      <a:endParaRPr lang="sk-SK" sz="2000" b="1" dirty="0">
                        <a:solidFill>
                          <a:sysClr val="windowText" lastClr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sk-SK" sz="1600">
                          <a:solidFill>
                            <a:sysClr val="windowText" lastClr="000000"/>
                          </a:solidFill>
                          <a:effectLst/>
                        </a:rPr>
                        <a:t> </a:t>
                      </a:r>
                      <a:endParaRPr lang="sk-SK" sz="1600">
                        <a:solidFill>
                          <a:sysClr val="windowText" lastClr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sk-SK" sz="1600">
                          <a:solidFill>
                            <a:sysClr val="windowText" lastClr="000000"/>
                          </a:solidFill>
                          <a:effectLst/>
                        </a:rPr>
                        <a:t> </a:t>
                      </a:r>
                      <a:endParaRPr lang="sk-SK" sz="1600">
                        <a:solidFill>
                          <a:sysClr val="windowText" lastClr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62078912"/>
                  </a:ext>
                </a:extLst>
              </a:tr>
              <a:tr h="193112">
                <a:tc>
                  <a:txBody>
                    <a:bodyPr/>
                    <a:lstStyle/>
                    <a:p>
                      <a:pPr algn="ctr"/>
                      <a:r>
                        <a:rPr lang="sk-SK" sz="1600">
                          <a:solidFill>
                            <a:sysClr val="windowText" lastClr="000000"/>
                          </a:solidFill>
                          <a:effectLst/>
                        </a:rPr>
                        <a:t>19.</a:t>
                      </a:r>
                      <a:endParaRPr lang="sk-SK" sz="1600">
                        <a:solidFill>
                          <a:sysClr val="windowText" lastClr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sk-SK" sz="2000" b="1" dirty="0">
                          <a:solidFill>
                            <a:sysClr val="windowText" lastClr="000000"/>
                          </a:solidFill>
                          <a:effectLst/>
                        </a:rPr>
                        <a:t>chladný</a:t>
                      </a:r>
                      <a:endParaRPr lang="sk-SK" sz="2000" b="1" dirty="0">
                        <a:solidFill>
                          <a:sysClr val="windowText" lastClr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sk-SK" sz="1600">
                          <a:solidFill>
                            <a:sysClr val="windowText" lastClr="000000"/>
                          </a:solidFill>
                          <a:effectLst/>
                        </a:rPr>
                        <a:t> </a:t>
                      </a:r>
                      <a:endParaRPr lang="sk-SK" sz="1600">
                        <a:solidFill>
                          <a:sysClr val="windowText" lastClr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sk-SK" sz="1600">
                          <a:solidFill>
                            <a:sysClr val="windowText" lastClr="000000"/>
                          </a:solidFill>
                          <a:effectLst/>
                        </a:rPr>
                        <a:t> </a:t>
                      </a:r>
                      <a:endParaRPr lang="sk-SK" sz="1600">
                        <a:solidFill>
                          <a:sysClr val="windowText" lastClr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51329478"/>
                  </a:ext>
                </a:extLst>
              </a:tr>
              <a:tr h="193112">
                <a:tc>
                  <a:txBody>
                    <a:bodyPr/>
                    <a:lstStyle/>
                    <a:p>
                      <a:pPr algn="ctr"/>
                      <a:r>
                        <a:rPr lang="sk-SK" sz="1600">
                          <a:solidFill>
                            <a:sysClr val="windowText" lastClr="000000"/>
                          </a:solidFill>
                          <a:effectLst/>
                        </a:rPr>
                        <a:t>20.</a:t>
                      </a:r>
                      <a:endParaRPr lang="sk-SK" sz="1600">
                        <a:solidFill>
                          <a:sysClr val="windowText" lastClr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sk-SK" sz="2000" b="1" dirty="0">
                          <a:solidFill>
                            <a:sysClr val="windowText" lastClr="000000"/>
                          </a:solidFill>
                          <a:effectLst/>
                        </a:rPr>
                        <a:t>ťažký</a:t>
                      </a:r>
                      <a:endParaRPr lang="sk-SK" sz="2000" b="1" dirty="0">
                        <a:solidFill>
                          <a:sysClr val="windowText" lastClr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sk-SK" sz="1600">
                          <a:solidFill>
                            <a:sysClr val="windowText" lastClr="000000"/>
                          </a:solidFill>
                          <a:effectLst/>
                        </a:rPr>
                        <a:t> </a:t>
                      </a:r>
                      <a:endParaRPr lang="sk-SK" sz="1600">
                        <a:solidFill>
                          <a:sysClr val="windowText" lastClr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sk-SK" sz="1600" dirty="0">
                          <a:solidFill>
                            <a:sysClr val="windowText" lastClr="000000"/>
                          </a:solidFill>
                          <a:effectLst/>
                        </a:rPr>
                        <a:t> </a:t>
                      </a:r>
                      <a:endParaRPr lang="sk-SK" sz="1600" dirty="0">
                        <a:solidFill>
                          <a:sysClr val="windowText" lastClr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1811127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Písanie rukou 1">
                <a:extLst>
                  <a:ext uri="{FF2B5EF4-FFF2-40B4-BE49-F238E27FC236}">
                    <a16:creationId xmlns:a16="http://schemas.microsoft.com/office/drawing/2014/main" id="{9DE0C9AE-D93F-A437-0173-8445F37E9C61}"/>
                  </a:ext>
                </a:extLst>
              </p14:cNvPr>
              <p14:cNvContentPartPr/>
              <p14:nvPr/>
            </p14:nvContentPartPr>
            <p14:xfrm>
              <a:off x="1003320" y="12600"/>
              <a:ext cx="11169360" cy="4883760"/>
            </p14:xfrm>
          </p:contentPart>
        </mc:Choice>
        <mc:Fallback>
          <p:pic>
            <p:nvPicPr>
              <p:cNvPr id="2" name="Písanie rukou 1">
                <a:extLst>
                  <a:ext uri="{FF2B5EF4-FFF2-40B4-BE49-F238E27FC236}">
                    <a16:creationId xmlns:a16="http://schemas.microsoft.com/office/drawing/2014/main" id="{9DE0C9AE-D93F-A437-0173-8445F37E9C6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93960" y="3240"/>
                <a:ext cx="11188080" cy="4902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151482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F3547B3-6522-BA79-C63E-5A4D4883A9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Rozlišuj</a:t>
            </a:r>
          </a:p>
        </p:txBody>
      </p:sp>
      <p:sp>
        <p:nvSpPr>
          <p:cNvPr id="4" name="Zástupný objekt pre obsah 3">
            <a:extLst>
              <a:ext uri="{FF2B5EF4-FFF2-40B4-BE49-F238E27FC236}">
                <a16:creationId xmlns:a16="http://schemas.microsoft.com/office/drawing/2014/main" id="{E7624ADB-099B-F82A-B224-1FEBD6B44C6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sk-SK" b="1" dirty="0">
                <a:solidFill>
                  <a:schemeClr val="accent1"/>
                </a:solidFill>
              </a:rPr>
              <a:t>DREVENÝ</a:t>
            </a:r>
          </a:p>
          <a:p>
            <a:pPr marL="0" indent="0">
              <a:buNone/>
            </a:pPr>
            <a:r>
              <a:rPr lang="sk-SK" b="1" dirty="0"/>
              <a:t>Môj spolužiak je drevený.</a:t>
            </a:r>
          </a:p>
          <a:p>
            <a:endParaRPr lang="sk-SK" b="1" dirty="0">
              <a:solidFill>
                <a:schemeClr val="accent1"/>
              </a:solidFill>
            </a:endParaRPr>
          </a:p>
          <a:p>
            <a:endParaRPr lang="sk-SK" b="1" dirty="0">
              <a:solidFill>
                <a:schemeClr val="accent1"/>
              </a:solidFill>
            </a:endParaRPr>
          </a:p>
          <a:p>
            <a:r>
              <a:rPr lang="sk-SK" b="1" dirty="0">
                <a:solidFill>
                  <a:schemeClr val="accent1"/>
                </a:solidFill>
              </a:rPr>
              <a:t>ZLATÝ</a:t>
            </a:r>
          </a:p>
          <a:p>
            <a:pPr marL="0" indent="0">
              <a:buNone/>
            </a:pPr>
            <a:r>
              <a:rPr lang="sk-SK" b="1" dirty="0"/>
              <a:t>Tvoj braček je zlatý.</a:t>
            </a:r>
          </a:p>
        </p:txBody>
      </p:sp>
      <p:sp>
        <p:nvSpPr>
          <p:cNvPr id="5" name="Zástupný objekt pre obsah 4">
            <a:extLst>
              <a:ext uri="{FF2B5EF4-FFF2-40B4-BE49-F238E27FC236}">
                <a16:creationId xmlns:a16="http://schemas.microsoft.com/office/drawing/2014/main" id="{3CE4CE41-3836-7ED1-A477-0D7E1385C52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sk-SK" b="1" dirty="0">
                <a:solidFill>
                  <a:schemeClr val="accent1"/>
                </a:solidFill>
              </a:rPr>
              <a:t>DREVENÝ</a:t>
            </a:r>
          </a:p>
          <a:p>
            <a:pPr marL="0" indent="0">
              <a:buNone/>
            </a:pPr>
            <a:r>
              <a:rPr lang="sk-SK" b="1" dirty="0"/>
              <a:t>Lavica je drevená.</a:t>
            </a:r>
          </a:p>
          <a:p>
            <a:endParaRPr lang="sk-SK" b="1" dirty="0">
              <a:solidFill>
                <a:schemeClr val="accent1"/>
              </a:solidFill>
            </a:endParaRPr>
          </a:p>
          <a:p>
            <a:endParaRPr lang="sk-SK" b="1" dirty="0">
              <a:solidFill>
                <a:schemeClr val="accent1"/>
              </a:solidFill>
            </a:endParaRPr>
          </a:p>
          <a:p>
            <a:r>
              <a:rPr lang="sk-SK" b="1" dirty="0">
                <a:solidFill>
                  <a:schemeClr val="accent1"/>
                </a:solidFill>
              </a:rPr>
              <a:t>ZLATÝ</a:t>
            </a:r>
          </a:p>
          <a:p>
            <a:pPr marL="0" indent="0">
              <a:buNone/>
            </a:pPr>
            <a:r>
              <a:rPr lang="sk-SK" b="1" dirty="0"/>
              <a:t>Mám zlaté </a:t>
            </a:r>
            <a:r>
              <a:rPr lang="sk-SK" b="1" dirty="0" err="1"/>
              <a:t>náúšnice</a:t>
            </a:r>
            <a:r>
              <a:rPr lang="sk-SK" b="1" dirty="0"/>
              <a:t>.</a:t>
            </a:r>
          </a:p>
        </p:txBody>
      </p:sp>
      <p:sp>
        <p:nvSpPr>
          <p:cNvPr id="3" name="Zástupný objekt pre dátum 2">
            <a:extLst>
              <a:ext uri="{FF2B5EF4-FFF2-40B4-BE49-F238E27FC236}">
                <a16:creationId xmlns:a16="http://schemas.microsoft.com/office/drawing/2014/main" id="{4434255B-6515-EBEA-5F86-BB7CFD11F3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87B18BD9-1251-49E5-BE0A-1622E2AE7367}" type="datetime1">
              <a:rPr lang="sk-SK" smtClean="0"/>
              <a:t>3. 3. 2025</a:t>
            </a:fld>
            <a:endParaRPr lang="sk-SK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6" name="Písanie rukou 5">
                <a:extLst>
                  <a:ext uri="{FF2B5EF4-FFF2-40B4-BE49-F238E27FC236}">
                    <a16:creationId xmlns:a16="http://schemas.microsoft.com/office/drawing/2014/main" id="{6E3BBFE7-945F-F2BD-94C5-95919B8110B8}"/>
                  </a:ext>
                </a:extLst>
              </p14:cNvPr>
              <p14:cNvContentPartPr/>
              <p14:nvPr/>
            </p14:nvContentPartPr>
            <p14:xfrm>
              <a:off x="1441440" y="1193760"/>
              <a:ext cx="8147160" cy="5251680"/>
            </p14:xfrm>
          </p:contentPart>
        </mc:Choice>
        <mc:Fallback>
          <p:pic>
            <p:nvPicPr>
              <p:cNvPr id="6" name="Písanie rukou 5">
                <a:extLst>
                  <a:ext uri="{FF2B5EF4-FFF2-40B4-BE49-F238E27FC236}">
                    <a16:creationId xmlns:a16="http://schemas.microsoft.com/office/drawing/2014/main" id="{6E3BBFE7-945F-F2BD-94C5-95919B8110B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432080" y="1184400"/>
                <a:ext cx="8165880" cy="5270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49065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abuľa 16:9">
  <a:themeElements>
    <a:clrScheme name="Chalkboard_16x9">
      <a:dk1>
        <a:sysClr val="windowText" lastClr="000000"/>
      </a:dk1>
      <a:lt1>
        <a:sysClr val="window" lastClr="FFFFFF"/>
      </a:lt1>
      <a:dk2>
        <a:srgbClr val="333333"/>
      </a:dk2>
      <a:lt2>
        <a:srgbClr val="B2B2B2"/>
      </a:lt2>
      <a:accent1>
        <a:srgbClr val="57BCE5"/>
      </a:accent1>
      <a:accent2>
        <a:srgbClr val="F4D968"/>
      </a:accent2>
      <a:accent3>
        <a:srgbClr val="AEBD57"/>
      </a:accent3>
      <a:accent4>
        <a:srgbClr val="DF9041"/>
      </a:accent4>
      <a:accent5>
        <a:srgbClr val="E35F5F"/>
      </a:accent5>
      <a:accent6>
        <a:srgbClr val="828BCE"/>
      </a:accent6>
      <a:hlink>
        <a:srgbClr val="57BCE5"/>
      </a:hlink>
      <a:folHlink>
        <a:srgbClr val="969696"/>
      </a:folHlink>
    </a:clrScheme>
    <a:fontScheme name="Chalkboard_16x9">
      <a:majorFont>
        <a:latin typeface="Consolas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12000"/>
                <a:satMod val="240000"/>
              </a:schemeClr>
              <a:schemeClr val="phClr">
                <a:tint val="65000"/>
              </a:schemeClr>
            </a:duotone>
          </a:blip>
          <a:stretch/>
        </a:blipFill>
      </a:bgFillStyleLst>
    </a:fmtScheme>
  </a:themeElements>
  <a:objectDefaults>
    <a:spDef>
      <a:spPr>
        <a:ln>
          <a:miter lim="800000"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lnSpc>
            <a:spcPct val="90000"/>
          </a:lnSpc>
          <a:defRPr sz="240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_9529490_TF02804846_TF02804846" id="{546E4A6D-C2E1-4394-AB5E-362C1A2E574A}" vid="{60A27FB8-6423-4E71-894D-6912FB20A5FB}"/>
    </a:ext>
  </a:extLst>
</a:theme>
</file>

<file path=ppt/theme/theme2.xml><?xml version="1.0" encoding="utf-8"?>
<a:theme xmlns:a="http://schemas.openxmlformats.org/drawingml/2006/main" name="Motív balíka Office">
  <a:themeElements>
    <a:clrScheme name="Chalkboard_16x9">
      <a:dk1>
        <a:sysClr val="windowText" lastClr="000000"/>
      </a:dk1>
      <a:lt1>
        <a:sysClr val="window" lastClr="FFFFFF"/>
      </a:lt1>
      <a:dk2>
        <a:srgbClr val="333333"/>
      </a:dk2>
      <a:lt2>
        <a:srgbClr val="B2B2B2"/>
      </a:lt2>
      <a:accent1>
        <a:srgbClr val="57BCE5"/>
      </a:accent1>
      <a:accent2>
        <a:srgbClr val="F4D968"/>
      </a:accent2>
      <a:accent3>
        <a:srgbClr val="AEBD57"/>
      </a:accent3>
      <a:accent4>
        <a:srgbClr val="DF9041"/>
      </a:accent4>
      <a:accent5>
        <a:srgbClr val="E35F5F"/>
      </a:accent5>
      <a:accent6>
        <a:srgbClr val="828BCE"/>
      </a:accent6>
      <a:hlink>
        <a:srgbClr val="57BCE5"/>
      </a:hlink>
      <a:folHlink>
        <a:srgbClr val="969696"/>
      </a:folHlink>
    </a:clrScheme>
    <a:fontScheme name="Chalkboard_16x9">
      <a:majorFont>
        <a:latin typeface="Consolas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Motív balíka Office">
  <a:themeElements>
    <a:clrScheme name="Chalkboard_16x9">
      <a:dk1>
        <a:sysClr val="windowText" lastClr="000000"/>
      </a:dk1>
      <a:lt1>
        <a:sysClr val="window" lastClr="FFFFFF"/>
      </a:lt1>
      <a:dk2>
        <a:srgbClr val="333333"/>
      </a:dk2>
      <a:lt2>
        <a:srgbClr val="B2B2B2"/>
      </a:lt2>
      <a:accent1>
        <a:srgbClr val="57BCE5"/>
      </a:accent1>
      <a:accent2>
        <a:srgbClr val="F4D968"/>
      </a:accent2>
      <a:accent3>
        <a:srgbClr val="AEBD57"/>
      </a:accent3>
      <a:accent4>
        <a:srgbClr val="DF9041"/>
      </a:accent4>
      <a:accent5>
        <a:srgbClr val="E35F5F"/>
      </a:accent5>
      <a:accent6>
        <a:srgbClr val="828BCE"/>
      </a:accent6>
      <a:hlink>
        <a:srgbClr val="57BCE5"/>
      </a:hlink>
      <a:folHlink>
        <a:srgbClr val="969696"/>
      </a:folHlink>
    </a:clrScheme>
    <a:fontScheme name="Chalkboard_16x9">
      <a:majorFont>
        <a:latin typeface="Consolas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Vzdelávacia prezentácia s kriedovou tabuľou (širokouhlá)</Template>
  <TotalTime>40</TotalTime>
  <Words>205</Words>
  <Application>Microsoft Office PowerPoint</Application>
  <PresentationFormat>Vlastná</PresentationFormat>
  <Paragraphs>117</Paragraphs>
  <Slides>4</Slides>
  <Notes>2</Notes>
  <HiddenSlides>0</HiddenSlides>
  <MMClips>0</MMClips>
  <ScaleCrop>false</ScaleCrop>
  <HeadingPairs>
    <vt:vector size="6" baseType="variant">
      <vt:variant>
        <vt:lpstr>Použité písma</vt:lpstr>
      </vt:variant>
      <vt:variant>
        <vt:i4>5</vt:i4>
      </vt:variant>
      <vt:variant>
        <vt:lpstr>Motív</vt:lpstr>
      </vt:variant>
      <vt:variant>
        <vt:i4>1</vt:i4>
      </vt:variant>
      <vt:variant>
        <vt:lpstr>Nadpisy snímok</vt:lpstr>
      </vt:variant>
      <vt:variant>
        <vt:i4>4</vt:i4>
      </vt:variant>
    </vt:vector>
  </HeadingPairs>
  <TitlesOfParts>
    <vt:vector size="10" baseType="lpstr">
      <vt:lpstr>Arial</vt:lpstr>
      <vt:lpstr>Comic Sans MS</vt:lpstr>
      <vt:lpstr>Consolas</vt:lpstr>
      <vt:lpstr>Corbel</vt:lpstr>
      <vt:lpstr>Times New Roman</vt:lpstr>
      <vt:lpstr>Tabuľa 16:9</vt:lpstr>
      <vt:lpstr>Druhy prídavných mien</vt:lpstr>
      <vt:lpstr>Druhy prídavných mien</vt:lpstr>
      <vt:lpstr>Prezentácia programu PowerPoint</vt:lpstr>
      <vt:lpstr>Rozlišuj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Nikoleta Baánová</dc:creator>
  <cp:lastModifiedBy>Nikoleta Baánová</cp:lastModifiedBy>
  <cp:revision>2</cp:revision>
  <dcterms:created xsi:type="dcterms:W3CDTF">2025-03-02T21:35:58Z</dcterms:created>
  <dcterms:modified xsi:type="dcterms:W3CDTF">2025-03-03T16:31:00Z</dcterms:modified>
</cp:coreProperties>
</file>