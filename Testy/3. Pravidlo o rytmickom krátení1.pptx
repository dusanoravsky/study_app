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70" r:id="rId3"/>
    <p:sldId id="271" r:id="rId4"/>
    <p:sldId id="272" r:id="rId5"/>
  </p:sldIdLst>
  <p:sldSz cx="12188825" cy="6858000"/>
  <p:notesSz cx="6858000" cy="9144000"/>
  <p:defaultTextStyle>
    <a:defPPr rtl="0"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9" autoAdjust="0"/>
  </p:normalViewPr>
  <p:slideViewPr>
    <p:cSldViewPr>
      <p:cViewPr varScale="1">
        <p:scale>
          <a:sx n="80" d="100"/>
          <a:sy n="80" d="100"/>
        </p:scale>
        <p:origin x="782" y="6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8B7093-7393-4039-ACFB-1611C7D9236A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4" name="Zástupná pät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FFA6B9-C19F-4C1E-8C2A-873714B32889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4" name="Zástupný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k-SK" dirty="0"/>
          </a:p>
        </p:txBody>
      </p:sp>
      <p:sp>
        <p:nvSpPr>
          <p:cNvPr id="5" name="Zástupné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k-SK" dirty="0"/>
              <a:t>Kliknite sem a upravte štýl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1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5542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256" name="čiara" descr="Grafika čiary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Voľný tvar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8" name="Voľný tvar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9" name="Voľný tvar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0" name="Voľný tvar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1" name="Voľný tvar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2" name="Voľný tvar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3" name="Voľný tvar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4" name="Voľný tvar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5" name="Voľný tvar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6" name="Voľný tvar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7" name="Voľný tvar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8" name="Voľný tvar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9" name="Voľný tvar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0" name="Voľný tvar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1" name="Voľný tvar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2" name="Voľný tvar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3" name="Voľný tvar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4" name="Voľný tvar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5" name="Voľný tvar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6" name="Voľný tvar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7" name="Voľný tvar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8" name="Voľný tvar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9" name="Voľný tvar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0" name="Voľný tvar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1" name="Voľný tvar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2" name="Voľný tvar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3" name="Voľný tvar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4" name="Voľný tvar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5" name="Voľný tvar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6" name="Voľný tvar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7" name="Voľný tvar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8" name="Voľný tvar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9" name="Voľný tvar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0" name="Voľný tvar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1" name="Voľný tvar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2" name="Voľný tvar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3" name="Voľný tvar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4" name="Voľný tvar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5" name="Voľný tvar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6" name="Voľný tvar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7" name="Voľný tvar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8" name="Voľný tvar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9" name="Voľný tvar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0" name="Voľný tvar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1" name="Voľný tvar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2" name="Voľný tvar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3" name="Voľný tvar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4" name="Voľný tvar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5" name="Voľný tvar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6" name="Voľný tvar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7" name="Voľný tvar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8" name="Voľný tvar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9" name="Voľný tvar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0" name="Voľný tvar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1" name="Voľný tvar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2" name="Voľný tvar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3" name="Voľný tvar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4" name="Voľný tvar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5" name="Voľný tvar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6" name="Voľný tvar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7" name="Voľný tvar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8" name="Voľný tvar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9" name="Voľný tvar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0" name="Voľný tvar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1" name="Voľný tvar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2" name="Voľný tvar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3" name="Voľný tvar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4" name="Voľný tvar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5" name="Voľný tvar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6" name="Voľný tvar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7" name="Voľný tvar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8" name="Voľný tvar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9" name="Voľný tvar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0" name="Voľný tvar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1" name="Voľný tvar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2" name="Voľný tvar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3" name="Voľný tvar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4" name="Voľný tvar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5" name="Voľný tvar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6" name="Voľný tvar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7" name="Voľný tvar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8" name="Voľný tvar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9" name="Voľný tvar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0" name="Voľný tvar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1" name="Voľný tvar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2" name="Voľný tvar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3" name="Voľný tvar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4" name="Voľný tvar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5" name="Voľný tvar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6" name="Voľný tvar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7" name="Voľný tvar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8" name="Voľný tvar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9" name="Voľný tvar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0" name="Voľný tvar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1" name="Voľný tvar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2" name="Voľný tvar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3" name="Voľný tvar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4" name="Voľný tvar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5" name="Voľný tvar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6" name="Voľný tvar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7" name="Voľný tvar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8" name="Voľný tvar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9" name="Voľný tvar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0" name="Voľný tvar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1" name="Voľný tvar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2" name="Voľný tvar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3" name="Voľný tvar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4" name="Voľný tvar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5" name="Voľný tvar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6" name="Voľný tvar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7" name="Voľný tvar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8" name="Voľný tvar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9" name="Voľný tvar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0" name="Voľný tvar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1" name="Voľný tvar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2" name="Voľný tvar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3" name="Voľný tvar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4" name="Voľný tvar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5" name="Voľný tvar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6" name="Voľný tvar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7" name="Voľný tvar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8" name="Voľný tvar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9" name="Voľný tvar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</p:grp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sk-SK"/>
              <a:t>Kliknutím upravte štýl predlohy podnadpisu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67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obsah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FB33C0-3605-42B8-A1F1-3A1BB58F9C12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255" name="čiara" descr="Grafika čiary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Voľný tvar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7" name="Voľný tvar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8" name="Voľný tvar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9" name="Voľný tvar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0" name="Voľný tvar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1" name="Voľný tvar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2" name="Voľný tvar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3" name="Voľný tvar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4" name="Voľný tvar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5" name="Voľný tvar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6" name="Voľný tvar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7" name="Voľný tvar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8" name="Voľný tvar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9" name="Voľný tvar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0" name="Voľný tvar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1" name="Voľný tvar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2" name="Voľný tvar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3" name="Voľný tvar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4" name="Voľný tvar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5" name="Voľný tvar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6" name="Voľný tvar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7" name="Voľný tvar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8" name="Voľný tvar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9" name="Voľný tvar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0" name="Voľný tvar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1" name="Voľný tvar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2" name="Voľný tvar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3" name="Voľný tvar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4" name="Voľný tvar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5" name="Voľný tvar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6" name="Voľný tvar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7" name="Voľný tvar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8" name="Voľný tvar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9" name="Voľný tvar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0" name="Voľný tvar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1" name="Voľný tvar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2" name="Voľný tvar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3" name="Voľný tvar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4" name="Voľný tvar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5" name="Voľný tvar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6" name="Voľný tvar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7" name="Voľný tvar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8" name="Voľný tvar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9" name="Voľný tvar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0" name="Voľný tvar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1" name="Voľný tvar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2" name="Voľný tvar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3" name="Voľný tvar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4" name="Voľný tvar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5" name="Voľný tvar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6" name="Voľný tvar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7" name="Voľný tvar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8" name="Voľný tvar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9" name="Voľný tvar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0" name="Voľný tvar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1" name="Voľný tvar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2" name="Voľný tvar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3" name="Voľný tvar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4" name="Voľný tvar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5" name="Voľný tvar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6" name="Voľný tvar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7" name="Voľný tvar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8" name="Voľný tvar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9" name="Voľný tvar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0" name="Voľný tvar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1" name="Voľný tvar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2" name="Voľný tvar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3" name="Voľný tvar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4" name="Voľný tvar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5" name="Voľný tvar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6" name="Voľný tvar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7" name="Voľný tvar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8" name="Voľný tvar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9" name="Voľný tvar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0" name="Voľný tvar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1" name="Voľný tvar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2" name="Voľný tvar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3" name="Voľný tvar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4" name="Voľný tvar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5" name="Voľný tvar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6" name="Voľný tvar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7" name="Voľný tvar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8" name="Voľný tvar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9" name="Voľný tvar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0" name="Voľný tvar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1" name="Voľný tvar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2" name="Voľný tvar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3" name="Voľný tvar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4" name="Voľný tvar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5" name="Voľný tvar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6" name="Voľný tvar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7" name="Voľný tvar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8" name="Voľný tvar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9" name="Voľný tvar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0" name="Voľný tvar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1" name="Voľný tvar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2" name="Voľný tvar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3" name="Voľný tvar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4" name="Voľný tvar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5" name="Voľný tvar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6" name="Voľný tvar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7" name="Voľný tvar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8" name="Voľný tvar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9" name="Voľný tvar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0" name="Voľný tvar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1" name="Voľný tvar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2" name="Voľný tvar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3" name="Voľný tvar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4" name="Voľný tvar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5" name="Voľný tvar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6" name="Voľný tvar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7" name="Voľný tvar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8" name="Voľný tvar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9" name="Voľný tvar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0" name="Voľný tvar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1" name="Voľný tvar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2" name="Voľný tvar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3" name="Voľný tvar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4" name="Voľný tvar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5" name="Voľný tvar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6" name="Voľný tvar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7" name="Voľný tvar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8" name="Voľný tvar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</p:grp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55A7E3-D21E-469A-8644-E12CF815A232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typy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58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0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1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obsah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D0CE40-81D1-40B4-9B03-C6163AA7428F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60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Voľný tvar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3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4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ý text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8" name="Zástupná pät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7" name="Zástupný dá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E855B-A590-4B1D-8D7A-B7580F1A81FA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9" name="Zástupné číslo snímk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  <p:sp>
        <p:nvSpPr>
          <p:cNvPr id="85" name="Zástupný obsah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ba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grpSp>
        <p:nvGrpSpPr>
          <p:cNvPr id="156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8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9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0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1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4" name="Zástupná pät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B18BD9-1251-49E5-BE0A-1622E2AE7367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á pät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2" name="Zástupný dá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653EA0-FB6C-4458-B5BE-CAF4BBAE5732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4" name="Zástupné číslo snímk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 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sp>
        <p:nvSpPr>
          <p:cNvPr id="4" name="Zástupný objekt textu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grpSp>
        <p:nvGrpSpPr>
          <p:cNvPr id="615" name="rám" descr="Grafika poľa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Skupina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Skupina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Voľný tvar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Voľný tvar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Voľný tvar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Skupina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Voľný tvar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Voľný tvar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Voľný tvar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Skupina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Skupina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Voľný tvar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Voľný tvar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Voľný tvar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Skupina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Voľný tvar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Voľný tvar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Voľný tvar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53737-8673-4070-9CB1-E475422ECF0C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sp>
        <p:nvSpPr>
          <p:cNvPr id="3" name="Zástupný obrázok 2" descr="Prázdny zástupný objekt na pridanie obrázka Kliknite na zástupný objekt a vyberte obrázok, ktorý chcete pridať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sk-SK"/>
              <a:t>Kliknutím na ikonu pridáte obrázok</a:t>
            </a:r>
            <a:endParaRPr lang="sk-SK" dirty="0"/>
          </a:p>
        </p:txBody>
      </p:sp>
      <p:grpSp>
        <p:nvGrpSpPr>
          <p:cNvPr id="614" name="rám" descr="Grafika poľa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Skupina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Skupina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Voľný tvar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Voľný tvar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Voľný tvar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Skupina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Voľný tvar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Voľný tvar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Voľný tvar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Skupina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Skupina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Voľný tvar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Voľný tvar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Voľný tvar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Skupina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Voľný tvar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Voľný tvar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Voľný tvar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Voľný tvar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Voľný tvar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Voľný tvar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Voľný tvar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Voľný tvar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Voľný tvar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Voľný tvar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Voľný tvar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Voľný tvar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Voľný tvar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Voľný tvar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Voľný tvar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Voľný tvar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Voľný tvar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Voľný tvar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Voľný tvar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Voľný tvar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Voľný tvar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Voľný tvar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Voľný tvar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Voľný tvar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Voľný tvar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Voľný tvar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Voľný tvar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Voľný tvar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Voľný tvar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Voľný tvar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Voľný tvar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Voľný tvar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Voľný tvar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Voľný tvar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Voľný tvar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Voľný tvar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Voľný tvar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Voľný tvar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Voľný tvar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Voľný tvar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Voľný tvar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Voľný tvar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Voľný tvar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Voľný tvar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Voľný tvar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Voľný tvar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Voľný tvar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Voľný tvar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Voľný tvar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Voľný tvar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Voľný tvar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Voľný tvar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Voľný tvar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Voľný tvar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Voľný tvar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Voľný tvar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Voľný tvar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Voľný tvar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Voľný tvar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Voľný tvar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Voľný tvar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Voľný tvar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Voľný tvar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Voľný tvar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Voľný tvar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Voľný tvar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Voľný tvar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Voľný tvar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Voľný tvar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Voľný tvar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Voľný tvar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Voľný tvar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Voľný tvar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Voľný tvar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Zástupný text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49F099-0F98-42CE-8FC1-709245EEFB76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grpSp>
        <p:nvGrpSpPr>
          <p:cNvPr id="7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Voľný tvar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9" name="Voľný tvar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0" name="Voľný tvar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z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302878-9071-4200-8023-5B7C828D491C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7" name="čiara" descr="Grafika čiary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9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0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z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sk-SK" dirty="0"/>
              <a:t>Kliknite sem a upravte štýly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F832C3-EEA6-41EC-88BA-EB980B321231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nadpisu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sk-SK" dirty="0"/>
              <a:t>Kliknite sem a upravte štýl predlohy nadpisov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sk-SK" dirty="0"/>
              <a:t>Kliknite sem a upravte štýl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8B566E3-90FA-4C91-8CC2-CE63D4ACDD39}" type="datetime1">
              <a:rPr lang="sk-SK" smtClean="0"/>
              <a:t>20. 1. 2025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837828" y="1052736"/>
            <a:ext cx="9144000" cy="2667000"/>
          </a:xfrm>
        </p:spPr>
        <p:txBody>
          <a:bodyPr rtlCol="0"/>
          <a:lstStyle/>
          <a:p>
            <a:pPr rtl="0"/>
            <a:r>
              <a:rPr lang="sk-SK" dirty="0"/>
              <a:t>Pravidlo o rytmickom krátení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13395" y="5081736"/>
            <a:ext cx="9972600" cy="1447056"/>
          </a:xfrm>
        </p:spPr>
        <p:txBody>
          <a:bodyPr rtlCol="0">
            <a:normAutofit/>
          </a:bodyPr>
          <a:lstStyle/>
          <a:p>
            <a:r>
              <a:rPr lang="sk-SK" dirty="0"/>
              <a:t>Zákon o rytmickom krátení</a:t>
            </a:r>
          </a:p>
          <a:p>
            <a:r>
              <a:rPr lang="sk-SK" dirty="0"/>
              <a:t>Rytmický zákon</a:t>
            </a:r>
          </a:p>
          <a:p>
            <a:r>
              <a:rPr lang="sk-SK" dirty="0"/>
              <a:t>Rytmické pravidlo</a:t>
            </a:r>
          </a:p>
          <a:p>
            <a:r>
              <a:rPr lang="sk-SK" dirty="0"/>
              <a:t>Rytmické krátenie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A4F7AA-A104-599C-19D1-760BF577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Čo hovorí pravidlo o rytmickom krátení?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DA6CBD2-4A6C-2589-D1EF-9283975EB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3600" dirty="0"/>
              <a:t>v slovenčine </a:t>
            </a:r>
            <a:r>
              <a:rPr lang="sk-SK" sz="3600" b="1" dirty="0">
                <a:solidFill>
                  <a:srgbClr val="FF0000"/>
                </a:solidFill>
              </a:rPr>
              <a:t>nesmú nasledovať hneď za sebou dve dlhé slabiky</a:t>
            </a:r>
            <a:r>
              <a:rPr lang="sk-SK" sz="3600" dirty="0"/>
              <a:t>, ak sa tak stane, </a:t>
            </a:r>
            <a:r>
              <a:rPr lang="sk-SK" sz="3600" u="sng" dirty="0"/>
              <a:t>druhá slabika sa musí skrátiť </a:t>
            </a:r>
          </a:p>
          <a:p>
            <a:r>
              <a:rPr lang="sk-SK" sz="3600" dirty="0"/>
              <a:t>za </a:t>
            </a:r>
            <a:r>
              <a:rPr lang="sk-SK" sz="3600" b="1" dirty="0">
                <a:solidFill>
                  <a:srgbClr val="FF0000"/>
                </a:solidFill>
              </a:rPr>
              <a:t>dlhú slabiku </a:t>
            </a:r>
            <a:r>
              <a:rPr lang="sk-SK" sz="3600" dirty="0"/>
              <a:t>sa považuje </a:t>
            </a:r>
            <a:r>
              <a:rPr lang="sk-SK" sz="3600" b="1" dirty="0">
                <a:solidFill>
                  <a:srgbClr val="FF0000"/>
                </a:solidFill>
              </a:rPr>
              <a:t>slabika s dĺžňom alebo dvojhláskou</a:t>
            </a:r>
          </a:p>
          <a:p>
            <a:r>
              <a:rPr lang="sk-SK" sz="3600" dirty="0"/>
              <a:t>napr.: </a:t>
            </a:r>
            <a:r>
              <a:rPr lang="sk-SK" sz="3600" dirty="0" err="1"/>
              <a:t>svie</a:t>
            </a:r>
            <a:r>
              <a:rPr lang="sk-SK" sz="3600" dirty="0"/>
              <a:t>-ži (nie </a:t>
            </a:r>
            <a:r>
              <a:rPr lang="sk-SK" sz="3600" dirty="0" err="1"/>
              <a:t>svieží</a:t>
            </a:r>
            <a:r>
              <a:rPr lang="sk-SK" sz="3600" dirty="0"/>
              <a:t>), </a:t>
            </a:r>
            <a:r>
              <a:rPr lang="sk-SK" sz="3600" dirty="0" err="1"/>
              <a:t>bie-ly</a:t>
            </a:r>
            <a:r>
              <a:rPr lang="sk-SK" sz="3600" dirty="0"/>
              <a:t> (nie </a:t>
            </a:r>
            <a:r>
              <a:rPr lang="sk-SK" sz="3600" dirty="0" err="1"/>
              <a:t>bielý</a:t>
            </a:r>
            <a:r>
              <a:rPr lang="sk-SK" sz="3600" dirty="0"/>
              <a:t>), </a:t>
            </a:r>
          </a:p>
          <a:p>
            <a:pPr marL="0" indent="0">
              <a:buNone/>
            </a:pPr>
            <a:r>
              <a:rPr lang="sk-SK" sz="3600" dirty="0"/>
              <a:t>               sú-ci (nie </a:t>
            </a:r>
            <a:r>
              <a:rPr lang="sk-SK" sz="3600" dirty="0" err="1"/>
              <a:t>súcí</a:t>
            </a:r>
            <a:r>
              <a:rPr lang="sk-SK" sz="3600" dirty="0"/>
              <a:t>)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60C83BA-1582-45D7-1E5E-2D80BDB1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FB33C0-3605-42B8-A1F1-3A1BB58F9C12}" type="datetime1">
              <a:rPr lang="sk-SK" smtClean="0"/>
              <a:t>20. 1. 2025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7801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ADDF-90FC-1E60-2A31-1871DDBA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Pravidlo o rytmickom krátení sa môže: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9CEAD1-9341-5480-3E2C-919CA2DB6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sz="3600" b="1" dirty="0">
                <a:solidFill>
                  <a:srgbClr val="FF0000"/>
                </a:solidFill>
              </a:rPr>
              <a:t>1.uplatňovať: </a:t>
            </a:r>
            <a:r>
              <a:rPr lang="sk-SK" sz="3600" dirty="0"/>
              <a:t>ak sa skráti slabika, pred ktorou je iná dlhá slabika (napr.: svieži, turčiansky, vládnuť, úradníčok)</a:t>
            </a:r>
          </a:p>
          <a:p>
            <a:pPr marL="0" indent="0">
              <a:buNone/>
            </a:pPr>
            <a:r>
              <a:rPr lang="sk-SK" sz="3200" b="1" dirty="0">
                <a:solidFill>
                  <a:schemeClr val="accent1"/>
                </a:solidFill>
              </a:rPr>
              <a:t>2.neuplatňovať: </a:t>
            </a:r>
            <a:r>
              <a:rPr lang="sk-SK" sz="3200" dirty="0"/>
              <a:t>ak skracovanie slabiky nie je z gramatického hľadiska potrebné (napr.: malý, prídavný, milej, dávnej)</a:t>
            </a:r>
          </a:p>
          <a:p>
            <a:pPr marL="0" indent="0">
              <a:buNone/>
            </a:pPr>
            <a:r>
              <a:rPr lang="sk-SK" sz="3200" b="1" dirty="0">
                <a:solidFill>
                  <a:srgbClr val="FFFF00"/>
                </a:solidFill>
              </a:rPr>
              <a:t>3.porušovať </a:t>
            </a:r>
            <a:r>
              <a:rPr lang="sk-SK" sz="3600" b="1" dirty="0">
                <a:solidFill>
                  <a:srgbClr val="FFFF00"/>
                </a:solidFill>
              </a:rPr>
              <a:t>(</a:t>
            </a:r>
            <a:r>
              <a:rPr lang="pl-PL" sz="2800" b="1" dirty="0">
                <a:solidFill>
                  <a:srgbClr val="FFFF00"/>
                </a:solidFill>
              </a:rPr>
              <a:t>alebo ide o výnimku z pravidla): </a:t>
            </a:r>
            <a:r>
              <a:rPr lang="sk-SK" sz="3200" dirty="0"/>
              <a:t>ak sa ponechajú za sebou dve dlhé slabiky</a:t>
            </a:r>
            <a:endParaRPr lang="sk-SK" sz="4000" b="1" dirty="0">
              <a:solidFill>
                <a:srgbClr val="FFFF00"/>
              </a:solidFill>
            </a:endParaRP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01338D0-D4A3-14CF-FD49-7393A41A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FB33C0-3605-42B8-A1F1-3A1BB58F9C12}" type="datetime1">
              <a:rPr lang="sk-SK" smtClean="0"/>
              <a:t>20. 1. 2025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6411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49E19D-A869-1214-A8BE-4882602E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Podčiarkni slová, v ktorých sa PORUŠUJE pravidlo o rytmickom krátení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1EF839-33C6-6FED-25D3-ED7A33320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200000"/>
              </a:lnSpc>
            </a:pPr>
            <a:r>
              <a:rPr lang="sk-SK" sz="8000" dirty="0"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o triedach, o skalách,  v tŕstí, v skrýšach, v baniach, so skálím, svieži vánok, domáci chlieb, vyšší strom, v básňach, príkry svah, zvláštny úkaz, milý hosť, čierna sukňa, kovový náramok, múdri ľudia, vládny program, rozprávkar, škôlkar, plaváreň, lyžiar, stopár, z básní, motýlie krídlo, sobí záprah, vtáčí spev, vrátia sa k nám, hovoria pravdu, strážia dom, kúpia nábytok, tisíckrát sa to opakovalo</a:t>
            </a:r>
            <a:endParaRPr lang="sk-SK" sz="8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sk-SK" dirty="0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6392B38-8B7F-0955-F27D-8558B8A4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FB33C0-3605-42B8-A1F1-3A1BB58F9C12}" type="datetime1">
              <a:rPr lang="sk-SK" smtClean="0"/>
              <a:t>20. 1. 2025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08286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buľa 16: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90_TF02804846_TF02804846" id="{546E4A6D-C2E1-4394-AB5E-362C1A2E574A}" vid="{60A27FB8-6423-4E71-894D-6912FB20A5FB}"/>
    </a:ext>
  </a:extLst>
</a:theme>
</file>

<file path=ppt/theme/theme2.xml><?xml version="1.0" encoding="utf-8"?>
<a:theme xmlns:a="http://schemas.openxmlformats.org/drawingml/2006/main" name="Motív balíka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balíka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Vzdelávacia prezentácia s kriedovou tabuľou (širokouhlá)</Template>
  <TotalTime>80</TotalTime>
  <Words>252</Words>
  <Application>Microsoft Office PowerPoint</Application>
  <PresentationFormat>Vlastná</PresentationFormat>
  <Paragraphs>20</Paragraphs>
  <Slides>4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</vt:i4>
      </vt:variant>
    </vt:vector>
  </HeadingPairs>
  <TitlesOfParts>
    <vt:vector size="10" baseType="lpstr">
      <vt:lpstr>Arial</vt:lpstr>
      <vt:lpstr>Comic Sans MS</vt:lpstr>
      <vt:lpstr>Consolas</vt:lpstr>
      <vt:lpstr>Corbel</vt:lpstr>
      <vt:lpstr>Times New Roman</vt:lpstr>
      <vt:lpstr>Tabuľa 16:9</vt:lpstr>
      <vt:lpstr>Pravidlo o rytmickom krátení</vt:lpstr>
      <vt:lpstr>Čo hovorí pravidlo o rytmickom krátení?</vt:lpstr>
      <vt:lpstr>Pravidlo o rytmickom krátení sa môže:</vt:lpstr>
      <vt:lpstr>Podčiarkni slová, v ktorých sa PORUŠUJE pravidlo o rytmickom krátení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Nikoleta Baánová</dc:creator>
  <cp:lastModifiedBy>Nikoleta Baánová</cp:lastModifiedBy>
  <cp:revision>1</cp:revision>
  <dcterms:created xsi:type="dcterms:W3CDTF">2025-01-19T15:06:41Z</dcterms:created>
  <dcterms:modified xsi:type="dcterms:W3CDTF">2025-01-20T16:34:56Z</dcterms:modified>
</cp:coreProperties>
</file>